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8" r:id="rId3"/>
    <p:sldId id="405" r:id="rId4"/>
    <p:sldId id="400" r:id="rId5"/>
    <p:sldId id="407" r:id="rId6"/>
    <p:sldId id="408"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20"/>
    <p:restoredTop sz="94660"/>
  </p:normalViewPr>
  <p:slideViewPr>
    <p:cSldViewPr>
      <p:cViewPr>
        <p:scale>
          <a:sx n="100" d="100"/>
          <a:sy n="100" d="100"/>
        </p:scale>
        <p:origin x="324" y="408"/>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46F4B9-E833-452C-BAB3-A32CAEA9F54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28CFAC-F816-40AD-A33C-FCF3FC1EA0A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44"/>
        <p:cNvGrpSpPr/>
        <p:nvPr/>
      </p:nvGrpSpPr>
      <p:grpSpPr>
        <a:xfrm>
          <a:off x="0" y="0"/>
          <a:ext cx="0" cy="0"/>
          <a:chOff x="0" y="0"/>
          <a:chExt cx="0" cy="0"/>
        </a:xfrm>
      </p:grpSpPr>
      <p:sp>
        <p:nvSpPr>
          <p:cNvPr id="545" name="Shape 54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46" name="Shape 54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dddd">
    <p:spTree>
      <p:nvGrpSpPr>
        <p:cNvPr id="1" name=""/>
        <p:cNvGrpSpPr/>
        <p:nvPr/>
      </p:nvGrpSpPr>
      <p:grpSpPr>
        <a:xfrm>
          <a:off x="0" y="0"/>
          <a:ext cx="0" cy="0"/>
          <a:chOff x="0" y="0"/>
          <a:chExt cx="0" cy="0"/>
        </a:xfrm>
      </p:grpSpPr>
      <p:sp>
        <p:nvSpPr>
          <p:cNvPr id="14" name="Shape 13"/>
          <p:cNvSpPr/>
          <p:nvPr userDrawn="1"/>
        </p:nvSpPr>
        <p:spPr>
          <a:xfrm>
            <a:off x="0" y="0"/>
            <a:ext cx="12192000" cy="4680520"/>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cxnSp>
        <p:nvCxnSpPr>
          <p:cNvPr id="16" name="Shape 14"/>
          <p:cNvCxnSpPr/>
          <p:nvPr userDrawn="1"/>
        </p:nvCxnSpPr>
        <p:spPr>
          <a:xfrm>
            <a:off x="0" y="4653136"/>
            <a:ext cx="12192000" cy="0"/>
          </a:xfrm>
          <a:prstGeom prst="straightConnector1">
            <a:avLst/>
          </a:prstGeom>
          <a:noFill/>
          <a:ln w="57150" cap="flat">
            <a:solidFill>
              <a:srgbClr val="000000">
                <a:alpha val="14901"/>
              </a:srgbClr>
            </a:solidFill>
            <a:prstDash val="solid"/>
            <a:round/>
            <a:headEnd type="none" w="med" len="med"/>
            <a:tailEnd type="none" w="med" len="med"/>
          </a:ln>
        </p:spPr>
      </p:cxnSp>
      <p:sp>
        <p:nvSpPr>
          <p:cNvPr id="17" name="Shape 10"/>
          <p:cNvSpPr txBox="1">
            <a:spLocks noGrp="1"/>
          </p:cNvSpPr>
          <p:nvPr>
            <p:ph type="ctrTitle"/>
          </p:nvPr>
        </p:nvSpPr>
        <p:spPr>
          <a:xfrm>
            <a:off x="3894928" y="2490375"/>
            <a:ext cx="7382672" cy="2198400"/>
          </a:xfrm>
          <a:prstGeom prst="rect">
            <a:avLst/>
          </a:prstGeom>
        </p:spPr>
        <p:txBody>
          <a:bodyPr lIns="91425" tIns="91425" rIns="91425" bIns="91425" anchor="b" anchorCtr="0"/>
          <a:lstStyle>
            <a:lvl1pPr>
              <a:spcBef>
                <a:spcPts val="0"/>
              </a:spcBef>
              <a:buSzPct val="100000"/>
              <a:defRPr sz="7200"/>
            </a:lvl1pPr>
            <a:lvl2pPr>
              <a:spcBef>
                <a:spcPts val="0"/>
              </a:spcBef>
              <a:buSzPct val="100000"/>
              <a:defRPr sz="7200"/>
            </a:lvl2pPr>
            <a:lvl3pPr>
              <a:spcBef>
                <a:spcPts val="0"/>
              </a:spcBef>
              <a:buSzPct val="100000"/>
              <a:defRPr sz="7200"/>
            </a:lvl3pPr>
            <a:lvl4pPr>
              <a:spcBef>
                <a:spcPts val="0"/>
              </a:spcBef>
              <a:buSzPct val="100000"/>
              <a:defRPr sz="7200"/>
            </a:lvl4pPr>
            <a:lvl5pPr>
              <a:spcBef>
                <a:spcPts val="0"/>
              </a:spcBef>
              <a:buSzPct val="100000"/>
              <a:defRPr sz="7200"/>
            </a:lvl5pPr>
            <a:lvl6pPr>
              <a:spcBef>
                <a:spcPts val="0"/>
              </a:spcBef>
              <a:buSzPct val="100000"/>
              <a:defRPr sz="7200"/>
            </a:lvl6pPr>
            <a:lvl7pPr>
              <a:spcBef>
                <a:spcPts val="0"/>
              </a:spcBef>
              <a:buSzPct val="100000"/>
              <a:defRPr sz="7200"/>
            </a:lvl7pPr>
            <a:lvl8pPr>
              <a:spcBef>
                <a:spcPts val="0"/>
              </a:spcBef>
              <a:buSzPct val="100000"/>
              <a:defRPr sz="7200"/>
            </a:lvl8pPr>
            <a:lvl9pPr>
              <a:spcBef>
                <a:spcPts val="0"/>
              </a:spcBef>
              <a:buSzPct val="100000"/>
              <a:defRPr sz="7200"/>
            </a:lvl9pPr>
          </a:lstStyle>
          <a:p>
            <a:endParaRPr dirty="0"/>
          </a:p>
        </p:txBody>
      </p:sp>
      <p:sp>
        <p:nvSpPr>
          <p:cNvPr id="19" name="Shape 11"/>
          <p:cNvSpPr txBox="1">
            <a:spLocks noGrp="1"/>
          </p:cNvSpPr>
          <p:nvPr>
            <p:ph type="subTitle" idx="1"/>
          </p:nvPr>
        </p:nvSpPr>
        <p:spPr>
          <a:xfrm>
            <a:off x="3894928" y="4836036"/>
            <a:ext cx="7382672" cy="1032599"/>
          </a:xfrm>
          <a:prstGeom prst="rect">
            <a:avLst/>
          </a:prstGeom>
        </p:spPr>
        <p:txBody>
          <a:bodyPr lIns="91425" tIns="91425" rIns="91425" bIns="91425" anchor="t" anchorCtr="0">
            <a:normAutofit/>
          </a:bodyPr>
          <a:lstStyle>
            <a:lvl1pPr>
              <a:spcBef>
                <a:spcPts val="0"/>
              </a:spcBef>
              <a:buClr>
                <a:schemeClr val="dk2"/>
              </a:buClr>
              <a:buNone/>
              <a:defRPr sz="2000">
                <a:solidFill>
                  <a:schemeClr val="dk2"/>
                </a:solidFill>
              </a:defRPr>
            </a:lvl1pPr>
            <a:lvl2pPr>
              <a:spcBef>
                <a:spcPts val="0"/>
              </a:spcBef>
              <a:buClr>
                <a:schemeClr val="dk2"/>
              </a:buClr>
              <a:buSzPct val="100000"/>
              <a:buNone/>
              <a:defRPr sz="3000">
                <a:solidFill>
                  <a:schemeClr val="dk2"/>
                </a:solidFill>
              </a:defRPr>
            </a:lvl2pPr>
            <a:lvl3pPr>
              <a:spcBef>
                <a:spcPts val="0"/>
              </a:spcBef>
              <a:buClr>
                <a:schemeClr val="dk2"/>
              </a:buClr>
              <a:buSzPct val="100000"/>
              <a:buNone/>
              <a:defRPr sz="3000">
                <a:solidFill>
                  <a:schemeClr val="dk2"/>
                </a:solidFill>
              </a:defRPr>
            </a:lvl3pPr>
            <a:lvl4pPr>
              <a:spcBef>
                <a:spcPts val="0"/>
              </a:spcBef>
              <a:buClr>
                <a:schemeClr val="dk2"/>
              </a:buClr>
              <a:buSzPct val="100000"/>
              <a:buNone/>
              <a:defRPr sz="3000">
                <a:solidFill>
                  <a:schemeClr val="dk2"/>
                </a:solidFill>
              </a:defRPr>
            </a:lvl4pPr>
            <a:lvl5pPr>
              <a:spcBef>
                <a:spcPts val="0"/>
              </a:spcBef>
              <a:buClr>
                <a:schemeClr val="dk2"/>
              </a:buClr>
              <a:buSzPct val="100000"/>
              <a:buNone/>
              <a:defRPr sz="3000">
                <a:solidFill>
                  <a:schemeClr val="dk2"/>
                </a:solidFill>
              </a:defRPr>
            </a:lvl5pPr>
            <a:lvl6pPr>
              <a:spcBef>
                <a:spcPts val="0"/>
              </a:spcBef>
              <a:buClr>
                <a:schemeClr val="dk2"/>
              </a:buClr>
              <a:buSzPct val="100000"/>
              <a:buNone/>
              <a:defRPr sz="3000">
                <a:solidFill>
                  <a:schemeClr val="dk2"/>
                </a:solidFill>
              </a:defRPr>
            </a:lvl6pPr>
            <a:lvl7pPr>
              <a:spcBef>
                <a:spcPts val="0"/>
              </a:spcBef>
              <a:buClr>
                <a:schemeClr val="dk2"/>
              </a:buClr>
              <a:buSzPct val="100000"/>
              <a:buNone/>
              <a:defRPr sz="3000">
                <a:solidFill>
                  <a:schemeClr val="dk2"/>
                </a:solidFill>
              </a:defRPr>
            </a:lvl7pPr>
            <a:lvl8pPr>
              <a:spcBef>
                <a:spcPts val="0"/>
              </a:spcBef>
              <a:buClr>
                <a:schemeClr val="dk2"/>
              </a:buClr>
              <a:buSzPct val="100000"/>
              <a:buNone/>
              <a:defRPr sz="3000">
                <a:solidFill>
                  <a:schemeClr val="dk2"/>
                </a:solidFill>
              </a:defRPr>
            </a:lvl8pPr>
            <a:lvl9pPr>
              <a:spcBef>
                <a:spcPts val="0"/>
              </a:spcBef>
              <a:buClr>
                <a:schemeClr val="dk2"/>
              </a:buClr>
              <a:buSzPct val="100000"/>
              <a:buNone/>
              <a:defRPr sz="3000">
                <a:solidFill>
                  <a:schemeClr val="dk2"/>
                </a:solidFill>
              </a:defRPr>
            </a:lvl9pPr>
          </a:lstStyle>
          <a:p>
            <a:pPr marL="0" marR="0" lvl="0" indent="0" defTabSz="914400" eaLnBrk="1" fontAlgn="auto" latinLnBrk="0" hangingPunct="1">
              <a:lnSpc>
                <a:spcPct val="100000"/>
              </a:lnSpc>
              <a:spcBef>
                <a:spcPts val="0"/>
              </a:spcBef>
              <a:spcAft>
                <a:spcPts val="0"/>
              </a:spcAft>
              <a:buClr>
                <a:srgbClr val="2388DB"/>
              </a:buClr>
              <a:buSzTx/>
              <a:buFontTx/>
              <a:buNone/>
              <a:defRPr/>
            </a:pPr>
            <a:endParaRPr kumimoji="0" sz="1800" b="0" i="0" u="none" strike="noStrike" kern="0" cap="none" spc="0" normalizeH="0" baseline="0" noProof="0" dirty="0">
              <a:ln>
                <a:noFill/>
              </a:ln>
              <a:solidFill>
                <a:srgbClr val="2388DB"/>
              </a:solidFill>
              <a:effectLst/>
              <a:uLnTx/>
              <a:uFillTx/>
            </a:endParaRPr>
          </a:p>
        </p:txBody>
      </p:sp>
      <p:grpSp>
        <p:nvGrpSpPr>
          <p:cNvPr id="6" name="组合 5"/>
          <p:cNvGrpSpPr/>
          <p:nvPr userDrawn="1"/>
        </p:nvGrpSpPr>
        <p:grpSpPr>
          <a:xfrm>
            <a:off x="1199456" y="1268760"/>
            <a:ext cx="976857" cy="976857"/>
            <a:chOff x="304800" y="673100"/>
            <a:chExt cx="4000500" cy="4000500"/>
          </a:xfrm>
          <a:effectLst>
            <a:outerShdw blurRad="444500" dist="254000" dir="8100000" algn="tr" rotWithShape="0">
              <a:prstClr val="black">
                <a:alpha val="50000"/>
              </a:prstClr>
            </a:outerShdw>
          </a:effectLst>
        </p:grpSpPr>
        <p:sp>
          <p:nvSpPr>
            <p:cNvPr id="7" name="同心圆 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椭圆 7"/>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椭圆 8"/>
          <p:cNvSpPr/>
          <p:nvPr userDrawn="1"/>
        </p:nvSpPr>
        <p:spPr>
          <a:xfrm>
            <a:off x="784766" y="2198934"/>
            <a:ext cx="727041" cy="727041"/>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0" name="椭圆 9"/>
          <p:cNvSpPr/>
          <p:nvPr userDrawn="1"/>
        </p:nvSpPr>
        <p:spPr>
          <a:xfrm>
            <a:off x="2626189" y="2227954"/>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11" name="组合 10"/>
          <p:cNvGrpSpPr/>
          <p:nvPr userDrawn="1"/>
        </p:nvGrpSpPr>
        <p:grpSpPr>
          <a:xfrm>
            <a:off x="2354788" y="1740961"/>
            <a:ext cx="623903" cy="623903"/>
            <a:chOff x="304800" y="673100"/>
            <a:chExt cx="4000500" cy="4000500"/>
          </a:xfrm>
          <a:effectLst>
            <a:outerShdw blurRad="317500" dist="190500" dir="8100000" algn="tr" rotWithShape="0">
              <a:prstClr val="black">
                <a:alpha val="50000"/>
              </a:prstClr>
            </a:outerShdw>
          </a:effectLst>
        </p:grpSpPr>
        <p:sp>
          <p:nvSpPr>
            <p:cNvPr id="12" name="同心圆 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椭圆 1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userDrawn="1"/>
        </p:nvGrpSpPr>
        <p:grpSpPr>
          <a:xfrm>
            <a:off x="473432" y="3406403"/>
            <a:ext cx="219777" cy="219777"/>
            <a:chOff x="304800" y="673100"/>
            <a:chExt cx="4000500" cy="4000500"/>
          </a:xfrm>
          <a:effectLst>
            <a:outerShdw blurRad="381000" dist="152400" dir="8100000" algn="tr" rotWithShape="0">
              <a:prstClr val="black">
                <a:alpha val="70000"/>
              </a:prstClr>
            </a:outerShdw>
          </a:effectLst>
        </p:grpSpPr>
        <p:sp>
          <p:nvSpPr>
            <p:cNvPr id="18" name="同心圆 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椭圆 19"/>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userDrawn="1"/>
        </p:nvGrpSpPr>
        <p:grpSpPr>
          <a:xfrm>
            <a:off x="198081" y="1830045"/>
            <a:ext cx="287919" cy="287919"/>
            <a:chOff x="304800" y="673100"/>
            <a:chExt cx="4000500" cy="4000500"/>
          </a:xfrm>
          <a:effectLst>
            <a:outerShdw blurRad="381000" dist="152400" dir="8100000" algn="tr" rotWithShape="0">
              <a:prstClr val="black">
                <a:alpha val="70000"/>
              </a:prstClr>
            </a:outerShdw>
          </a:effectLst>
        </p:grpSpPr>
        <p:sp>
          <p:nvSpPr>
            <p:cNvPr id="22" name="同心圆 1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椭圆 22"/>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椭圆 23"/>
          <p:cNvSpPr/>
          <p:nvPr userDrawn="1"/>
        </p:nvSpPr>
        <p:spPr>
          <a:xfrm>
            <a:off x="3066715" y="1740961"/>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5" name="椭圆 24"/>
          <p:cNvSpPr/>
          <p:nvPr userDrawn="1"/>
        </p:nvSpPr>
        <p:spPr>
          <a:xfrm>
            <a:off x="3285708" y="3431530"/>
            <a:ext cx="137389" cy="13738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26" name="组合 25"/>
          <p:cNvGrpSpPr/>
          <p:nvPr userDrawn="1"/>
        </p:nvGrpSpPr>
        <p:grpSpPr>
          <a:xfrm>
            <a:off x="1670698" y="2400123"/>
            <a:ext cx="638246" cy="638246"/>
            <a:chOff x="304800" y="673100"/>
            <a:chExt cx="4000500" cy="4000500"/>
          </a:xfrm>
          <a:effectLst>
            <a:outerShdw blurRad="317500" dist="190500" dir="8100000" algn="tr" rotWithShape="0">
              <a:prstClr val="black">
                <a:alpha val="50000"/>
              </a:prstClr>
            </a:outerShdw>
          </a:effectLst>
        </p:grpSpPr>
        <p:sp>
          <p:nvSpPr>
            <p:cNvPr id="27" name="同心圆 19"/>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椭圆 27"/>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椭圆 28"/>
          <p:cNvSpPr/>
          <p:nvPr userDrawn="1"/>
        </p:nvSpPr>
        <p:spPr>
          <a:xfrm>
            <a:off x="1280239" y="554168"/>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30" name="椭圆 29"/>
          <p:cNvSpPr/>
          <p:nvPr userDrawn="1"/>
        </p:nvSpPr>
        <p:spPr>
          <a:xfrm>
            <a:off x="1989821" y="2417032"/>
            <a:ext cx="137389" cy="13738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31" name="组合 30"/>
          <p:cNvGrpSpPr/>
          <p:nvPr userDrawn="1"/>
        </p:nvGrpSpPr>
        <p:grpSpPr>
          <a:xfrm>
            <a:off x="864559" y="947680"/>
            <a:ext cx="1958738" cy="1958738"/>
            <a:chOff x="304800" y="673100"/>
            <a:chExt cx="4000500" cy="4000500"/>
          </a:xfrm>
          <a:effectLst>
            <a:outerShdw blurRad="444500" dist="254000" dir="8100000" algn="tr" rotWithShape="0">
              <a:prstClr val="black">
                <a:alpha val="50000"/>
              </a:prstClr>
            </a:outerShdw>
          </a:effectLst>
        </p:grpSpPr>
        <p:sp>
          <p:nvSpPr>
            <p:cNvPr id="32" name="同心圆 2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椭圆 3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34" name="图片 33"/>
          <p:cNvPicPr>
            <a:picLocks noChangeAspect="1"/>
          </p:cNvPicPr>
          <p:nvPr userDrawn="1"/>
        </p:nvPicPr>
        <p:blipFill>
          <a:blip r:embed="rId2"/>
          <a:stretch>
            <a:fillRect/>
          </a:stretch>
        </p:blipFill>
        <p:spPr>
          <a:xfrm>
            <a:off x="1044330" y="1558459"/>
            <a:ext cx="1622409" cy="5120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40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40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par>
                                <p:cTn id="20" presetID="53" presetClass="entr" presetSubtype="16"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par>
                                <p:cTn id="25" presetID="53" presetClass="entr" presetSubtype="16" fill="hold" nodeType="withEffect">
                                  <p:stCondLst>
                                    <p:cond delay="400"/>
                                  </p:stCondLst>
                                  <p:childTnLst>
                                    <p:set>
                                      <p:cBhvr>
                                        <p:cTn id="26" dur="1" fill="hold">
                                          <p:stCondLst>
                                            <p:cond delay="0"/>
                                          </p:stCondLst>
                                        </p:cTn>
                                        <p:tgtEl>
                                          <p:spTgt spid="15"/>
                                        </p:tgtEl>
                                        <p:attrNameLst>
                                          <p:attrName>style.visibility</p:attrName>
                                        </p:attrNameLst>
                                      </p:cBhvr>
                                      <p:to>
                                        <p:strVal val="visible"/>
                                      </p:to>
                                    </p:set>
                                    <p:anim calcmode="lin" valueType="num">
                                      <p:cBhvr>
                                        <p:cTn id="27" dur="500" fill="hold"/>
                                        <p:tgtEl>
                                          <p:spTgt spid="15"/>
                                        </p:tgtEl>
                                        <p:attrNameLst>
                                          <p:attrName>ppt_w</p:attrName>
                                        </p:attrNameLst>
                                      </p:cBhvr>
                                      <p:tavLst>
                                        <p:tav tm="0">
                                          <p:val>
                                            <p:fltVal val="0"/>
                                          </p:val>
                                        </p:tav>
                                        <p:tav tm="100000">
                                          <p:val>
                                            <p:strVal val="#ppt_w"/>
                                          </p:val>
                                        </p:tav>
                                      </p:tavLst>
                                    </p:anim>
                                    <p:anim calcmode="lin" valueType="num">
                                      <p:cBhvr>
                                        <p:cTn id="28" dur="500" fill="hold"/>
                                        <p:tgtEl>
                                          <p:spTgt spid="15"/>
                                        </p:tgtEl>
                                        <p:attrNameLst>
                                          <p:attrName>ppt_h</p:attrName>
                                        </p:attrNameLst>
                                      </p:cBhvr>
                                      <p:tavLst>
                                        <p:tav tm="0">
                                          <p:val>
                                            <p:fltVal val="0"/>
                                          </p:val>
                                        </p:tav>
                                        <p:tav tm="100000">
                                          <p:val>
                                            <p:strVal val="#ppt_h"/>
                                          </p:val>
                                        </p:tav>
                                      </p:tavLst>
                                    </p:anim>
                                    <p:animEffect transition="in" filter="fade">
                                      <p:cBhvr>
                                        <p:cTn id="29" dur="500"/>
                                        <p:tgtEl>
                                          <p:spTgt spid="15"/>
                                        </p:tgtEl>
                                      </p:cBhvr>
                                    </p:animEffect>
                                  </p:childTnLst>
                                </p:cTn>
                              </p:par>
                              <p:par>
                                <p:cTn id="30" presetID="53" presetClass="entr" presetSubtype="16" fill="hold" nodeType="withEffect">
                                  <p:stCondLst>
                                    <p:cond delay="200"/>
                                  </p:stCondLst>
                                  <p:childTnLst>
                                    <p:set>
                                      <p:cBhvr>
                                        <p:cTn id="31" dur="1" fill="hold">
                                          <p:stCondLst>
                                            <p:cond delay="0"/>
                                          </p:stCondLst>
                                        </p:cTn>
                                        <p:tgtEl>
                                          <p:spTgt spid="21"/>
                                        </p:tgtEl>
                                        <p:attrNameLst>
                                          <p:attrName>style.visibility</p:attrName>
                                        </p:attrNameLst>
                                      </p:cBhvr>
                                      <p:to>
                                        <p:strVal val="visible"/>
                                      </p:to>
                                    </p:set>
                                    <p:anim calcmode="lin" valueType="num">
                                      <p:cBhvr>
                                        <p:cTn id="32" dur="500" fill="hold"/>
                                        <p:tgtEl>
                                          <p:spTgt spid="21"/>
                                        </p:tgtEl>
                                        <p:attrNameLst>
                                          <p:attrName>ppt_w</p:attrName>
                                        </p:attrNameLst>
                                      </p:cBhvr>
                                      <p:tavLst>
                                        <p:tav tm="0">
                                          <p:val>
                                            <p:fltVal val="0"/>
                                          </p:val>
                                        </p:tav>
                                        <p:tav tm="100000">
                                          <p:val>
                                            <p:strVal val="#ppt_w"/>
                                          </p:val>
                                        </p:tav>
                                      </p:tavLst>
                                    </p:anim>
                                    <p:anim calcmode="lin" valueType="num">
                                      <p:cBhvr>
                                        <p:cTn id="33" dur="500" fill="hold"/>
                                        <p:tgtEl>
                                          <p:spTgt spid="21"/>
                                        </p:tgtEl>
                                        <p:attrNameLst>
                                          <p:attrName>ppt_h</p:attrName>
                                        </p:attrNameLst>
                                      </p:cBhvr>
                                      <p:tavLst>
                                        <p:tav tm="0">
                                          <p:val>
                                            <p:fltVal val="0"/>
                                          </p:val>
                                        </p:tav>
                                        <p:tav tm="100000">
                                          <p:val>
                                            <p:strVal val="#ppt_h"/>
                                          </p:val>
                                        </p:tav>
                                      </p:tavLst>
                                    </p:anim>
                                    <p:animEffect transition="in" filter="fade">
                                      <p:cBhvr>
                                        <p:cTn id="34" dur="500"/>
                                        <p:tgtEl>
                                          <p:spTgt spid="21"/>
                                        </p:tgtEl>
                                      </p:cBhvr>
                                    </p:animEffect>
                                  </p:childTnLst>
                                </p:cTn>
                              </p:par>
                              <p:par>
                                <p:cTn id="35" presetID="53" presetClass="entr" presetSubtype="16" fill="hold" grpId="0" nodeType="withEffect">
                                  <p:stCondLst>
                                    <p:cond delay="200"/>
                                  </p:stCondLst>
                                  <p:childTnLst>
                                    <p:set>
                                      <p:cBhvr>
                                        <p:cTn id="36" dur="1" fill="hold">
                                          <p:stCondLst>
                                            <p:cond delay="0"/>
                                          </p:stCondLst>
                                        </p:cTn>
                                        <p:tgtEl>
                                          <p:spTgt spid="24"/>
                                        </p:tgtEl>
                                        <p:attrNameLst>
                                          <p:attrName>style.visibility</p:attrName>
                                        </p:attrNameLst>
                                      </p:cBhvr>
                                      <p:to>
                                        <p:strVal val="visible"/>
                                      </p:to>
                                    </p:set>
                                    <p:anim calcmode="lin" valueType="num">
                                      <p:cBhvr>
                                        <p:cTn id="37" dur="500" fill="hold"/>
                                        <p:tgtEl>
                                          <p:spTgt spid="24"/>
                                        </p:tgtEl>
                                        <p:attrNameLst>
                                          <p:attrName>ppt_w</p:attrName>
                                        </p:attrNameLst>
                                      </p:cBhvr>
                                      <p:tavLst>
                                        <p:tav tm="0">
                                          <p:val>
                                            <p:fltVal val="0"/>
                                          </p:val>
                                        </p:tav>
                                        <p:tav tm="100000">
                                          <p:val>
                                            <p:strVal val="#ppt_w"/>
                                          </p:val>
                                        </p:tav>
                                      </p:tavLst>
                                    </p:anim>
                                    <p:anim calcmode="lin" valueType="num">
                                      <p:cBhvr>
                                        <p:cTn id="38" dur="500" fill="hold"/>
                                        <p:tgtEl>
                                          <p:spTgt spid="24"/>
                                        </p:tgtEl>
                                        <p:attrNameLst>
                                          <p:attrName>ppt_h</p:attrName>
                                        </p:attrNameLst>
                                      </p:cBhvr>
                                      <p:tavLst>
                                        <p:tav tm="0">
                                          <p:val>
                                            <p:fltVal val="0"/>
                                          </p:val>
                                        </p:tav>
                                        <p:tav tm="100000">
                                          <p:val>
                                            <p:strVal val="#ppt_h"/>
                                          </p:val>
                                        </p:tav>
                                      </p:tavLst>
                                    </p:anim>
                                    <p:animEffect transition="in" filter="fade">
                                      <p:cBhvr>
                                        <p:cTn id="39" dur="500"/>
                                        <p:tgtEl>
                                          <p:spTgt spid="24"/>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500" fill="hold"/>
                                        <p:tgtEl>
                                          <p:spTgt spid="25"/>
                                        </p:tgtEl>
                                        <p:attrNameLst>
                                          <p:attrName>ppt_w</p:attrName>
                                        </p:attrNameLst>
                                      </p:cBhvr>
                                      <p:tavLst>
                                        <p:tav tm="0">
                                          <p:val>
                                            <p:fltVal val="0"/>
                                          </p:val>
                                        </p:tav>
                                        <p:tav tm="100000">
                                          <p:val>
                                            <p:strVal val="#ppt_w"/>
                                          </p:val>
                                        </p:tav>
                                      </p:tavLst>
                                    </p:anim>
                                    <p:anim calcmode="lin" valueType="num">
                                      <p:cBhvr>
                                        <p:cTn id="43" dur="500" fill="hold"/>
                                        <p:tgtEl>
                                          <p:spTgt spid="25"/>
                                        </p:tgtEl>
                                        <p:attrNameLst>
                                          <p:attrName>ppt_h</p:attrName>
                                        </p:attrNameLst>
                                      </p:cBhvr>
                                      <p:tavLst>
                                        <p:tav tm="0">
                                          <p:val>
                                            <p:fltVal val="0"/>
                                          </p:val>
                                        </p:tav>
                                        <p:tav tm="100000">
                                          <p:val>
                                            <p:strVal val="#ppt_h"/>
                                          </p:val>
                                        </p:tav>
                                      </p:tavLst>
                                    </p:anim>
                                    <p:animEffect transition="in" filter="fade">
                                      <p:cBhvr>
                                        <p:cTn id="44" dur="500"/>
                                        <p:tgtEl>
                                          <p:spTgt spid="25"/>
                                        </p:tgtEl>
                                      </p:cBhvr>
                                    </p:animEffect>
                                  </p:childTnLst>
                                </p:cTn>
                              </p:par>
                              <p:par>
                                <p:cTn id="45" presetID="53" presetClass="entr" presetSubtype="16" fill="hold" nodeType="withEffect">
                                  <p:stCondLst>
                                    <p:cond delay="400"/>
                                  </p:stCondLst>
                                  <p:childTnLst>
                                    <p:set>
                                      <p:cBhvr>
                                        <p:cTn id="46" dur="1" fill="hold">
                                          <p:stCondLst>
                                            <p:cond delay="0"/>
                                          </p:stCondLst>
                                        </p:cTn>
                                        <p:tgtEl>
                                          <p:spTgt spid="26"/>
                                        </p:tgtEl>
                                        <p:attrNameLst>
                                          <p:attrName>style.visibility</p:attrName>
                                        </p:attrNameLst>
                                      </p:cBhvr>
                                      <p:to>
                                        <p:strVal val="visible"/>
                                      </p:to>
                                    </p:set>
                                    <p:anim calcmode="lin" valueType="num">
                                      <p:cBhvr>
                                        <p:cTn id="47" dur="500" fill="hold"/>
                                        <p:tgtEl>
                                          <p:spTgt spid="26"/>
                                        </p:tgtEl>
                                        <p:attrNameLst>
                                          <p:attrName>ppt_w</p:attrName>
                                        </p:attrNameLst>
                                      </p:cBhvr>
                                      <p:tavLst>
                                        <p:tav tm="0">
                                          <p:val>
                                            <p:fltVal val="0"/>
                                          </p:val>
                                        </p:tav>
                                        <p:tav tm="100000">
                                          <p:val>
                                            <p:strVal val="#ppt_w"/>
                                          </p:val>
                                        </p:tav>
                                      </p:tavLst>
                                    </p:anim>
                                    <p:anim calcmode="lin" valueType="num">
                                      <p:cBhvr>
                                        <p:cTn id="48" dur="500" fill="hold"/>
                                        <p:tgtEl>
                                          <p:spTgt spid="26"/>
                                        </p:tgtEl>
                                        <p:attrNameLst>
                                          <p:attrName>ppt_h</p:attrName>
                                        </p:attrNameLst>
                                      </p:cBhvr>
                                      <p:tavLst>
                                        <p:tav tm="0">
                                          <p:val>
                                            <p:fltVal val="0"/>
                                          </p:val>
                                        </p:tav>
                                        <p:tav tm="100000">
                                          <p:val>
                                            <p:strVal val="#ppt_h"/>
                                          </p:val>
                                        </p:tav>
                                      </p:tavLst>
                                    </p:anim>
                                    <p:animEffect transition="in" filter="fade">
                                      <p:cBhvr>
                                        <p:cTn id="49" dur="500"/>
                                        <p:tgtEl>
                                          <p:spTgt spid="26"/>
                                        </p:tgtEl>
                                      </p:cBhvr>
                                    </p:animEffect>
                                  </p:childTnLst>
                                </p:cTn>
                              </p:par>
                              <p:par>
                                <p:cTn id="50" presetID="53" presetClass="entr" presetSubtype="16" fill="hold" grpId="0" nodeType="withEffect">
                                  <p:stCondLst>
                                    <p:cond delay="400"/>
                                  </p:stCondLst>
                                  <p:childTnLst>
                                    <p:set>
                                      <p:cBhvr>
                                        <p:cTn id="51" dur="1" fill="hold">
                                          <p:stCondLst>
                                            <p:cond delay="0"/>
                                          </p:stCondLst>
                                        </p:cTn>
                                        <p:tgtEl>
                                          <p:spTgt spid="29"/>
                                        </p:tgtEl>
                                        <p:attrNameLst>
                                          <p:attrName>style.visibility</p:attrName>
                                        </p:attrNameLst>
                                      </p:cBhvr>
                                      <p:to>
                                        <p:strVal val="visible"/>
                                      </p:to>
                                    </p:set>
                                    <p:anim calcmode="lin" valueType="num">
                                      <p:cBhvr>
                                        <p:cTn id="52" dur="500" fill="hold"/>
                                        <p:tgtEl>
                                          <p:spTgt spid="29"/>
                                        </p:tgtEl>
                                        <p:attrNameLst>
                                          <p:attrName>ppt_w</p:attrName>
                                        </p:attrNameLst>
                                      </p:cBhvr>
                                      <p:tavLst>
                                        <p:tav tm="0">
                                          <p:val>
                                            <p:fltVal val="0"/>
                                          </p:val>
                                        </p:tav>
                                        <p:tav tm="100000">
                                          <p:val>
                                            <p:strVal val="#ppt_w"/>
                                          </p:val>
                                        </p:tav>
                                      </p:tavLst>
                                    </p:anim>
                                    <p:anim calcmode="lin" valueType="num">
                                      <p:cBhvr>
                                        <p:cTn id="53" dur="500" fill="hold"/>
                                        <p:tgtEl>
                                          <p:spTgt spid="29"/>
                                        </p:tgtEl>
                                        <p:attrNameLst>
                                          <p:attrName>ppt_h</p:attrName>
                                        </p:attrNameLst>
                                      </p:cBhvr>
                                      <p:tavLst>
                                        <p:tav tm="0">
                                          <p:val>
                                            <p:fltVal val="0"/>
                                          </p:val>
                                        </p:tav>
                                        <p:tav tm="100000">
                                          <p:val>
                                            <p:strVal val="#ppt_h"/>
                                          </p:val>
                                        </p:tav>
                                      </p:tavLst>
                                    </p:anim>
                                    <p:animEffect transition="in" filter="fade">
                                      <p:cBhvr>
                                        <p:cTn id="54" dur="500"/>
                                        <p:tgtEl>
                                          <p:spTgt spid="29"/>
                                        </p:tgtEl>
                                      </p:cBhvr>
                                    </p:animEffect>
                                  </p:childTnLst>
                                </p:cTn>
                              </p:par>
                              <p:par>
                                <p:cTn id="55" presetID="53" presetClass="entr" presetSubtype="16" fill="hold" grpId="0" nodeType="withEffect">
                                  <p:stCondLst>
                                    <p:cond delay="200"/>
                                  </p:stCondLst>
                                  <p:childTnLst>
                                    <p:set>
                                      <p:cBhvr>
                                        <p:cTn id="56" dur="1" fill="hold">
                                          <p:stCondLst>
                                            <p:cond delay="0"/>
                                          </p:stCondLst>
                                        </p:cTn>
                                        <p:tgtEl>
                                          <p:spTgt spid="30"/>
                                        </p:tgtEl>
                                        <p:attrNameLst>
                                          <p:attrName>style.visibility</p:attrName>
                                        </p:attrNameLst>
                                      </p:cBhvr>
                                      <p:to>
                                        <p:strVal val="visible"/>
                                      </p:to>
                                    </p:set>
                                    <p:anim calcmode="lin" valueType="num">
                                      <p:cBhvr>
                                        <p:cTn id="57" dur="500" fill="hold"/>
                                        <p:tgtEl>
                                          <p:spTgt spid="30"/>
                                        </p:tgtEl>
                                        <p:attrNameLst>
                                          <p:attrName>ppt_w</p:attrName>
                                        </p:attrNameLst>
                                      </p:cBhvr>
                                      <p:tavLst>
                                        <p:tav tm="0">
                                          <p:val>
                                            <p:fltVal val="0"/>
                                          </p:val>
                                        </p:tav>
                                        <p:tav tm="100000">
                                          <p:val>
                                            <p:strVal val="#ppt_w"/>
                                          </p:val>
                                        </p:tav>
                                      </p:tavLst>
                                    </p:anim>
                                    <p:anim calcmode="lin" valueType="num">
                                      <p:cBhvr>
                                        <p:cTn id="58" dur="500" fill="hold"/>
                                        <p:tgtEl>
                                          <p:spTgt spid="30"/>
                                        </p:tgtEl>
                                        <p:attrNameLst>
                                          <p:attrName>ppt_h</p:attrName>
                                        </p:attrNameLst>
                                      </p:cBhvr>
                                      <p:tavLst>
                                        <p:tav tm="0">
                                          <p:val>
                                            <p:fltVal val="0"/>
                                          </p:val>
                                        </p:tav>
                                        <p:tav tm="100000">
                                          <p:val>
                                            <p:strVal val="#ppt_h"/>
                                          </p:val>
                                        </p:tav>
                                      </p:tavLst>
                                    </p:anim>
                                    <p:animEffect transition="in" filter="fade">
                                      <p:cBhvr>
                                        <p:cTn id="59" dur="500"/>
                                        <p:tgtEl>
                                          <p:spTgt spid="30"/>
                                        </p:tgtEl>
                                      </p:cBhvr>
                                    </p:animEffect>
                                  </p:childTnLst>
                                </p:cTn>
                              </p:par>
                              <p:par>
                                <p:cTn id="60" presetID="53" presetClass="entr" presetSubtype="16" fill="hold" nodeType="withEffect">
                                  <p:stCondLst>
                                    <p:cond delay="400"/>
                                  </p:stCondLst>
                                  <p:childTnLst>
                                    <p:set>
                                      <p:cBhvr>
                                        <p:cTn id="61" dur="1" fill="hold">
                                          <p:stCondLst>
                                            <p:cond delay="0"/>
                                          </p:stCondLst>
                                        </p:cTn>
                                        <p:tgtEl>
                                          <p:spTgt spid="31"/>
                                        </p:tgtEl>
                                        <p:attrNameLst>
                                          <p:attrName>style.visibility</p:attrName>
                                        </p:attrNameLst>
                                      </p:cBhvr>
                                      <p:to>
                                        <p:strVal val="visible"/>
                                      </p:to>
                                    </p:set>
                                    <p:anim calcmode="lin" valueType="num">
                                      <p:cBhvr>
                                        <p:cTn id="62" dur="500" fill="hold"/>
                                        <p:tgtEl>
                                          <p:spTgt spid="31"/>
                                        </p:tgtEl>
                                        <p:attrNameLst>
                                          <p:attrName>ppt_w</p:attrName>
                                        </p:attrNameLst>
                                      </p:cBhvr>
                                      <p:tavLst>
                                        <p:tav tm="0">
                                          <p:val>
                                            <p:fltVal val="0"/>
                                          </p:val>
                                        </p:tav>
                                        <p:tav tm="100000">
                                          <p:val>
                                            <p:strVal val="#ppt_w"/>
                                          </p:val>
                                        </p:tav>
                                      </p:tavLst>
                                    </p:anim>
                                    <p:anim calcmode="lin" valueType="num">
                                      <p:cBhvr>
                                        <p:cTn id="63" dur="500" fill="hold"/>
                                        <p:tgtEl>
                                          <p:spTgt spid="31"/>
                                        </p:tgtEl>
                                        <p:attrNameLst>
                                          <p:attrName>ppt_h</p:attrName>
                                        </p:attrNameLst>
                                      </p:cBhvr>
                                      <p:tavLst>
                                        <p:tav tm="0">
                                          <p:val>
                                            <p:fltVal val="0"/>
                                          </p:val>
                                        </p:tav>
                                        <p:tav tm="100000">
                                          <p:val>
                                            <p:strVal val="#ppt_h"/>
                                          </p:val>
                                        </p:tav>
                                      </p:tavLst>
                                    </p:anim>
                                    <p:animEffect transition="in" filter="fade">
                                      <p:cBhvr>
                                        <p:cTn id="64" dur="500"/>
                                        <p:tgtEl>
                                          <p:spTgt spid="31"/>
                                        </p:tgtEl>
                                      </p:cBhvr>
                                    </p:animEffect>
                                  </p:childTnLst>
                                </p:cTn>
                              </p:par>
                            </p:childTnLst>
                          </p:cTn>
                        </p:par>
                        <p:par>
                          <p:cTn id="65" fill="hold">
                            <p:stCondLst>
                              <p:cond delay="900"/>
                            </p:stCondLst>
                            <p:childTnLst>
                              <p:par>
                                <p:cTn id="66" presetID="10" presetClass="entr" presetSubtype="0" fill="hold" nodeType="after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24" grpId="0" animBg="1"/>
      <p:bldP spid="25" grpId="0" animBg="1"/>
      <p:bldP spid="29" grpId="0" animBg="1"/>
      <p:bldP spid="30"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ddd">
    <p:spTree>
      <p:nvGrpSpPr>
        <p:cNvPr id="1" name=""/>
        <p:cNvGrpSpPr/>
        <p:nvPr/>
      </p:nvGrpSpPr>
      <p:grpSpPr>
        <a:xfrm>
          <a:off x="0" y="0"/>
          <a:ext cx="0" cy="0"/>
          <a:chOff x="0" y="0"/>
          <a:chExt cx="0" cy="0"/>
        </a:xfrm>
      </p:grpSpPr>
      <p:sp>
        <p:nvSpPr>
          <p:cNvPr id="14" name="Shape 13"/>
          <p:cNvSpPr/>
          <p:nvPr userDrawn="1"/>
        </p:nvSpPr>
        <p:spPr>
          <a:xfrm>
            <a:off x="0" y="0"/>
            <a:ext cx="12192000" cy="4680520"/>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cxnSp>
        <p:nvCxnSpPr>
          <p:cNvPr id="16" name="Shape 14"/>
          <p:cNvCxnSpPr/>
          <p:nvPr userDrawn="1"/>
        </p:nvCxnSpPr>
        <p:spPr>
          <a:xfrm>
            <a:off x="0" y="4653136"/>
            <a:ext cx="12192000" cy="0"/>
          </a:xfrm>
          <a:prstGeom prst="straightConnector1">
            <a:avLst/>
          </a:prstGeom>
          <a:noFill/>
          <a:ln w="57150" cap="flat">
            <a:solidFill>
              <a:srgbClr val="000000">
                <a:alpha val="14901"/>
              </a:srgbClr>
            </a:solidFill>
            <a:prstDash val="solid"/>
            <a:round/>
            <a:headEnd type="none" w="med" len="med"/>
            <a:tailEnd type="none" w="med" len="med"/>
          </a:ln>
        </p:spPr>
      </p:cxnSp>
      <p:sp>
        <p:nvSpPr>
          <p:cNvPr id="17" name="Shape 10"/>
          <p:cNvSpPr txBox="1">
            <a:spLocks noGrp="1"/>
          </p:cNvSpPr>
          <p:nvPr>
            <p:ph type="ctrTitle"/>
          </p:nvPr>
        </p:nvSpPr>
        <p:spPr>
          <a:xfrm>
            <a:off x="3894928" y="2490375"/>
            <a:ext cx="7382672" cy="2198400"/>
          </a:xfrm>
          <a:prstGeom prst="rect">
            <a:avLst/>
          </a:prstGeom>
        </p:spPr>
        <p:txBody>
          <a:bodyPr lIns="91425" tIns="91425" rIns="91425" bIns="91425" anchor="b" anchorCtr="0"/>
          <a:lstStyle>
            <a:lvl1pPr>
              <a:spcBef>
                <a:spcPts val="0"/>
              </a:spcBef>
              <a:buSzPct val="100000"/>
              <a:defRPr sz="7200"/>
            </a:lvl1pPr>
            <a:lvl2pPr>
              <a:spcBef>
                <a:spcPts val="0"/>
              </a:spcBef>
              <a:buSzPct val="100000"/>
              <a:defRPr sz="7200"/>
            </a:lvl2pPr>
            <a:lvl3pPr>
              <a:spcBef>
                <a:spcPts val="0"/>
              </a:spcBef>
              <a:buSzPct val="100000"/>
              <a:defRPr sz="7200"/>
            </a:lvl3pPr>
            <a:lvl4pPr>
              <a:spcBef>
                <a:spcPts val="0"/>
              </a:spcBef>
              <a:buSzPct val="100000"/>
              <a:defRPr sz="7200"/>
            </a:lvl4pPr>
            <a:lvl5pPr>
              <a:spcBef>
                <a:spcPts val="0"/>
              </a:spcBef>
              <a:buSzPct val="100000"/>
              <a:defRPr sz="7200"/>
            </a:lvl5pPr>
            <a:lvl6pPr>
              <a:spcBef>
                <a:spcPts val="0"/>
              </a:spcBef>
              <a:buSzPct val="100000"/>
              <a:defRPr sz="7200"/>
            </a:lvl6pPr>
            <a:lvl7pPr>
              <a:spcBef>
                <a:spcPts val="0"/>
              </a:spcBef>
              <a:buSzPct val="100000"/>
              <a:defRPr sz="7200"/>
            </a:lvl7pPr>
            <a:lvl8pPr>
              <a:spcBef>
                <a:spcPts val="0"/>
              </a:spcBef>
              <a:buSzPct val="100000"/>
              <a:defRPr sz="7200"/>
            </a:lvl8pPr>
            <a:lvl9pPr>
              <a:spcBef>
                <a:spcPts val="0"/>
              </a:spcBef>
              <a:buSzPct val="100000"/>
              <a:defRPr sz="7200"/>
            </a:lvl9pPr>
          </a:lstStyle>
          <a:p>
            <a:endParaRPr dirty="0"/>
          </a:p>
        </p:txBody>
      </p:sp>
      <p:sp>
        <p:nvSpPr>
          <p:cNvPr id="19" name="Shape 11"/>
          <p:cNvSpPr txBox="1">
            <a:spLocks noGrp="1"/>
          </p:cNvSpPr>
          <p:nvPr>
            <p:ph type="subTitle" idx="1"/>
          </p:nvPr>
        </p:nvSpPr>
        <p:spPr>
          <a:xfrm>
            <a:off x="3894928" y="4836036"/>
            <a:ext cx="7382672" cy="1032599"/>
          </a:xfrm>
          <a:prstGeom prst="rect">
            <a:avLst/>
          </a:prstGeom>
        </p:spPr>
        <p:txBody>
          <a:bodyPr lIns="91425" tIns="91425" rIns="91425" bIns="91425" anchor="t" anchorCtr="0">
            <a:normAutofit/>
          </a:bodyPr>
          <a:lstStyle>
            <a:lvl1pPr>
              <a:spcBef>
                <a:spcPts val="0"/>
              </a:spcBef>
              <a:buClr>
                <a:schemeClr val="dk2"/>
              </a:buClr>
              <a:buNone/>
              <a:defRPr sz="2000">
                <a:solidFill>
                  <a:schemeClr val="dk2"/>
                </a:solidFill>
              </a:defRPr>
            </a:lvl1pPr>
            <a:lvl2pPr>
              <a:spcBef>
                <a:spcPts val="0"/>
              </a:spcBef>
              <a:buClr>
                <a:schemeClr val="dk2"/>
              </a:buClr>
              <a:buSzPct val="100000"/>
              <a:buNone/>
              <a:defRPr sz="3000">
                <a:solidFill>
                  <a:schemeClr val="dk2"/>
                </a:solidFill>
              </a:defRPr>
            </a:lvl2pPr>
            <a:lvl3pPr>
              <a:spcBef>
                <a:spcPts val="0"/>
              </a:spcBef>
              <a:buClr>
                <a:schemeClr val="dk2"/>
              </a:buClr>
              <a:buSzPct val="100000"/>
              <a:buNone/>
              <a:defRPr sz="3000">
                <a:solidFill>
                  <a:schemeClr val="dk2"/>
                </a:solidFill>
              </a:defRPr>
            </a:lvl3pPr>
            <a:lvl4pPr>
              <a:spcBef>
                <a:spcPts val="0"/>
              </a:spcBef>
              <a:buClr>
                <a:schemeClr val="dk2"/>
              </a:buClr>
              <a:buSzPct val="100000"/>
              <a:buNone/>
              <a:defRPr sz="3000">
                <a:solidFill>
                  <a:schemeClr val="dk2"/>
                </a:solidFill>
              </a:defRPr>
            </a:lvl4pPr>
            <a:lvl5pPr>
              <a:spcBef>
                <a:spcPts val="0"/>
              </a:spcBef>
              <a:buClr>
                <a:schemeClr val="dk2"/>
              </a:buClr>
              <a:buSzPct val="100000"/>
              <a:buNone/>
              <a:defRPr sz="3000">
                <a:solidFill>
                  <a:schemeClr val="dk2"/>
                </a:solidFill>
              </a:defRPr>
            </a:lvl5pPr>
            <a:lvl6pPr>
              <a:spcBef>
                <a:spcPts val="0"/>
              </a:spcBef>
              <a:buClr>
                <a:schemeClr val="dk2"/>
              </a:buClr>
              <a:buSzPct val="100000"/>
              <a:buNone/>
              <a:defRPr sz="3000">
                <a:solidFill>
                  <a:schemeClr val="dk2"/>
                </a:solidFill>
              </a:defRPr>
            </a:lvl6pPr>
            <a:lvl7pPr>
              <a:spcBef>
                <a:spcPts val="0"/>
              </a:spcBef>
              <a:buClr>
                <a:schemeClr val="dk2"/>
              </a:buClr>
              <a:buSzPct val="100000"/>
              <a:buNone/>
              <a:defRPr sz="3000">
                <a:solidFill>
                  <a:schemeClr val="dk2"/>
                </a:solidFill>
              </a:defRPr>
            </a:lvl7pPr>
            <a:lvl8pPr>
              <a:spcBef>
                <a:spcPts val="0"/>
              </a:spcBef>
              <a:buClr>
                <a:schemeClr val="dk2"/>
              </a:buClr>
              <a:buSzPct val="100000"/>
              <a:buNone/>
              <a:defRPr sz="3000">
                <a:solidFill>
                  <a:schemeClr val="dk2"/>
                </a:solidFill>
              </a:defRPr>
            </a:lvl8pPr>
            <a:lvl9pPr>
              <a:spcBef>
                <a:spcPts val="0"/>
              </a:spcBef>
              <a:buClr>
                <a:schemeClr val="dk2"/>
              </a:buClr>
              <a:buSzPct val="100000"/>
              <a:buNone/>
              <a:defRPr sz="3000">
                <a:solidFill>
                  <a:schemeClr val="dk2"/>
                </a:solidFill>
              </a:defRPr>
            </a:lvl9pPr>
          </a:lstStyle>
          <a:p>
            <a:pPr marL="0" marR="0" lvl="0" indent="0" defTabSz="914400" eaLnBrk="1" fontAlgn="auto" latinLnBrk="0" hangingPunct="1">
              <a:lnSpc>
                <a:spcPct val="100000"/>
              </a:lnSpc>
              <a:spcBef>
                <a:spcPts val="0"/>
              </a:spcBef>
              <a:spcAft>
                <a:spcPts val="0"/>
              </a:spcAft>
              <a:buClr>
                <a:srgbClr val="2388DB"/>
              </a:buClr>
              <a:buSzTx/>
              <a:buFontTx/>
              <a:buNone/>
              <a:defRPr/>
            </a:pPr>
            <a:endParaRPr kumimoji="0" sz="1800" b="0" i="0" u="none" strike="noStrike" kern="0" cap="none" spc="0" normalizeH="0" baseline="0" noProof="0" dirty="0">
              <a:ln>
                <a:noFill/>
              </a:ln>
              <a:solidFill>
                <a:srgbClr val="2388DB"/>
              </a:solidFill>
              <a:effectLst/>
              <a:uLnTx/>
              <a:uFillTx/>
            </a:endParaRPr>
          </a:p>
        </p:txBody>
      </p:sp>
      <p:grpSp>
        <p:nvGrpSpPr>
          <p:cNvPr id="6" name="组合 5"/>
          <p:cNvGrpSpPr/>
          <p:nvPr userDrawn="1"/>
        </p:nvGrpSpPr>
        <p:grpSpPr>
          <a:xfrm>
            <a:off x="1199456" y="1268760"/>
            <a:ext cx="976857" cy="976857"/>
            <a:chOff x="304800" y="673100"/>
            <a:chExt cx="4000500" cy="4000500"/>
          </a:xfrm>
          <a:effectLst>
            <a:outerShdw blurRad="444500" dist="254000" dir="8100000" algn="tr" rotWithShape="0">
              <a:prstClr val="black">
                <a:alpha val="50000"/>
              </a:prstClr>
            </a:outerShdw>
          </a:effectLst>
        </p:grpSpPr>
        <p:sp>
          <p:nvSpPr>
            <p:cNvPr id="7" name="同心圆 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椭圆 7"/>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椭圆 8"/>
          <p:cNvSpPr/>
          <p:nvPr userDrawn="1"/>
        </p:nvSpPr>
        <p:spPr>
          <a:xfrm>
            <a:off x="784766" y="2198934"/>
            <a:ext cx="727041" cy="727041"/>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0" name="椭圆 9"/>
          <p:cNvSpPr/>
          <p:nvPr userDrawn="1"/>
        </p:nvSpPr>
        <p:spPr>
          <a:xfrm>
            <a:off x="2626189" y="2227954"/>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11" name="组合 10"/>
          <p:cNvGrpSpPr/>
          <p:nvPr userDrawn="1"/>
        </p:nvGrpSpPr>
        <p:grpSpPr>
          <a:xfrm>
            <a:off x="2354788" y="1740961"/>
            <a:ext cx="623903" cy="623903"/>
            <a:chOff x="304800" y="673100"/>
            <a:chExt cx="4000500" cy="4000500"/>
          </a:xfrm>
          <a:effectLst>
            <a:outerShdw blurRad="317500" dist="190500" dir="8100000" algn="tr" rotWithShape="0">
              <a:prstClr val="black">
                <a:alpha val="50000"/>
              </a:prstClr>
            </a:outerShdw>
          </a:effectLst>
        </p:grpSpPr>
        <p:sp>
          <p:nvSpPr>
            <p:cNvPr id="12" name="同心圆 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椭圆 1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userDrawn="1"/>
        </p:nvGrpSpPr>
        <p:grpSpPr>
          <a:xfrm>
            <a:off x="473432" y="3406403"/>
            <a:ext cx="219777" cy="219777"/>
            <a:chOff x="304800" y="673100"/>
            <a:chExt cx="4000500" cy="4000500"/>
          </a:xfrm>
          <a:effectLst>
            <a:outerShdw blurRad="381000" dist="152400" dir="8100000" algn="tr" rotWithShape="0">
              <a:prstClr val="black">
                <a:alpha val="70000"/>
              </a:prstClr>
            </a:outerShdw>
          </a:effectLst>
        </p:grpSpPr>
        <p:sp>
          <p:nvSpPr>
            <p:cNvPr id="18" name="同心圆 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椭圆 19"/>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userDrawn="1"/>
        </p:nvGrpSpPr>
        <p:grpSpPr>
          <a:xfrm>
            <a:off x="198081" y="1830045"/>
            <a:ext cx="287919" cy="287919"/>
            <a:chOff x="304800" y="673100"/>
            <a:chExt cx="4000500" cy="4000500"/>
          </a:xfrm>
          <a:effectLst>
            <a:outerShdw blurRad="381000" dist="152400" dir="8100000" algn="tr" rotWithShape="0">
              <a:prstClr val="black">
                <a:alpha val="70000"/>
              </a:prstClr>
            </a:outerShdw>
          </a:effectLst>
        </p:grpSpPr>
        <p:sp>
          <p:nvSpPr>
            <p:cNvPr id="22" name="同心圆 1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椭圆 22"/>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椭圆 23"/>
          <p:cNvSpPr/>
          <p:nvPr userDrawn="1"/>
        </p:nvSpPr>
        <p:spPr>
          <a:xfrm>
            <a:off x="3066715" y="1740961"/>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5" name="椭圆 24"/>
          <p:cNvSpPr/>
          <p:nvPr userDrawn="1"/>
        </p:nvSpPr>
        <p:spPr>
          <a:xfrm>
            <a:off x="3285708" y="3431530"/>
            <a:ext cx="137389" cy="13738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26" name="组合 25"/>
          <p:cNvGrpSpPr/>
          <p:nvPr userDrawn="1"/>
        </p:nvGrpSpPr>
        <p:grpSpPr>
          <a:xfrm>
            <a:off x="1670698" y="2400123"/>
            <a:ext cx="638246" cy="638246"/>
            <a:chOff x="304800" y="673100"/>
            <a:chExt cx="4000500" cy="4000500"/>
          </a:xfrm>
          <a:effectLst>
            <a:outerShdw blurRad="317500" dist="190500" dir="8100000" algn="tr" rotWithShape="0">
              <a:prstClr val="black">
                <a:alpha val="50000"/>
              </a:prstClr>
            </a:outerShdw>
          </a:effectLst>
        </p:grpSpPr>
        <p:sp>
          <p:nvSpPr>
            <p:cNvPr id="27" name="同心圆 19"/>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椭圆 27"/>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椭圆 28"/>
          <p:cNvSpPr/>
          <p:nvPr userDrawn="1"/>
        </p:nvSpPr>
        <p:spPr>
          <a:xfrm>
            <a:off x="1280239" y="554168"/>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30" name="椭圆 29"/>
          <p:cNvSpPr/>
          <p:nvPr userDrawn="1"/>
        </p:nvSpPr>
        <p:spPr>
          <a:xfrm>
            <a:off x="1989821" y="2417032"/>
            <a:ext cx="137389" cy="13738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31" name="组合 30"/>
          <p:cNvGrpSpPr/>
          <p:nvPr userDrawn="1"/>
        </p:nvGrpSpPr>
        <p:grpSpPr>
          <a:xfrm>
            <a:off x="864559" y="947680"/>
            <a:ext cx="1958738" cy="1958738"/>
            <a:chOff x="304800" y="673100"/>
            <a:chExt cx="4000500" cy="4000500"/>
          </a:xfrm>
          <a:effectLst>
            <a:outerShdw blurRad="444500" dist="254000" dir="8100000" algn="tr" rotWithShape="0">
              <a:prstClr val="black">
                <a:alpha val="50000"/>
              </a:prstClr>
            </a:outerShdw>
          </a:effectLst>
        </p:grpSpPr>
        <p:sp>
          <p:nvSpPr>
            <p:cNvPr id="32" name="同心圆 2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椭圆 3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40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40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par>
                                <p:cTn id="20" presetID="53" presetClass="entr" presetSubtype="16"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par>
                                <p:cTn id="25" presetID="53" presetClass="entr" presetSubtype="16" fill="hold" nodeType="withEffect">
                                  <p:stCondLst>
                                    <p:cond delay="400"/>
                                  </p:stCondLst>
                                  <p:childTnLst>
                                    <p:set>
                                      <p:cBhvr>
                                        <p:cTn id="26" dur="1" fill="hold">
                                          <p:stCondLst>
                                            <p:cond delay="0"/>
                                          </p:stCondLst>
                                        </p:cTn>
                                        <p:tgtEl>
                                          <p:spTgt spid="15"/>
                                        </p:tgtEl>
                                        <p:attrNameLst>
                                          <p:attrName>style.visibility</p:attrName>
                                        </p:attrNameLst>
                                      </p:cBhvr>
                                      <p:to>
                                        <p:strVal val="visible"/>
                                      </p:to>
                                    </p:set>
                                    <p:anim calcmode="lin" valueType="num">
                                      <p:cBhvr>
                                        <p:cTn id="27" dur="500" fill="hold"/>
                                        <p:tgtEl>
                                          <p:spTgt spid="15"/>
                                        </p:tgtEl>
                                        <p:attrNameLst>
                                          <p:attrName>ppt_w</p:attrName>
                                        </p:attrNameLst>
                                      </p:cBhvr>
                                      <p:tavLst>
                                        <p:tav tm="0">
                                          <p:val>
                                            <p:fltVal val="0"/>
                                          </p:val>
                                        </p:tav>
                                        <p:tav tm="100000">
                                          <p:val>
                                            <p:strVal val="#ppt_w"/>
                                          </p:val>
                                        </p:tav>
                                      </p:tavLst>
                                    </p:anim>
                                    <p:anim calcmode="lin" valueType="num">
                                      <p:cBhvr>
                                        <p:cTn id="28" dur="500" fill="hold"/>
                                        <p:tgtEl>
                                          <p:spTgt spid="15"/>
                                        </p:tgtEl>
                                        <p:attrNameLst>
                                          <p:attrName>ppt_h</p:attrName>
                                        </p:attrNameLst>
                                      </p:cBhvr>
                                      <p:tavLst>
                                        <p:tav tm="0">
                                          <p:val>
                                            <p:fltVal val="0"/>
                                          </p:val>
                                        </p:tav>
                                        <p:tav tm="100000">
                                          <p:val>
                                            <p:strVal val="#ppt_h"/>
                                          </p:val>
                                        </p:tav>
                                      </p:tavLst>
                                    </p:anim>
                                    <p:animEffect transition="in" filter="fade">
                                      <p:cBhvr>
                                        <p:cTn id="29" dur="500"/>
                                        <p:tgtEl>
                                          <p:spTgt spid="15"/>
                                        </p:tgtEl>
                                      </p:cBhvr>
                                    </p:animEffect>
                                  </p:childTnLst>
                                </p:cTn>
                              </p:par>
                              <p:par>
                                <p:cTn id="30" presetID="53" presetClass="entr" presetSubtype="16" fill="hold" nodeType="withEffect">
                                  <p:stCondLst>
                                    <p:cond delay="200"/>
                                  </p:stCondLst>
                                  <p:childTnLst>
                                    <p:set>
                                      <p:cBhvr>
                                        <p:cTn id="31" dur="1" fill="hold">
                                          <p:stCondLst>
                                            <p:cond delay="0"/>
                                          </p:stCondLst>
                                        </p:cTn>
                                        <p:tgtEl>
                                          <p:spTgt spid="21"/>
                                        </p:tgtEl>
                                        <p:attrNameLst>
                                          <p:attrName>style.visibility</p:attrName>
                                        </p:attrNameLst>
                                      </p:cBhvr>
                                      <p:to>
                                        <p:strVal val="visible"/>
                                      </p:to>
                                    </p:set>
                                    <p:anim calcmode="lin" valueType="num">
                                      <p:cBhvr>
                                        <p:cTn id="32" dur="500" fill="hold"/>
                                        <p:tgtEl>
                                          <p:spTgt spid="21"/>
                                        </p:tgtEl>
                                        <p:attrNameLst>
                                          <p:attrName>ppt_w</p:attrName>
                                        </p:attrNameLst>
                                      </p:cBhvr>
                                      <p:tavLst>
                                        <p:tav tm="0">
                                          <p:val>
                                            <p:fltVal val="0"/>
                                          </p:val>
                                        </p:tav>
                                        <p:tav tm="100000">
                                          <p:val>
                                            <p:strVal val="#ppt_w"/>
                                          </p:val>
                                        </p:tav>
                                      </p:tavLst>
                                    </p:anim>
                                    <p:anim calcmode="lin" valueType="num">
                                      <p:cBhvr>
                                        <p:cTn id="33" dur="500" fill="hold"/>
                                        <p:tgtEl>
                                          <p:spTgt spid="21"/>
                                        </p:tgtEl>
                                        <p:attrNameLst>
                                          <p:attrName>ppt_h</p:attrName>
                                        </p:attrNameLst>
                                      </p:cBhvr>
                                      <p:tavLst>
                                        <p:tav tm="0">
                                          <p:val>
                                            <p:fltVal val="0"/>
                                          </p:val>
                                        </p:tav>
                                        <p:tav tm="100000">
                                          <p:val>
                                            <p:strVal val="#ppt_h"/>
                                          </p:val>
                                        </p:tav>
                                      </p:tavLst>
                                    </p:anim>
                                    <p:animEffect transition="in" filter="fade">
                                      <p:cBhvr>
                                        <p:cTn id="34" dur="500"/>
                                        <p:tgtEl>
                                          <p:spTgt spid="21"/>
                                        </p:tgtEl>
                                      </p:cBhvr>
                                    </p:animEffect>
                                  </p:childTnLst>
                                </p:cTn>
                              </p:par>
                              <p:par>
                                <p:cTn id="35" presetID="53" presetClass="entr" presetSubtype="16" fill="hold" grpId="0" nodeType="withEffect">
                                  <p:stCondLst>
                                    <p:cond delay="200"/>
                                  </p:stCondLst>
                                  <p:childTnLst>
                                    <p:set>
                                      <p:cBhvr>
                                        <p:cTn id="36" dur="1" fill="hold">
                                          <p:stCondLst>
                                            <p:cond delay="0"/>
                                          </p:stCondLst>
                                        </p:cTn>
                                        <p:tgtEl>
                                          <p:spTgt spid="24"/>
                                        </p:tgtEl>
                                        <p:attrNameLst>
                                          <p:attrName>style.visibility</p:attrName>
                                        </p:attrNameLst>
                                      </p:cBhvr>
                                      <p:to>
                                        <p:strVal val="visible"/>
                                      </p:to>
                                    </p:set>
                                    <p:anim calcmode="lin" valueType="num">
                                      <p:cBhvr>
                                        <p:cTn id="37" dur="500" fill="hold"/>
                                        <p:tgtEl>
                                          <p:spTgt spid="24"/>
                                        </p:tgtEl>
                                        <p:attrNameLst>
                                          <p:attrName>ppt_w</p:attrName>
                                        </p:attrNameLst>
                                      </p:cBhvr>
                                      <p:tavLst>
                                        <p:tav tm="0">
                                          <p:val>
                                            <p:fltVal val="0"/>
                                          </p:val>
                                        </p:tav>
                                        <p:tav tm="100000">
                                          <p:val>
                                            <p:strVal val="#ppt_w"/>
                                          </p:val>
                                        </p:tav>
                                      </p:tavLst>
                                    </p:anim>
                                    <p:anim calcmode="lin" valueType="num">
                                      <p:cBhvr>
                                        <p:cTn id="38" dur="500" fill="hold"/>
                                        <p:tgtEl>
                                          <p:spTgt spid="24"/>
                                        </p:tgtEl>
                                        <p:attrNameLst>
                                          <p:attrName>ppt_h</p:attrName>
                                        </p:attrNameLst>
                                      </p:cBhvr>
                                      <p:tavLst>
                                        <p:tav tm="0">
                                          <p:val>
                                            <p:fltVal val="0"/>
                                          </p:val>
                                        </p:tav>
                                        <p:tav tm="100000">
                                          <p:val>
                                            <p:strVal val="#ppt_h"/>
                                          </p:val>
                                        </p:tav>
                                      </p:tavLst>
                                    </p:anim>
                                    <p:animEffect transition="in" filter="fade">
                                      <p:cBhvr>
                                        <p:cTn id="39" dur="500"/>
                                        <p:tgtEl>
                                          <p:spTgt spid="24"/>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500" fill="hold"/>
                                        <p:tgtEl>
                                          <p:spTgt spid="25"/>
                                        </p:tgtEl>
                                        <p:attrNameLst>
                                          <p:attrName>ppt_w</p:attrName>
                                        </p:attrNameLst>
                                      </p:cBhvr>
                                      <p:tavLst>
                                        <p:tav tm="0">
                                          <p:val>
                                            <p:fltVal val="0"/>
                                          </p:val>
                                        </p:tav>
                                        <p:tav tm="100000">
                                          <p:val>
                                            <p:strVal val="#ppt_w"/>
                                          </p:val>
                                        </p:tav>
                                      </p:tavLst>
                                    </p:anim>
                                    <p:anim calcmode="lin" valueType="num">
                                      <p:cBhvr>
                                        <p:cTn id="43" dur="500" fill="hold"/>
                                        <p:tgtEl>
                                          <p:spTgt spid="25"/>
                                        </p:tgtEl>
                                        <p:attrNameLst>
                                          <p:attrName>ppt_h</p:attrName>
                                        </p:attrNameLst>
                                      </p:cBhvr>
                                      <p:tavLst>
                                        <p:tav tm="0">
                                          <p:val>
                                            <p:fltVal val="0"/>
                                          </p:val>
                                        </p:tav>
                                        <p:tav tm="100000">
                                          <p:val>
                                            <p:strVal val="#ppt_h"/>
                                          </p:val>
                                        </p:tav>
                                      </p:tavLst>
                                    </p:anim>
                                    <p:animEffect transition="in" filter="fade">
                                      <p:cBhvr>
                                        <p:cTn id="44" dur="500"/>
                                        <p:tgtEl>
                                          <p:spTgt spid="25"/>
                                        </p:tgtEl>
                                      </p:cBhvr>
                                    </p:animEffect>
                                  </p:childTnLst>
                                </p:cTn>
                              </p:par>
                              <p:par>
                                <p:cTn id="45" presetID="53" presetClass="entr" presetSubtype="16" fill="hold" nodeType="withEffect">
                                  <p:stCondLst>
                                    <p:cond delay="400"/>
                                  </p:stCondLst>
                                  <p:childTnLst>
                                    <p:set>
                                      <p:cBhvr>
                                        <p:cTn id="46" dur="1" fill="hold">
                                          <p:stCondLst>
                                            <p:cond delay="0"/>
                                          </p:stCondLst>
                                        </p:cTn>
                                        <p:tgtEl>
                                          <p:spTgt spid="26"/>
                                        </p:tgtEl>
                                        <p:attrNameLst>
                                          <p:attrName>style.visibility</p:attrName>
                                        </p:attrNameLst>
                                      </p:cBhvr>
                                      <p:to>
                                        <p:strVal val="visible"/>
                                      </p:to>
                                    </p:set>
                                    <p:anim calcmode="lin" valueType="num">
                                      <p:cBhvr>
                                        <p:cTn id="47" dur="500" fill="hold"/>
                                        <p:tgtEl>
                                          <p:spTgt spid="26"/>
                                        </p:tgtEl>
                                        <p:attrNameLst>
                                          <p:attrName>ppt_w</p:attrName>
                                        </p:attrNameLst>
                                      </p:cBhvr>
                                      <p:tavLst>
                                        <p:tav tm="0">
                                          <p:val>
                                            <p:fltVal val="0"/>
                                          </p:val>
                                        </p:tav>
                                        <p:tav tm="100000">
                                          <p:val>
                                            <p:strVal val="#ppt_w"/>
                                          </p:val>
                                        </p:tav>
                                      </p:tavLst>
                                    </p:anim>
                                    <p:anim calcmode="lin" valueType="num">
                                      <p:cBhvr>
                                        <p:cTn id="48" dur="500" fill="hold"/>
                                        <p:tgtEl>
                                          <p:spTgt spid="26"/>
                                        </p:tgtEl>
                                        <p:attrNameLst>
                                          <p:attrName>ppt_h</p:attrName>
                                        </p:attrNameLst>
                                      </p:cBhvr>
                                      <p:tavLst>
                                        <p:tav tm="0">
                                          <p:val>
                                            <p:fltVal val="0"/>
                                          </p:val>
                                        </p:tav>
                                        <p:tav tm="100000">
                                          <p:val>
                                            <p:strVal val="#ppt_h"/>
                                          </p:val>
                                        </p:tav>
                                      </p:tavLst>
                                    </p:anim>
                                    <p:animEffect transition="in" filter="fade">
                                      <p:cBhvr>
                                        <p:cTn id="49" dur="500"/>
                                        <p:tgtEl>
                                          <p:spTgt spid="26"/>
                                        </p:tgtEl>
                                      </p:cBhvr>
                                    </p:animEffect>
                                  </p:childTnLst>
                                </p:cTn>
                              </p:par>
                              <p:par>
                                <p:cTn id="50" presetID="53" presetClass="entr" presetSubtype="16" fill="hold" grpId="0" nodeType="withEffect">
                                  <p:stCondLst>
                                    <p:cond delay="400"/>
                                  </p:stCondLst>
                                  <p:childTnLst>
                                    <p:set>
                                      <p:cBhvr>
                                        <p:cTn id="51" dur="1" fill="hold">
                                          <p:stCondLst>
                                            <p:cond delay="0"/>
                                          </p:stCondLst>
                                        </p:cTn>
                                        <p:tgtEl>
                                          <p:spTgt spid="29"/>
                                        </p:tgtEl>
                                        <p:attrNameLst>
                                          <p:attrName>style.visibility</p:attrName>
                                        </p:attrNameLst>
                                      </p:cBhvr>
                                      <p:to>
                                        <p:strVal val="visible"/>
                                      </p:to>
                                    </p:set>
                                    <p:anim calcmode="lin" valueType="num">
                                      <p:cBhvr>
                                        <p:cTn id="52" dur="500" fill="hold"/>
                                        <p:tgtEl>
                                          <p:spTgt spid="29"/>
                                        </p:tgtEl>
                                        <p:attrNameLst>
                                          <p:attrName>ppt_w</p:attrName>
                                        </p:attrNameLst>
                                      </p:cBhvr>
                                      <p:tavLst>
                                        <p:tav tm="0">
                                          <p:val>
                                            <p:fltVal val="0"/>
                                          </p:val>
                                        </p:tav>
                                        <p:tav tm="100000">
                                          <p:val>
                                            <p:strVal val="#ppt_w"/>
                                          </p:val>
                                        </p:tav>
                                      </p:tavLst>
                                    </p:anim>
                                    <p:anim calcmode="lin" valueType="num">
                                      <p:cBhvr>
                                        <p:cTn id="53" dur="500" fill="hold"/>
                                        <p:tgtEl>
                                          <p:spTgt spid="29"/>
                                        </p:tgtEl>
                                        <p:attrNameLst>
                                          <p:attrName>ppt_h</p:attrName>
                                        </p:attrNameLst>
                                      </p:cBhvr>
                                      <p:tavLst>
                                        <p:tav tm="0">
                                          <p:val>
                                            <p:fltVal val="0"/>
                                          </p:val>
                                        </p:tav>
                                        <p:tav tm="100000">
                                          <p:val>
                                            <p:strVal val="#ppt_h"/>
                                          </p:val>
                                        </p:tav>
                                      </p:tavLst>
                                    </p:anim>
                                    <p:animEffect transition="in" filter="fade">
                                      <p:cBhvr>
                                        <p:cTn id="54" dur="500"/>
                                        <p:tgtEl>
                                          <p:spTgt spid="29"/>
                                        </p:tgtEl>
                                      </p:cBhvr>
                                    </p:animEffect>
                                  </p:childTnLst>
                                </p:cTn>
                              </p:par>
                              <p:par>
                                <p:cTn id="55" presetID="53" presetClass="entr" presetSubtype="16" fill="hold" grpId="0" nodeType="withEffect">
                                  <p:stCondLst>
                                    <p:cond delay="200"/>
                                  </p:stCondLst>
                                  <p:childTnLst>
                                    <p:set>
                                      <p:cBhvr>
                                        <p:cTn id="56" dur="1" fill="hold">
                                          <p:stCondLst>
                                            <p:cond delay="0"/>
                                          </p:stCondLst>
                                        </p:cTn>
                                        <p:tgtEl>
                                          <p:spTgt spid="30"/>
                                        </p:tgtEl>
                                        <p:attrNameLst>
                                          <p:attrName>style.visibility</p:attrName>
                                        </p:attrNameLst>
                                      </p:cBhvr>
                                      <p:to>
                                        <p:strVal val="visible"/>
                                      </p:to>
                                    </p:set>
                                    <p:anim calcmode="lin" valueType="num">
                                      <p:cBhvr>
                                        <p:cTn id="57" dur="500" fill="hold"/>
                                        <p:tgtEl>
                                          <p:spTgt spid="30"/>
                                        </p:tgtEl>
                                        <p:attrNameLst>
                                          <p:attrName>ppt_w</p:attrName>
                                        </p:attrNameLst>
                                      </p:cBhvr>
                                      <p:tavLst>
                                        <p:tav tm="0">
                                          <p:val>
                                            <p:fltVal val="0"/>
                                          </p:val>
                                        </p:tav>
                                        <p:tav tm="100000">
                                          <p:val>
                                            <p:strVal val="#ppt_w"/>
                                          </p:val>
                                        </p:tav>
                                      </p:tavLst>
                                    </p:anim>
                                    <p:anim calcmode="lin" valueType="num">
                                      <p:cBhvr>
                                        <p:cTn id="58" dur="500" fill="hold"/>
                                        <p:tgtEl>
                                          <p:spTgt spid="30"/>
                                        </p:tgtEl>
                                        <p:attrNameLst>
                                          <p:attrName>ppt_h</p:attrName>
                                        </p:attrNameLst>
                                      </p:cBhvr>
                                      <p:tavLst>
                                        <p:tav tm="0">
                                          <p:val>
                                            <p:fltVal val="0"/>
                                          </p:val>
                                        </p:tav>
                                        <p:tav tm="100000">
                                          <p:val>
                                            <p:strVal val="#ppt_h"/>
                                          </p:val>
                                        </p:tav>
                                      </p:tavLst>
                                    </p:anim>
                                    <p:animEffect transition="in" filter="fade">
                                      <p:cBhvr>
                                        <p:cTn id="59" dur="500"/>
                                        <p:tgtEl>
                                          <p:spTgt spid="30"/>
                                        </p:tgtEl>
                                      </p:cBhvr>
                                    </p:animEffect>
                                  </p:childTnLst>
                                </p:cTn>
                              </p:par>
                              <p:par>
                                <p:cTn id="60" presetID="53" presetClass="entr" presetSubtype="16" fill="hold" nodeType="withEffect">
                                  <p:stCondLst>
                                    <p:cond delay="400"/>
                                  </p:stCondLst>
                                  <p:childTnLst>
                                    <p:set>
                                      <p:cBhvr>
                                        <p:cTn id="61" dur="1" fill="hold">
                                          <p:stCondLst>
                                            <p:cond delay="0"/>
                                          </p:stCondLst>
                                        </p:cTn>
                                        <p:tgtEl>
                                          <p:spTgt spid="31"/>
                                        </p:tgtEl>
                                        <p:attrNameLst>
                                          <p:attrName>style.visibility</p:attrName>
                                        </p:attrNameLst>
                                      </p:cBhvr>
                                      <p:to>
                                        <p:strVal val="visible"/>
                                      </p:to>
                                    </p:set>
                                    <p:anim calcmode="lin" valueType="num">
                                      <p:cBhvr>
                                        <p:cTn id="62" dur="500" fill="hold"/>
                                        <p:tgtEl>
                                          <p:spTgt spid="31"/>
                                        </p:tgtEl>
                                        <p:attrNameLst>
                                          <p:attrName>ppt_w</p:attrName>
                                        </p:attrNameLst>
                                      </p:cBhvr>
                                      <p:tavLst>
                                        <p:tav tm="0">
                                          <p:val>
                                            <p:fltVal val="0"/>
                                          </p:val>
                                        </p:tav>
                                        <p:tav tm="100000">
                                          <p:val>
                                            <p:strVal val="#ppt_w"/>
                                          </p:val>
                                        </p:tav>
                                      </p:tavLst>
                                    </p:anim>
                                    <p:anim calcmode="lin" valueType="num">
                                      <p:cBhvr>
                                        <p:cTn id="63" dur="500" fill="hold"/>
                                        <p:tgtEl>
                                          <p:spTgt spid="31"/>
                                        </p:tgtEl>
                                        <p:attrNameLst>
                                          <p:attrName>ppt_h</p:attrName>
                                        </p:attrNameLst>
                                      </p:cBhvr>
                                      <p:tavLst>
                                        <p:tav tm="0">
                                          <p:val>
                                            <p:fltVal val="0"/>
                                          </p:val>
                                        </p:tav>
                                        <p:tav tm="100000">
                                          <p:val>
                                            <p:strVal val="#ppt_h"/>
                                          </p:val>
                                        </p:tav>
                                      </p:tavLst>
                                    </p:anim>
                                    <p:animEffect transition="in" filter="fade">
                                      <p:cBhvr>
                                        <p:cTn id="6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24" grpId="0" animBg="1"/>
      <p:bldP spid="25" grpId="0" animBg="1"/>
      <p:bldP spid="29" grpId="0" animBg="1"/>
      <p:bldP spid="30"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Shape 13"/>
          <p:cNvSpPr/>
          <p:nvPr userDrawn="1"/>
        </p:nvSpPr>
        <p:spPr>
          <a:xfrm>
            <a:off x="0" y="1"/>
            <a:ext cx="12192000" cy="1239754"/>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sp>
        <p:nvSpPr>
          <p:cNvPr id="2" name="Title 1"/>
          <p:cNvSpPr>
            <a:spLocks noGrp="1"/>
          </p:cNvSpPr>
          <p:nvPr>
            <p:ph type="title"/>
          </p:nvPr>
        </p:nvSpPr>
        <p:spPr/>
        <p:txBody>
          <a:bodyPr/>
          <a:lstStyle/>
          <a:p>
            <a:r>
              <a:rPr lang="en-US" altLang="zh-CN" dirty="0"/>
              <a:t>Click to edit Master title style</a:t>
            </a:r>
            <a:endParaRPr lang="zh-CN" altLang="en-US" dirty="0"/>
          </a:p>
        </p:txBody>
      </p:sp>
      <p:sp>
        <p:nvSpPr>
          <p:cNvPr id="3" name="Content Placeholder 2"/>
          <p:cNvSpPr>
            <a:spLocks noGrp="1"/>
          </p:cNvSpPr>
          <p:nvPr>
            <p:ph idx="1"/>
          </p:nvPr>
        </p:nvSpPr>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cxnSp>
        <p:nvCxnSpPr>
          <p:cNvPr id="8" name="Shape 14"/>
          <p:cNvCxnSpPr/>
          <p:nvPr userDrawn="1"/>
        </p:nvCxnSpPr>
        <p:spPr>
          <a:xfrm>
            <a:off x="0" y="1230660"/>
            <a:ext cx="12192000" cy="0"/>
          </a:xfrm>
          <a:prstGeom prst="straightConnector1">
            <a:avLst/>
          </a:prstGeom>
          <a:noFill/>
          <a:ln w="57150" cap="flat">
            <a:solidFill>
              <a:srgbClr val="000000">
                <a:alpha val="14901"/>
              </a:srgbClr>
            </a:solidFill>
            <a:prstDash val="solid"/>
            <a:round/>
            <a:headEnd type="none" w="med" len="med"/>
            <a:tailEnd type="none" w="med" len="med"/>
          </a:ln>
        </p:spPr>
      </p:cxnSp>
      <p:pic>
        <p:nvPicPr>
          <p:cNvPr id="9" name="图片 8"/>
          <p:cNvPicPr>
            <a:picLocks noChangeAspect="1"/>
          </p:cNvPicPr>
          <p:nvPr userDrawn="1"/>
        </p:nvPicPr>
        <p:blipFill>
          <a:blip r:embed="rId2"/>
          <a:stretch>
            <a:fillRect/>
          </a:stretch>
        </p:blipFill>
        <p:spPr>
          <a:xfrm>
            <a:off x="10305863" y="6241257"/>
            <a:ext cx="1886137" cy="59531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Shape 13"/>
          <p:cNvSpPr/>
          <p:nvPr userDrawn="1"/>
        </p:nvSpPr>
        <p:spPr>
          <a:xfrm>
            <a:off x="0" y="1"/>
            <a:ext cx="12192000" cy="1239754"/>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sp>
        <p:nvSpPr>
          <p:cNvPr id="2" name="Title 1"/>
          <p:cNvSpPr>
            <a:spLocks noGrp="1"/>
          </p:cNvSpPr>
          <p:nvPr>
            <p:ph type="title"/>
          </p:nvPr>
        </p:nvSpPr>
        <p:spPr/>
        <p:txBody>
          <a:bodyPr/>
          <a:lstStyle/>
          <a:p>
            <a:r>
              <a:rPr lang="en-US" altLang="zh-CN" dirty="0"/>
              <a:t>Click to edit Master title style</a:t>
            </a:r>
            <a:endParaRPr lang="zh-CN" altLang="en-US" dirty="0"/>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cxnSp>
        <p:nvCxnSpPr>
          <p:cNvPr id="9" name="Shape 14"/>
          <p:cNvCxnSpPr/>
          <p:nvPr userDrawn="1"/>
        </p:nvCxnSpPr>
        <p:spPr>
          <a:xfrm>
            <a:off x="0" y="1230660"/>
            <a:ext cx="12192000" cy="0"/>
          </a:xfrm>
          <a:prstGeom prst="straightConnector1">
            <a:avLst/>
          </a:prstGeom>
          <a:noFill/>
          <a:ln w="57150" cap="flat">
            <a:solidFill>
              <a:srgbClr val="000000">
                <a:alpha val="14901"/>
              </a:srgbClr>
            </a:solidFill>
            <a:prstDash val="solid"/>
            <a:round/>
            <a:headEnd type="none" w="med" len="med"/>
            <a:tailEnd type="none" w="med" len="med"/>
          </a:ln>
        </p:spPr>
      </p:cxnSp>
      <p:pic>
        <p:nvPicPr>
          <p:cNvPr id="10" name="图片 9"/>
          <p:cNvPicPr>
            <a:picLocks noChangeAspect="1"/>
          </p:cNvPicPr>
          <p:nvPr userDrawn="1"/>
        </p:nvPicPr>
        <p:blipFill>
          <a:blip r:embed="rId2"/>
          <a:stretch>
            <a:fillRect/>
          </a:stretch>
        </p:blipFill>
        <p:spPr>
          <a:xfrm>
            <a:off x="10305863" y="6241257"/>
            <a:ext cx="1886137" cy="59531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Shape 13"/>
          <p:cNvSpPr/>
          <p:nvPr userDrawn="1"/>
        </p:nvSpPr>
        <p:spPr>
          <a:xfrm>
            <a:off x="0" y="1"/>
            <a:ext cx="12192000" cy="1239754"/>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sp>
        <p:nvSpPr>
          <p:cNvPr id="2" name="Title 1"/>
          <p:cNvSpPr>
            <a:spLocks noGrp="1"/>
          </p:cNvSpPr>
          <p:nvPr>
            <p:ph type="title"/>
          </p:nvPr>
        </p:nvSpPr>
        <p:spPr/>
        <p:txBody>
          <a:bodyPr/>
          <a:lstStyle/>
          <a:p>
            <a:r>
              <a:rPr lang="en-US" altLang="zh-CN"/>
              <a:t>Click to edit Master title style</a:t>
            </a:r>
            <a:endParaRPr lang="zh-CN" altLang="en-US"/>
          </a:p>
        </p:txBody>
      </p:sp>
      <p:cxnSp>
        <p:nvCxnSpPr>
          <p:cNvPr id="7" name="Shape 14"/>
          <p:cNvCxnSpPr/>
          <p:nvPr userDrawn="1"/>
        </p:nvCxnSpPr>
        <p:spPr>
          <a:xfrm>
            <a:off x="0" y="1230660"/>
            <a:ext cx="12192000" cy="0"/>
          </a:xfrm>
          <a:prstGeom prst="straightConnector1">
            <a:avLst/>
          </a:prstGeom>
          <a:noFill/>
          <a:ln w="57150" cap="flat">
            <a:solidFill>
              <a:srgbClr val="000000">
                <a:alpha val="14901"/>
              </a:srgbClr>
            </a:solidFill>
            <a:prstDash val="solid"/>
            <a:round/>
            <a:headEnd type="none" w="med" len="med"/>
            <a:tailEnd type="none" w="med" len="med"/>
          </a:ln>
        </p:spPr>
      </p:cxnSp>
      <p:pic>
        <p:nvPicPr>
          <p:cNvPr id="8" name="图片 7"/>
          <p:cNvPicPr>
            <a:picLocks noChangeAspect="1"/>
          </p:cNvPicPr>
          <p:nvPr userDrawn="1"/>
        </p:nvPicPr>
        <p:blipFill>
          <a:blip r:embed="rId2"/>
          <a:stretch>
            <a:fillRect/>
          </a:stretch>
        </p:blipFill>
        <p:spPr>
          <a:xfrm>
            <a:off x="10305863" y="6241257"/>
            <a:ext cx="1886137" cy="59531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aption">
    <p:spTree>
      <p:nvGrpSpPr>
        <p:cNvPr id="1" name="Shape 28"/>
        <p:cNvGrpSpPr/>
        <p:nvPr/>
      </p:nvGrpSpPr>
      <p:grpSpPr>
        <a:xfrm>
          <a:off x="0" y="0"/>
          <a:ext cx="0" cy="0"/>
          <a:chOff x="0" y="0"/>
          <a:chExt cx="0" cy="0"/>
        </a:xfrm>
      </p:grpSpPr>
      <p:sp>
        <p:nvSpPr>
          <p:cNvPr id="29" name="Shape 29"/>
          <p:cNvSpPr/>
          <p:nvPr/>
        </p:nvSpPr>
        <p:spPr>
          <a:xfrm>
            <a:off x="0" y="0"/>
            <a:ext cx="12192000" cy="6857999"/>
          </a:xfrm>
          <a:prstGeom prst="rect">
            <a:avLst/>
          </a:prstGeom>
          <a:solidFill>
            <a:srgbClr val="2388DB"/>
          </a:solidFill>
          <a:ln>
            <a:noFill/>
          </a:ln>
        </p:spPr>
        <p:txBody>
          <a:bodyPr lIns="91425" tIns="45700" rIns="91425" bIns="45700" anchor="ctr" anchorCtr="0">
            <a:noAutofit/>
          </a:bodyPr>
          <a:lstStyle/>
          <a:p>
            <a:pPr>
              <a:spcBef>
                <a:spcPts val="0"/>
              </a:spcBef>
              <a:buNone/>
            </a:pPr>
            <a:endParaRPr sz="1800"/>
          </a:p>
        </p:txBody>
      </p:sp>
      <p:sp>
        <p:nvSpPr>
          <p:cNvPr id="30" name="Shape 30"/>
          <p:cNvSpPr txBox="1">
            <a:spLocks noGrp="1"/>
          </p:cNvSpPr>
          <p:nvPr>
            <p:ph type="body" idx="1"/>
          </p:nvPr>
        </p:nvSpPr>
        <p:spPr>
          <a:xfrm>
            <a:off x="609600" y="3509631"/>
            <a:ext cx="10972800" cy="2043600"/>
          </a:xfrm>
          <a:prstGeom prst="rect">
            <a:avLst/>
          </a:prstGeom>
        </p:spPr>
        <p:txBody>
          <a:bodyPr lIns="91425" tIns="91425" rIns="91425" bIns="91425" anchor="ctr" anchorCtr="0"/>
          <a:lstStyle>
            <a:lvl1pPr algn="ctr">
              <a:spcBef>
                <a:spcPts val="0"/>
              </a:spcBef>
              <a:buClr>
                <a:schemeClr val="lt1"/>
              </a:buClr>
              <a:buSzPct val="100000"/>
              <a:buNone/>
              <a:defRPr sz="6000">
                <a:solidFill>
                  <a:schemeClr val="lt1"/>
                </a:solidFill>
              </a:defRPr>
            </a:lvl1pPr>
          </a:lstStyle>
          <a:p>
            <a:endParaRPr dirty="0"/>
          </a:p>
        </p:txBody>
      </p:sp>
      <p:sp>
        <p:nvSpPr>
          <p:cNvPr id="5" name="圆角矩形 107"/>
          <p:cNvSpPr/>
          <p:nvPr userDrawn="1"/>
        </p:nvSpPr>
        <p:spPr>
          <a:xfrm>
            <a:off x="2252995" y="1508721"/>
            <a:ext cx="944122" cy="447598"/>
          </a:xfrm>
          <a:prstGeom prst="roundRect">
            <a:avLst>
              <a:gd name="adj" fmla="val 15229"/>
            </a:avLst>
          </a:prstGeom>
          <a:solidFill>
            <a:schemeClr val="accent1"/>
          </a:solidFill>
          <a:ln w="19050">
            <a:solidFill>
              <a:schemeClr val="bg1"/>
            </a:solidFill>
          </a:ln>
          <a:effectLst>
            <a:outerShdw blurRad="406400" dist="419100" dir="114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6" name="圆角矩形 110"/>
          <p:cNvSpPr/>
          <p:nvPr userDrawn="1"/>
        </p:nvSpPr>
        <p:spPr>
          <a:xfrm>
            <a:off x="2423592" y="2899640"/>
            <a:ext cx="240015" cy="225971"/>
          </a:xfrm>
          <a:prstGeom prst="roundRect">
            <a:avLst>
              <a:gd name="adj" fmla="val 12129"/>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7" name="圆角矩形 88"/>
          <p:cNvSpPr/>
          <p:nvPr userDrawn="1"/>
        </p:nvSpPr>
        <p:spPr>
          <a:xfrm>
            <a:off x="1107895" y="706623"/>
            <a:ext cx="451632" cy="409118"/>
          </a:xfrm>
          <a:prstGeom prst="roundRect">
            <a:avLst>
              <a:gd name="adj" fmla="val 12418"/>
            </a:avLst>
          </a:prstGeom>
          <a:gradFill>
            <a:gsLst>
              <a:gs pos="0">
                <a:schemeClr val="accent1"/>
              </a:gs>
              <a:gs pos="100000">
                <a:schemeClr val="accent1">
                  <a:lumMod val="79000"/>
                  <a:lumOff val="21000"/>
                </a:schemeClr>
              </a:gs>
            </a:gsLst>
            <a:lin ang="13500000" scaled="1"/>
          </a:gradFill>
          <a:ln w="12700">
            <a:solidFill>
              <a:schemeClr val="bg1"/>
            </a:solidFill>
          </a:ln>
          <a:effectLst>
            <a:outerShdw blurRad="419100" dist="190500" dir="2700000" sx="90000" sy="9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8" name="圆角矩形 89"/>
          <p:cNvSpPr/>
          <p:nvPr userDrawn="1"/>
        </p:nvSpPr>
        <p:spPr>
          <a:xfrm>
            <a:off x="956916" y="1788792"/>
            <a:ext cx="1085700" cy="1110848"/>
          </a:xfrm>
          <a:prstGeom prst="roundRect">
            <a:avLst>
              <a:gd name="adj" fmla="val 15229"/>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1" name="圆角矩形 19"/>
          <p:cNvSpPr/>
          <p:nvPr userDrawn="1"/>
        </p:nvSpPr>
        <p:spPr>
          <a:xfrm>
            <a:off x="722088" y="2614483"/>
            <a:ext cx="581980" cy="582228"/>
          </a:xfrm>
          <a:prstGeom prst="roundRect">
            <a:avLst>
              <a:gd name="adj" fmla="val 21816"/>
            </a:avLst>
          </a:prstGeom>
          <a:solidFill>
            <a:schemeClr val="accent1"/>
          </a:soli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2" name="圆角矩形 84"/>
          <p:cNvSpPr/>
          <p:nvPr userDrawn="1"/>
        </p:nvSpPr>
        <p:spPr>
          <a:xfrm>
            <a:off x="2768463" y="565673"/>
            <a:ext cx="748190" cy="674114"/>
          </a:xfrm>
          <a:prstGeom prst="roundRect">
            <a:avLst>
              <a:gd name="adj" fmla="val 15972"/>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69900" dir="2700000" sx="90000" sy="90000" algn="tl" rotWithShape="0">
              <a:schemeClr val="tx1">
                <a:lumMod val="50000"/>
                <a:lumOff val="50000"/>
                <a:alpha val="5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3" name="圆角矩形 20"/>
          <p:cNvSpPr/>
          <p:nvPr userDrawn="1"/>
        </p:nvSpPr>
        <p:spPr>
          <a:xfrm>
            <a:off x="1503364" y="1104266"/>
            <a:ext cx="1275046" cy="1273414"/>
          </a:xfrm>
          <a:prstGeom prst="roundRect">
            <a:avLst>
              <a:gd name="adj" fmla="val 8669"/>
            </a:avLst>
          </a:prstGeom>
          <a:gradFill flip="none" rotWithShape="1">
            <a:gsLst>
              <a:gs pos="0">
                <a:schemeClr val="bg1"/>
              </a:gs>
              <a:gs pos="36000">
                <a:schemeClr val="bg1"/>
              </a:gs>
              <a:gs pos="100000">
                <a:schemeClr val="bg1">
                  <a:lumMod val="90000"/>
                </a:schemeClr>
              </a:gs>
            </a:gsLst>
            <a:lin ang="13500000" scaled="1"/>
            <a:tileRect/>
          </a:gradFill>
          <a:ln w="19050">
            <a:solidFill>
              <a:schemeClr val="bg1"/>
            </a:solidFill>
          </a:ln>
          <a:effectLst>
            <a:outerShdw blurRad="419100" dist="368300" dir="2700000" sx="90000" sy="90000" algn="tl" rotWithShape="0">
              <a:schemeClr val="tx1">
                <a:lumMod val="50000"/>
                <a:lumOff val="50000"/>
                <a:alpha val="4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4" name="圆角矩形 60"/>
          <p:cNvSpPr/>
          <p:nvPr userDrawn="1"/>
        </p:nvSpPr>
        <p:spPr>
          <a:xfrm>
            <a:off x="852595" y="451903"/>
            <a:ext cx="274388" cy="271246"/>
          </a:xfrm>
          <a:prstGeom prst="roundRect">
            <a:avLst>
              <a:gd name="adj" fmla="val 13750"/>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6" name="圆角矩形 83"/>
          <p:cNvSpPr/>
          <p:nvPr userDrawn="1"/>
        </p:nvSpPr>
        <p:spPr>
          <a:xfrm>
            <a:off x="2735901" y="2382001"/>
            <a:ext cx="548776" cy="542492"/>
          </a:xfrm>
          <a:prstGeom prst="roundRect">
            <a:avLst>
              <a:gd name="adj" fmla="val 13750"/>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pic>
        <p:nvPicPr>
          <p:cNvPr id="20" name="图片 19"/>
          <p:cNvPicPr>
            <a:picLocks noChangeAspect="1"/>
          </p:cNvPicPr>
          <p:nvPr userDrawn="1"/>
        </p:nvPicPr>
        <p:blipFill>
          <a:blip r:embed="rId2"/>
          <a:stretch>
            <a:fillRect/>
          </a:stretch>
        </p:blipFill>
        <p:spPr>
          <a:xfrm>
            <a:off x="1626129" y="1559095"/>
            <a:ext cx="1098927" cy="34684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64" presetClass="path" presetSubtype="0" decel="30000" fill="hold" grpId="1" nodeType="withEffect">
                                  <p:stCondLst>
                                    <p:cond delay="0"/>
                                  </p:stCondLst>
                                  <p:childTnLst>
                                    <p:animMotion origin="layout" path="M -4.58333E-6 0.03889 L -4.58333E-6 -0.14814 " pathEditMode="relative" rAng="0" ptsTypes="AA">
                                      <p:cBhvr>
                                        <p:cTn id="9" dur="750" spd="-100000" fill="hold"/>
                                        <p:tgtEl>
                                          <p:spTgt spid="13"/>
                                        </p:tgtEl>
                                        <p:attrNameLst>
                                          <p:attrName>ppt_x</p:attrName>
                                          <p:attrName>ppt_y</p:attrName>
                                        </p:attrNameLst>
                                      </p:cBhvr>
                                      <p:rCtr x="0" y="-9352"/>
                                    </p:animMotion>
                                  </p:childTnLst>
                                </p:cTn>
                              </p:par>
                              <p:par>
                                <p:cTn id="10" presetID="64" presetClass="path" presetSubtype="0" accel="30000" decel="30000" fill="hold" grpId="2" nodeType="withEffect">
                                  <p:stCondLst>
                                    <p:cond delay="750"/>
                                  </p:stCondLst>
                                  <p:childTnLst>
                                    <p:animMotion origin="layout" path="M -4.58333E-6 0.03843 L -4.58333E-6 -3.7037E-6 " pathEditMode="relative" rAng="0" ptsTypes="AA">
                                      <p:cBhvr>
                                        <p:cTn id="11" dur="750" fill="hold"/>
                                        <p:tgtEl>
                                          <p:spTgt spid="13"/>
                                        </p:tgtEl>
                                        <p:attrNameLst>
                                          <p:attrName>ppt_x</p:attrName>
                                          <p:attrName>ppt_y</p:attrName>
                                        </p:attrNameLst>
                                      </p:cBhvr>
                                      <p:rCtr x="0" y="-1921"/>
                                    </p:animMotion>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750"/>
                                        <p:tgtEl>
                                          <p:spTgt spid="5"/>
                                        </p:tgtEl>
                                      </p:cBhvr>
                                    </p:animEffect>
                                  </p:childTnLst>
                                </p:cTn>
                              </p:par>
                              <p:par>
                                <p:cTn id="15" presetID="63" presetClass="path" presetSubtype="0" decel="50000" fill="hold" grpId="1" nodeType="withEffect">
                                  <p:stCondLst>
                                    <p:cond delay="0"/>
                                  </p:stCondLst>
                                  <p:childTnLst>
                                    <p:animMotion origin="layout" path="M -0.01562 -3.7037E-6 L 0.11081 -3.7037E-6 " pathEditMode="relative" rAng="0" ptsTypes="AA">
                                      <p:cBhvr>
                                        <p:cTn id="16" dur="750" spd="-100000" fill="hold"/>
                                        <p:tgtEl>
                                          <p:spTgt spid="5"/>
                                        </p:tgtEl>
                                        <p:attrNameLst>
                                          <p:attrName>ppt_x</p:attrName>
                                          <p:attrName>ppt_y</p:attrName>
                                        </p:attrNameLst>
                                      </p:cBhvr>
                                      <p:rCtr x="6315" y="0"/>
                                    </p:animMotion>
                                  </p:childTnLst>
                                </p:cTn>
                              </p:par>
                              <p:par>
                                <p:cTn id="17" presetID="35" presetClass="path" presetSubtype="0" accel="50000" decel="50000" fill="hold" grpId="2" nodeType="withEffect">
                                  <p:stCondLst>
                                    <p:cond delay="750"/>
                                  </p:stCondLst>
                                  <p:childTnLst>
                                    <p:animMotion origin="layout" path="M -0.01562 -3.7037E-6 L -2.29167E-6 -3.7037E-6 " pathEditMode="relative" rAng="0" ptsTypes="AA">
                                      <p:cBhvr>
                                        <p:cTn id="18" dur="750" fill="hold"/>
                                        <p:tgtEl>
                                          <p:spTgt spid="5"/>
                                        </p:tgtEl>
                                        <p:attrNameLst>
                                          <p:attrName>ppt_x</p:attrName>
                                          <p:attrName>ppt_y</p:attrName>
                                        </p:attrNameLst>
                                      </p:cBhvr>
                                      <p:rCtr x="781" y="0"/>
                                    </p:animMotion>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750"/>
                                        <p:tgtEl>
                                          <p:spTgt spid="8"/>
                                        </p:tgtEl>
                                      </p:cBhvr>
                                    </p:animEffect>
                                  </p:childTnLst>
                                </p:cTn>
                              </p:par>
                              <p:par>
                                <p:cTn id="22" presetID="63" presetClass="path" presetSubtype="0" decel="50000" fill="hold" grpId="1" nodeType="withEffect">
                                  <p:stCondLst>
                                    <p:cond delay="0"/>
                                  </p:stCondLst>
                                  <p:childTnLst>
                                    <p:animMotion origin="layout" path="M 0.01523 -3.7037E-6 L -0.10885 -3.7037E-6 " pathEditMode="relative" rAng="0" ptsTypes="AA">
                                      <p:cBhvr>
                                        <p:cTn id="23" dur="750" spd="-100000" fill="hold"/>
                                        <p:tgtEl>
                                          <p:spTgt spid="8"/>
                                        </p:tgtEl>
                                        <p:attrNameLst>
                                          <p:attrName>ppt_x</p:attrName>
                                          <p:attrName>ppt_y</p:attrName>
                                        </p:attrNameLst>
                                      </p:cBhvr>
                                      <p:rCtr x="-6211" y="0"/>
                                    </p:animMotion>
                                  </p:childTnLst>
                                </p:cTn>
                              </p:par>
                              <p:par>
                                <p:cTn id="24" presetID="35" presetClass="path" presetSubtype="0" accel="50000" decel="50000" fill="hold" grpId="2" nodeType="withEffect">
                                  <p:stCondLst>
                                    <p:cond delay="750"/>
                                  </p:stCondLst>
                                  <p:childTnLst>
                                    <p:animMotion origin="layout" path="M 0.01601 -3.7037E-6 L 8.33333E-7 -3.7037E-6 " pathEditMode="relative" rAng="0" ptsTypes="AA">
                                      <p:cBhvr>
                                        <p:cTn id="25" dur="750" fill="hold"/>
                                        <p:tgtEl>
                                          <p:spTgt spid="8"/>
                                        </p:tgtEl>
                                        <p:attrNameLst>
                                          <p:attrName>ppt_x</p:attrName>
                                          <p:attrName>ppt_y</p:attrName>
                                        </p:attrNameLst>
                                      </p:cBhvr>
                                      <p:rCtr x="-807" y="0"/>
                                    </p:animMotion>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750"/>
                                        <p:tgtEl>
                                          <p:spTgt spid="12"/>
                                        </p:tgtEl>
                                      </p:cBhvr>
                                    </p:animEffect>
                                  </p:childTnLst>
                                </p:cTn>
                              </p:par>
                              <p:par>
                                <p:cTn id="29" presetID="63" presetClass="path" presetSubtype="0" decel="50000" fill="hold" grpId="1" nodeType="withEffect">
                                  <p:stCondLst>
                                    <p:cond delay="0"/>
                                  </p:stCondLst>
                                  <p:childTnLst>
                                    <p:animMotion origin="layout" path="M 0.01523 -3.7037E-6 L -0.10885 -3.7037E-6 " pathEditMode="relative" rAng="0" ptsTypes="AA">
                                      <p:cBhvr>
                                        <p:cTn id="30" dur="750" spd="-100000" fill="hold"/>
                                        <p:tgtEl>
                                          <p:spTgt spid="12"/>
                                        </p:tgtEl>
                                        <p:attrNameLst>
                                          <p:attrName>ppt_x</p:attrName>
                                          <p:attrName>ppt_y</p:attrName>
                                        </p:attrNameLst>
                                      </p:cBhvr>
                                      <p:rCtr x="-6211" y="0"/>
                                    </p:animMotion>
                                  </p:childTnLst>
                                </p:cTn>
                              </p:par>
                              <p:par>
                                <p:cTn id="31" presetID="35" presetClass="path" presetSubtype="0" accel="50000" decel="50000" fill="hold" grpId="2" nodeType="withEffect">
                                  <p:stCondLst>
                                    <p:cond delay="750"/>
                                  </p:stCondLst>
                                  <p:childTnLst>
                                    <p:animMotion origin="layout" path="M 0.01601 -3.7037E-6 L 8.33333E-7 -3.7037E-6 " pathEditMode="relative" rAng="0" ptsTypes="AA">
                                      <p:cBhvr>
                                        <p:cTn id="32" dur="750" fill="hold"/>
                                        <p:tgtEl>
                                          <p:spTgt spid="12"/>
                                        </p:tgtEl>
                                        <p:attrNameLst>
                                          <p:attrName>ppt_x</p:attrName>
                                          <p:attrName>ppt_y</p:attrName>
                                        </p:attrNameLst>
                                      </p:cBhvr>
                                      <p:rCtr x="-807" y="0"/>
                                    </p:animMotion>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42" presetClass="path" presetSubtype="0" decel="30000" fill="hold" grpId="1" nodeType="withEffect">
                                  <p:stCondLst>
                                    <p:cond delay="0"/>
                                  </p:stCondLst>
                                  <p:childTnLst>
                                    <p:animMotion origin="layout" path="M 3.125E-6 -0.03981 L 3.125E-6 0.14815 " pathEditMode="relative" rAng="0" ptsTypes="AA">
                                      <p:cBhvr>
                                        <p:cTn id="37" dur="750" spd="-100000" fill="hold"/>
                                        <p:tgtEl>
                                          <p:spTgt spid="14"/>
                                        </p:tgtEl>
                                        <p:attrNameLst>
                                          <p:attrName>ppt_x</p:attrName>
                                          <p:attrName>ppt_y</p:attrName>
                                        </p:attrNameLst>
                                      </p:cBhvr>
                                      <p:rCtr x="0" y="9398"/>
                                    </p:animMotion>
                                  </p:childTnLst>
                                </p:cTn>
                              </p:par>
                              <p:par>
                                <p:cTn id="38" presetID="42" presetClass="path" presetSubtype="0" accel="30000" decel="30000" fill="hold" grpId="2" nodeType="withEffect">
                                  <p:stCondLst>
                                    <p:cond delay="750"/>
                                  </p:stCondLst>
                                  <p:childTnLst>
                                    <p:animMotion origin="layout" path="M 3.125E-6 -0.03981 L 3.125E-6 -3.7037E-6 " pathEditMode="relative" rAng="0" ptsTypes="AA">
                                      <p:cBhvr>
                                        <p:cTn id="39" dur="750" fill="hold"/>
                                        <p:tgtEl>
                                          <p:spTgt spid="14"/>
                                        </p:tgtEl>
                                        <p:attrNameLst>
                                          <p:attrName>ppt_x</p:attrName>
                                          <p:attrName>ppt_y</p:attrName>
                                        </p:attrNameLst>
                                      </p:cBhvr>
                                      <p:rCtr x="0" y="1991"/>
                                    </p:animMotion>
                                  </p:childTnLst>
                                </p:cTn>
                              </p:par>
                              <p:par>
                                <p:cTn id="40" presetID="10"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750"/>
                                        <p:tgtEl>
                                          <p:spTgt spid="11"/>
                                        </p:tgtEl>
                                      </p:cBhvr>
                                    </p:animEffect>
                                  </p:childTnLst>
                                </p:cTn>
                              </p:par>
                              <p:par>
                                <p:cTn id="43" presetID="63" presetClass="path" presetSubtype="0" decel="50000" fill="hold" grpId="1" nodeType="withEffect">
                                  <p:stCondLst>
                                    <p:cond delay="0"/>
                                  </p:stCondLst>
                                  <p:childTnLst>
                                    <p:animMotion origin="layout" path="M -0.01562 -3.7037E-6 L 0.11081 -3.7037E-6 " pathEditMode="relative" rAng="0" ptsTypes="AA">
                                      <p:cBhvr>
                                        <p:cTn id="44" dur="750" spd="-100000" fill="hold"/>
                                        <p:tgtEl>
                                          <p:spTgt spid="11"/>
                                        </p:tgtEl>
                                        <p:attrNameLst>
                                          <p:attrName>ppt_x</p:attrName>
                                          <p:attrName>ppt_y</p:attrName>
                                        </p:attrNameLst>
                                      </p:cBhvr>
                                      <p:rCtr x="6315" y="0"/>
                                    </p:animMotion>
                                  </p:childTnLst>
                                </p:cTn>
                              </p:par>
                              <p:par>
                                <p:cTn id="45" presetID="35" presetClass="path" presetSubtype="0" accel="50000" decel="50000" fill="hold" grpId="2" nodeType="withEffect">
                                  <p:stCondLst>
                                    <p:cond delay="750"/>
                                  </p:stCondLst>
                                  <p:childTnLst>
                                    <p:animMotion origin="layout" path="M -0.01562 -3.7037E-6 L -2.29167E-6 -3.7037E-6 " pathEditMode="relative" rAng="0" ptsTypes="AA">
                                      <p:cBhvr>
                                        <p:cTn id="46" dur="750" fill="hold"/>
                                        <p:tgtEl>
                                          <p:spTgt spid="11"/>
                                        </p:tgtEl>
                                        <p:attrNameLst>
                                          <p:attrName>ppt_x</p:attrName>
                                          <p:attrName>ppt_y</p:attrName>
                                        </p:attrNameLst>
                                      </p:cBhvr>
                                      <p:rCtr x="781" y="0"/>
                                    </p:animMotion>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64" presetClass="path" presetSubtype="0" decel="30000" fill="hold" grpId="1" nodeType="withEffect">
                                  <p:stCondLst>
                                    <p:cond delay="0"/>
                                  </p:stCondLst>
                                  <p:childTnLst>
                                    <p:animMotion origin="layout" path="M -4.58333E-6 0.03889 L -4.58333E-6 -0.14814 " pathEditMode="relative" rAng="0" ptsTypes="AA">
                                      <p:cBhvr>
                                        <p:cTn id="51" dur="750" spd="-100000" fill="hold"/>
                                        <p:tgtEl>
                                          <p:spTgt spid="16"/>
                                        </p:tgtEl>
                                        <p:attrNameLst>
                                          <p:attrName>ppt_x</p:attrName>
                                          <p:attrName>ppt_y</p:attrName>
                                        </p:attrNameLst>
                                      </p:cBhvr>
                                      <p:rCtr x="0" y="-9352"/>
                                    </p:animMotion>
                                  </p:childTnLst>
                                </p:cTn>
                              </p:par>
                              <p:par>
                                <p:cTn id="52" presetID="64" presetClass="path" presetSubtype="0" accel="30000" decel="30000" fill="hold" grpId="2" nodeType="withEffect">
                                  <p:stCondLst>
                                    <p:cond delay="750"/>
                                  </p:stCondLst>
                                  <p:childTnLst>
                                    <p:animMotion origin="layout" path="M -4.58333E-6 0.03843 L -4.58333E-6 -3.7037E-6 " pathEditMode="relative" rAng="0" ptsTypes="AA">
                                      <p:cBhvr>
                                        <p:cTn id="53" dur="750" fill="hold"/>
                                        <p:tgtEl>
                                          <p:spTgt spid="16"/>
                                        </p:tgtEl>
                                        <p:attrNameLst>
                                          <p:attrName>ppt_x</p:attrName>
                                          <p:attrName>ppt_y</p:attrName>
                                        </p:attrNameLst>
                                      </p:cBhvr>
                                      <p:rCtr x="0" y="-1921"/>
                                    </p:animMotion>
                                  </p:childTnLst>
                                </p:cTn>
                              </p:par>
                            </p:childTnLst>
                          </p:cTn>
                        </p:par>
                        <p:par>
                          <p:cTn id="54" fill="hold">
                            <p:stCondLst>
                              <p:cond delay="500"/>
                            </p:stCondLst>
                            <p:childTnLst>
                              <p:par>
                                <p:cTn id="55" presetID="10" presetClass="entr" presetSubtype="0" fill="hold" nodeType="after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fade">
                                      <p:cBhvr>
                                        <p:cTn id="60" dur="500"/>
                                        <p:tgtEl>
                                          <p:spTgt spid="6"/>
                                        </p:tgtEl>
                                      </p:cBhvr>
                                    </p:animEffect>
                                  </p:childTnLst>
                                </p:cTn>
                              </p:par>
                            </p:childTnLst>
                          </p:cTn>
                        </p:par>
                        <p:par>
                          <p:cTn id="61" fill="hold">
                            <p:stCondLst>
                              <p:cond delay="1000"/>
                            </p:stCondLst>
                            <p:childTnLst>
                              <p:par>
                                <p:cTn id="62" presetID="10" presetClass="entr" presetSubtype="0" fill="hold" grpId="0" nodeType="afterEffect">
                                  <p:stCondLst>
                                    <p:cond delay="0"/>
                                  </p:stCondLst>
                                  <p:childTnLst>
                                    <p:set>
                                      <p:cBhvr>
                                        <p:cTn id="63" dur="1" fill="hold">
                                          <p:stCondLst>
                                            <p:cond delay="0"/>
                                          </p:stCondLst>
                                        </p:cTn>
                                        <p:tgtEl>
                                          <p:spTgt spid="7"/>
                                        </p:tgtEl>
                                        <p:attrNameLst>
                                          <p:attrName>style.visibility</p:attrName>
                                        </p:attrNameLst>
                                      </p:cBhvr>
                                      <p:to>
                                        <p:strVal val="visible"/>
                                      </p:to>
                                    </p:set>
                                    <p:animEffect transition="in" filter="fade">
                                      <p:cBhvr>
                                        <p:cTn id="6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6" grpId="0" animBg="1"/>
      <p:bldP spid="7" grpId="0" animBg="1"/>
      <p:bldP spid="8" grpId="0" animBg="1"/>
      <p:bldP spid="8" grpId="1" animBg="1"/>
      <p:bldP spid="8" grpId="2" animBg="1"/>
      <p:bldP spid="11" grpId="0" animBg="1"/>
      <p:bldP spid="11" grpId="1" animBg="1"/>
      <p:bldP spid="11" grpId="2" animBg="1"/>
      <p:bldP spid="12" grpId="0" animBg="1"/>
      <p:bldP spid="12" grpId="1" animBg="1"/>
      <p:bldP spid="12" grpId="2" animBg="1"/>
      <p:bldP spid="13" grpId="0" animBg="1"/>
      <p:bldP spid="13" grpId="1" animBg="1"/>
      <p:bldP spid="13" grpId="2" animBg="1"/>
      <p:bldP spid="14" grpId="0" animBg="1"/>
      <p:bldP spid="14" grpId="1" animBg="1"/>
      <p:bldP spid="14" grpId="2" animBg="1"/>
      <p:bldP spid="16" grpId="0" animBg="1"/>
      <p:bldP spid="16" grpId="1" animBg="1"/>
      <p:bldP spid="16" grpId="2"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aption">
    <p:spTree>
      <p:nvGrpSpPr>
        <p:cNvPr id="1" name="Shape 28"/>
        <p:cNvGrpSpPr/>
        <p:nvPr/>
      </p:nvGrpSpPr>
      <p:grpSpPr>
        <a:xfrm>
          <a:off x="0" y="0"/>
          <a:ext cx="0" cy="0"/>
          <a:chOff x="0" y="0"/>
          <a:chExt cx="0" cy="0"/>
        </a:xfrm>
      </p:grpSpPr>
      <p:sp>
        <p:nvSpPr>
          <p:cNvPr id="29" name="Shape 29"/>
          <p:cNvSpPr/>
          <p:nvPr/>
        </p:nvSpPr>
        <p:spPr>
          <a:xfrm>
            <a:off x="0" y="0"/>
            <a:ext cx="12192000" cy="6857999"/>
          </a:xfrm>
          <a:prstGeom prst="rect">
            <a:avLst/>
          </a:prstGeom>
          <a:solidFill>
            <a:srgbClr val="2388DB"/>
          </a:solidFill>
          <a:ln>
            <a:noFill/>
          </a:ln>
        </p:spPr>
        <p:txBody>
          <a:bodyPr lIns="91425" tIns="45700" rIns="91425" bIns="45700" anchor="ctr" anchorCtr="0">
            <a:noAutofit/>
          </a:bodyPr>
          <a:lstStyle/>
          <a:p>
            <a:pPr>
              <a:spcBef>
                <a:spcPts val="0"/>
              </a:spcBef>
              <a:buNone/>
            </a:pPr>
            <a:endParaRPr sz="1800"/>
          </a:p>
        </p:txBody>
      </p:sp>
      <p:sp>
        <p:nvSpPr>
          <p:cNvPr id="30" name="Shape 30"/>
          <p:cNvSpPr txBox="1">
            <a:spLocks noGrp="1"/>
          </p:cNvSpPr>
          <p:nvPr>
            <p:ph type="body" idx="1"/>
          </p:nvPr>
        </p:nvSpPr>
        <p:spPr>
          <a:xfrm>
            <a:off x="609600" y="3509631"/>
            <a:ext cx="10972800" cy="2043600"/>
          </a:xfrm>
          <a:prstGeom prst="rect">
            <a:avLst/>
          </a:prstGeom>
        </p:spPr>
        <p:txBody>
          <a:bodyPr lIns="91425" tIns="91425" rIns="91425" bIns="91425" anchor="ctr" anchorCtr="0"/>
          <a:lstStyle>
            <a:lvl1pPr algn="ctr">
              <a:spcBef>
                <a:spcPts val="0"/>
              </a:spcBef>
              <a:buClr>
                <a:schemeClr val="lt1"/>
              </a:buClr>
              <a:buSzPct val="100000"/>
              <a:buNone/>
              <a:defRPr sz="6000">
                <a:solidFill>
                  <a:schemeClr val="lt1"/>
                </a:solidFill>
              </a:defRPr>
            </a:lvl1pPr>
          </a:lstStyle>
          <a:p>
            <a:endParaRPr dirty="0"/>
          </a:p>
        </p:txBody>
      </p:sp>
      <p:sp>
        <p:nvSpPr>
          <p:cNvPr id="5" name="圆角矩形 107"/>
          <p:cNvSpPr/>
          <p:nvPr userDrawn="1"/>
        </p:nvSpPr>
        <p:spPr>
          <a:xfrm>
            <a:off x="2252995" y="1508721"/>
            <a:ext cx="944122" cy="447598"/>
          </a:xfrm>
          <a:prstGeom prst="roundRect">
            <a:avLst>
              <a:gd name="adj" fmla="val 15229"/>
            </a:avLst>
          </a:prstGeom>
          <a:solidFill>
            <a:schemeClr val="accent1"/>
          </a:solidFill>
          <a:ln w="19050">
            <a:solidFill>
              <a:schemeClr val="bg1"/>
            </a:solidFill>
          </a:ln>
          <a:effectLst>
            <a:outerShdw blurRad="406400" dist="419100" dir="114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6" name="圆角矩形 110"/>
          <p:cNvSpPr/>
          <p:nvPr userDrawn="1"/>
        </p:nvSpPr>
        <p:spPr>
          <a:xfrm>
            <a:off x="2423592" y="2899640"/>
            <a:ext cx="240015" cy="225971"/>
          </a:xfrm>
          <a:prstGeom prst="roundRect">
            <a:avLst>
              <a:gd name="adj" fmla="val 12129"/>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7" name="圆角矩形 88"/>
          <p:cNvSpPr/>
          <p:nvPr userDrawn="1"/>
        </p:nvSpPr>
        <p:spPr>
          <a:xfrm>
            <a:off x="1107895" y="706623"/>
            <a:ext cx="451632" cy="409118"/>
          </a:xfrm>
          <a:prstGeom prst="roundRect">
            <a:avLst>
              <a:gd name="adj" fmla="val 12418"/>
            </a:avLst>
          </a:prstGeom>
          <a:gradFill>
            <a:gsLst>
              <a:gs pos="0">
                <a:schemeClr val="accent1"/>
              </a:gs>
              <a:gs pos="100000">
                <a:schemeClr val="accent1">
                  <a:lumMod val="79000"/>
                  <a:lumOff val="21000"/>
                </a:schemeClr>
              </a:gs>
            </a:gsLst>
            <a:lin ang="13500000" scaled="1"/>
          </a:gradFill>
          <a:ln w="12700">
            <a:solidFill>
              <a:schemeClr val="bg1"/>
            </a:solidFill>
          </a:ln>
          <a:effectLst>
            <a:outerShdw blurRad="419100" dist="190500" dir="2700000" sx="90000" sy="9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8" name="圆角矩形 89"/>
          <p:cNvSpPr/>
          <p:nvPr userDrawn="1"/>
        </p:nvSpPr>
        <p:spPr>
          <a:xfrm>
            <a:off x="956916" y="1788792"/>
            <a:ext cx="1085700" cy="1110848"/>
          </a:xfrm>
          <a:prstGeom prst="roundRect">
            <a:avLst>
              <a:gd name="adj" fmla="val 15229"/>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1" name="圆角矩形 19"/>
          <p:cNvSpPr/>
          <p:nvPr userDrawn="1"/>
        </p:nvSpPr>
        <p:spPr>
          <a:xfrm>
            <a:off x="722088" y="2614483"/>
            <a:ext cx="581980" cy="582228"/>
          </a:xfrm>
          <a:prstGeom prst="roundRect">
            <a:avLst>
              <a:gd name="adj" fmla="val 21816"/>
            </a:avLst>
          </a:prstGeom>
          <a:solidFill>
            <a:schemeClr val="accent1"/>
          </a:soli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2" name="圆角矩形 84"/>
          <p:cNvSpPr/>
          <p:nvPr userDrawn="1"/>
        </p:nvSpPr>
        <p:spPr>
          <a:xfrm>
            <a:off x="2768463" y="565673"/>
            <a:ext cx="748190" cy="674114"/>
          </a:xfrm>
          <a:prstGeom prst="roundRect">
            <a:avLst>
              <a:gd name="adj" fmla="val 15972"/>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69900" dir="2700000" sx="90000" sy="90000" algn="tl" rotWithShape="0">
              <a:schemeClr val="tx1">
                <a:lumMod val="50000"/>
                <a:lumOff val="50000"/>
                <a:alpha val="5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3" name="圆角矩形 20"/>
          <p:cNvSpPr/>
          <p:nvPr userDrawn="1"/>
        </p:nvSpPr>
        <p:spPr>
          <a:xfrm>
            <a:off x="1503364" y="1104266"/>
            <a:ext cx="1275046" cy="1273414"/>
          </a:xfrm>
          <a:prstGeom prst="roundRect">
            <a:avLst>
              <a:gd name="adj" fmla="val 8669"/>
            </a:avLst>
          </a:prstGeom>
          <a:gradFill flip="none" rotWithShape="1">
            <a:gsLst>
              <a:gs pos="0">
                <a:schemeClr val="bg1"/>
              </a:gs>
              <a:gs pos="36000">
                <a:schemeClr val="bg1"/>
              </a:gs>
              <a:gs pos="100000">
                <a:schemeClr val="bg1">
                  <a:lumMod val="90000"/>
                </a:schemeClr>
              </a:gs>
            </a:gsLst>
            <a:lin ang="13500000" scaled="1"/>
            <a:tileRect/>
          </a:gradFill>
          <a:ln w="19050">
            <a:solidFill>
              <a:schemeClr val="bg1"/>
            </a:solidFill>
          </a:ln>
          <a:effectLst>
            <a:outerShdw blurRad="419100" dist="368300" dir="2700000" sx="90000" sy="90000" algn="tl" rotWithShape="0">
              <a:schemeClr val="tx1">
                <a:lumMod val="50000"/>
                <a:lumOff val="50000"/>
                <a:alpha val="4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4" name="圆角矩形 60"/>
          <p:cNvSpPr/>
          <p:nvPr userDrawn="1"/>
        </p:nvSpPr>
        <p:spPr>
          <a:xfrm>
            <a:off x="852595" y="451903"/>
            <a:ext cx="274388" cy="271246"/>
          </a:xfrm>
          <a:prstGeom prst="roundRect">
            <a:avLst>
              <a:gd name="adj" fmla="val 13750"/>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6" name="圆角矩形 83"/>
          <p:cNvSpPr/>
          <p:nvPr userDrawn="1"/>
        </p:nvSpPr>
        <p:spPr>
          <a:xfrm>
            <a:off x="2735901" y="2382001"/>
            <a:ext cx="548776" cy="542492"/>
          </a:xfrm>
          <a:prstGeom prst="roundRect">
            <a:avLst>
              <a:gd name="adj" fmla="val 13750"/>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64" presetClass="path" presetSubtype="0" decel="30000" fill="hold" grpId="1" nodeType="withEffect">
                                  <p:stCondLst>
                                    <p:cond delay="0"/>
                                  </p:stCondLst>
                                  <p:childTnLst>
                                    <p:animMotion origin="layout" path="M -4.58333E-6 0.03889 L -4.58333E-6 -0.14814 " pathEditMode="relative" rAng="0" ptsTypes="AA">
                                      <p:cBhvr>
                                        <p:cTn id="9" dur="750" spd="-100000" fill="hold"/>
                                        <p:tgtEl>
                                          <p:spTgt spid="13"/>
                                        </p:tgtEl>
                                        <p:attrNameLst>
                                          <p:attrName>ppt_x</p:attrName>
                                          <p:attrName>ppt_y</p:attrName>
                                        </p:attrNameLst>
                                      </p:cBhvr>
                                      <p:rCtr x="0" y="-9352"/>
                                    </p:animMotion>
                                  </p:childTnLst>
                                </p:cTn>
                              </p:par>
                              <p:par>
                                <p:cTn id="10" presetID="64" presetClass="path" presetSubtype="0" accel="30000" decel="30000" fill="hold" grpId="2" nodeType="withEffect">
                                  <p:stCondLst>
                                    <p:cond delay="750"/>
                                  </p:stCondLst>
                                  <p:childTnLst>
                                    <p:animMotion origin="layout" path="M -4.58333E-6 0.03843 L -4.58333E-6 -3.7037E-6 " pathEditMode="relative" rAng="0" ptsTypes="AA">
                                      <p:cBhvr>
                                        <p:cTn id="11" dur="750" fill="hold"/>
                                        <p:tgtEl>
                                          <p:spTgt spid="13"/>
                                        </p:tgtEl>
                                        <p:attrNameLst>
                                          <p:attrName>ppt_x</p:attrName>
                                          <p:attrName>ppt_y</p:attrName>
                                        </p:attrNameLst>
                                      </p:cBhvr>
                                      <p:rCtr x="0" y="-1921"/>
                                    </p:animMotion>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750"/>
                                        <p:tgtEl>
                                          <p:spTgt spid="5"/>
                                        </p:tgtEl>
                                      </p:cBhvr>
                                    </p:animEffect>
                                  </p:childTnLst>
                                </p:cTn>
                              </p:par>
                              <p:par>
                                <p:cTn id="15" presetID="63" presetClass="path" presetSubtype="0" decel="50000" fill="hold" grpId="1" nodeType="withEffect">
                                  <p:stCondLst>
                                    <p:cond delay="0"/>
                                  </p:stCondLst>
                                  <p:childTnLst>
                                    <p:animMotion origin="layout" path="M -0.01562 -3.7037E-6 L 0.11081 -3.7037E-6 " pathEditMode="relative" rAng="0" ptsTypes="AA">
                                      <p:cBhvr>
                                        <p:cTn id="16" dur="750" spd="-100000" fill="hold"/>
                                        <p:tgtEl>
                                          <p:spTgt spid="5"/>
                                        </p:tgtEl>
                                        <p:attrNameLst>
                                          <p:attrName>ppt_x</p:attrName>
                                          <p:attrName>ppt_y</p:attrName>
                                        </p:attrNameLst>
                                      </p:cBhvr>
                                      <p:rCtr x="6315" y="0"/>
                                    </p:animMotion>
                                  </p:childTnLst>
                                </p:cTn>
                              </p:par>
                              <p:par>
                                <p:cTn id="17" presetID="35" presetClass="path" presetSubtype="0" accel="50000" decel="50000" fill="hold" grpId="2" nodeType="withEffect">
                                  <p:stCondLst>
                                    <p:cond delay="750"/>
                                  </p:stCondLst>
                                  <p:childTnLst>
                                    <p:animMotion origin="layout" path="M -0.01562 -3.7037E-6 L -2.29167E-6 -3.7037E-6 " pathEditMode="relative" rAng="0" ptsTypes="AA">
                                      <p:cBhvr>
                                        <p:cTn id="18" dur="750" fill="hold"/>
                                        <p:tgtEl>
                                          <p:spTgt spid="5"/>
                                        </p:tgtEl>
                                        <p:attrNameLst>
                                          <p:attrName>ppt_x</p:attrName>
                                          <p:attrName>ppt_y</p:attrName>
                                        </p:attrNameLst>
                                      </p:cBhvr>
                                      <p:rCtr x="781" y="0"/>
                                    </p:animMotion>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750"/>
                                        <p:tgtEl>
                                          <p:spTgt spid="8"/>
                                        </p:tgtEl>
                                      </p:cBhvr>
                                    </p:animEffect>
                                  </p:childTnLst>
                                </p:cTn>
                              </p:par>
                              <p:par>
                                <p:cTn id="22" presetID="63" presetClass="path" presetSubtype="0" decel="50000" fill="hold" grpId="1" nodeType="withEffect">
                                  <p:stCondLst>
                                    <p:cond delay="0"/>
                                  </p:stCondLst>
                                  <p:childTnLst>
                                    <p:animMotion origin="layout" path="M 0.01523 -3.7037E-6 L -0.10885 -3.7037E-6 " pathEditMode="relative" rAng="0" ptsTypes="AA">
                                      <p:cBhvr>
                                        <p:cTn id="23" dur="750" spd="-100000" fill="hold"/>
                                        <p:tgtEl>
                                          <p:spTgt spid="8"/>
                                        </p:tgtEl>
                                        <p:attrNameLst>
                                          <p:attrName>ppt_x</p:attrName>
                                          <p:attrName>ppt_y</p:attrName>
                                        </p:attrNameLst>
                                      </p:cBhvr>
                                      <p:rCtr x="-6211" y="0"/>
                                    </p:animMotion>
                                  </p:childTnLst>
                                </p:cTn>
                              </p:par>
                              <p:par>
                                <p:cTn id="24" presetID="35" presetClass="path" presetSubtype="0" accel="50000" decel="50000" fill="hold" grpId="2" nodeType="withEffect">
                                  <p:stCondLst>
                                    <p:cond delay="750"/>
                                  </p:stCondLst>
                                  <p:childTnLst>
                                    <p:animMotion origin="layout" path="M 0.01601 -3.7037E-6 L 8.33333E-7 -3.7037E-6 " pathEditMode="relative" rAng="0" ptsTypes="AA">
                                      <p:cBhvr>
                                        <p:cTn id="25" dur="750" fill="hold"/>
                                        <p:tgtEl>
                                          <p:spTgt spid="8"/>
                                        </p:tgtEl>
                                        <p:attrNameLst>
                                          <p:attrName>ppt_x</p:attrName>
                                          <p:attrName>ppt_y</p:attrName>
                                        </p:attrNameLst>
                                      </p:cBhvr>
                                      <p:rCtr x="-807" y="0"/>
                                    </p:animMotion>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750"/>
                                        <p:tgtEl>
                                          <p:spTgt spid="12"/>
                                        </p:tgtEl>
                                      </p:cBhvr>
                                    </p:animEffect>
                                  </p:childTnLst>
                                </p:cTn>
                              </p:par>
                              <p:par>
                                <p:cTn id="29" presetID="63" presetClass="path" presetSubtype="0" decel="50000" fill="hold" grpId="1" nodeType="withEffect">
                                  <p:stCondLst>
                                    <p:cond delay="0"/>
                                  </p:stCondLst>
                                  <p:childTnLst>
                                    <p:animMotion origin="layout" path="M 0.01523 -3.7037E-6 L -0.10885 -3.7037E-6 " pathEditMode="relative" rAng="0" ptsTypes="AA">
                                      <p:cBhvr>
                                        <p:cTn id="30" dur="750" spd="-100000" fill="hold"/>
                                        <p:tgtEl>
                                          <p:spTgt spid="12"/>
                                        </p:tgtEl>
                                        <p:attrNameLst>
                                          <p:attrName>ppt_x</p:attrName>
                                          <p:attrName>ppt_y</p:attrName>
                                        </p:attrNameLst>
                                      </p:cBhvr>
                                      <p:rCtr x="-6211" y="0"/>
                                    </p:animMotion>
                                  </p:childTnLst>
                                </p:cTn>
                              </p:par>
                              <p:par>
                                <p:cTn id="31" presetID="35" presetClass="path" presetSubtype="0" accel="50000" decel="50000" fill="hold" grpId="2" nodeType="withEffect">
                                  <p:stCondLst>
                                    <p:cond delay="750"/>
                                  </p:stCondLst>
                                  <p:childTnLst>
                                    <p:animMotion origin="layout" path="M 0.01601 -3.7037E-6 L 8.33333E-7 -3.7037E-6 " pathEditMode="relative" rAng="0" ptsTypes="AA">
                                      <p:cBhvr>
                                        <p:cTn id="32" dur="750" fill="hold"/>
                                        <p:tgtEl>
                                          <p:spTgt spid="12"/>
                                        </p:tgtEl>
                                        <p:attrNameLst>
                                          <p:attrName>ppt_x</p:attrName>
                                          <p:attrName>ppt_y</p:attrName>
                                        </p:attrNameLst>
                                      </p:cBhvr>
                                      <p:rCtr x="-807" y="0"/>
                                    </p:animMotion>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42" presetClass="path" presetSubtype="0" decel="30000" fill="hold" grpId="1" nodeType="withEffect">
                                  <p:stCondLst>
                                    <p:cond delay="0"/>
                                  </p:stCondLst>
                                  <p:childTnLst>
                                    <p:animMotion origin="layout" path="M 3.125E-6 -0.03981 L 3.125E-6 0.14815 " pathEditMode="relative" rAng="0" ptsTypes="AA">
                                      <p:cBhvr>
                                        <p:cTn id="37" dur="750" spd="-100000" fill="hold"/>
                                        <p:tgtEl>
                                          <p:spTgt spid="14"/>
                                        </p:tgtEl>
                                        <p:attrNameLst>
                                          <p:attrName>ppt_x</p:attrName>
                                          <p:attrName>ppt_y</p:attrName>
                                        </p:attrNameLst>
                                      </p:cBhvr>
                                      <p:rCtr x="0" y="9398"/>
                                    </p:animMotion>
                                  </p:childTnLst>
                                </p:cTn>
                              </p:par>
                              <p:par>
                                <p:cTn id="38" presetID="42" presetClass="path" presetSubtype="0" accel="30000" decel="30000" fill="hold" grpId="2" nodeType="withEffect">
                                  <p:stCondLst>
                                    <p:cond delay="750"/>
                                  </p:stCondLst>
                                  <p:childTnLst>
                                    <p:animMotion origin="layout" path="M 3.125E-6 -0.03981 L 3.125E-6 -3.7037E-6 " pathEditMode="relative" rAng="0" ptsTypes="AA">
                                      <p:cBhvr>
                                        <p:cTn id="39" dur="750" fill="hold"/>
                                        <p:tgtEl>
                                          <p:spTgt spid="14"/>
                                        </p:tgtEl>
                                        <p:attrNameLst>
                                          <p:attrName>ppt_x</p:attrName>
                                          <p:attrName>ppt_y</p:attrName>
                                        </p:attrNameLst>
                                      </p:cBhvr>
                                      <p:rCtr x="0" y="1991"/>
                                    </p:animMotion>
                                  </p:childTnLst>
                                </p:cTn>
                              </p:par>
                              <p:par>
                                <p:cTn id="40" presetID="10"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750"/>
                                        <p:tgtEl>
                                          <p:spTgt spid="11"/>
                                        </p:tgtEl>
                                      </p:cBhvr>
                                    </p:animEffect>
                                  </p:childTnLst>
                                </p:cTn>
                              </p:par>
                              <p:par>
                                <p:cTn id="43" presetID="63" presetClass="path" presetSubtype="0" decel="50000" fill="hold" grpId="1" nodeType="withEffect">
                                  <p:stCondLst>
                                    <p:cond delay="0"/>
                                  </p:stCondLst>
                                  <p:childTnLst>
                                    <p:animMotion origin="layout" path="M -0.01562 -3.7037E-6 L 0.11081 -3.7037E-6 " pathEditMode="relative" rAng="0" ptsTypes="AA">
                                      <p:cBhvr>
                                        <p:cTn id="44" dur="750" spd="-100000" fill="hold"/>
                                        <p:tgtEl>
                                          <p:spTgt spid="11"/>
                                        </p:tgtEl>
                                        <p:attrNameLst>
                                          <p:attrName>ppt_x</p:attrName>
                                          <p:attrName>ppt_y</p:attrName>
                                        </p:attrNameLst>
                                      </p:cBhvr>
                                      <p:rCtr x="6315" y="0"/>
                                    </p:animMotion>
                                  </p:childTnLst>
                                </p:cTn>
                              </p:par>
                              <p:par>
                                <p:cTn id="45" presetID="35" presetClass="path" presetSubtype="0" accel="50000" decel="50000" fill="hold" grpId="2" nodeType="withEffect">
                                  <p:stCondLst>
                                    <p:cond delay="750"/>
                                  </p:stCondLst>
                                  <p:childTnLst>
                                    <p:animMotion origin="layout" path="M -0.01562 -3.7037E-6 L -2.29167E-6 -3.7037E-6 " pathEditMode="relative" rAng="0" ptsTypes="AA">
                                      <p:cBhvr>
                                        <p:cTn id="46" dur="750" fill="hold"/>
                                        <p:tgtEl>
                                          <p:spTgt spid="11"/>
                                        </p:tgtEl>
                                        <p:attrNameLst>
                                          <p:attrName>ppt_x</p:attrName>
                                          <p:attrName>ppt_y</p:attrName>
                                        </p:attrNameLst>
                                      </p:cBhvr>
                                      <p:rCtr x="781" y="0"/>
                                    </p:animMotion>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64" presetClass="path" presetSubtype="0" decel="30000" fill="hold" grpId="1" nodeType="withEffect">
                                  <p:stCondLst>
                                    <p:cond delay="0"/>
                                  </p:stCondLst>
                                  <p:childTnLst>
                                    <p:animMotion origin="layout" path="M -4.58333E-6 0.03889 L -4.58333E-6 -0.14814 " pathEditMode="relative" rAng="0" ptsTypes="AA">
                                      <p:cBhvr>
                                        <p:cTn id="51" dur="750" spd="-100000" fill="hold"/>
                                        <p:tgtEl>
                                          <p:spTgt spid="16"/>
                                        </p:tgtEl>
                                        <p:attrNameLst>
                                          <p:attrName>ppt_x</p:attrName>
                                          <p:attrName>ppt_y</p:attrName>
                                        </p:attrNameLst>
                                      </p:cBhvr>
                                      <p:rCtr x="0" y="-9352"/>
                                    </p:animMotion>
                                  </p:childTnLst>
                                </p:cTn>
                              </p:par>
                              <p:par>
                                <p:cTn id="52" presetID="64" presetClass="path" presetSubtype="0" accel="30000" decel="30000" fill="hold" grpId="2" nodeType="withEffect">
                                  <p:stCondLst>
                                    <p:cond delay="750"/>
                                  </p:stCondLst>
                                  <p:childTnLst>
                                    <p:animMotion origin="layout" path="M -4.58333E-6 0.03843 L -4.58333E-6 -3.7037E-6 " pathEditMode="relative" rAng="0" ptsTypes="AA">
                                      <p:cBhvr>
                                        <p:cTn id="53" dur="750" fill="hold"/>
                                        <p:tgtEl>
                                          <p:spTgt spid="16"/>
                                        </p:tgtEl>
                                        <p:attrNameLst>
                                          <p:attrName>ppt_x</p:attrName>
                                          <p:attrName>ppt_y</p:attrName>
                                        </p:attrNameLst>
                                      </p:cBhvr>
                                      <p:rCtr x="0" y="-1921"/>
                                    </p:animMotion>
                                  </p:childTnLst>
                                </p:cTn>
                              </p:par>
                              <p:par>
                                <p:cTn id="54" presetID="10" presetClass="entr" presetSubtype="0" fill="hold" grpId="0" nodeType="withEffect">
                                  <p:stCondLst>
                                    <p:cond delay="0"/>
                                  </p:stCondLst>
                                  <p:childTnLst>
                                    <p:set>
                                      <p:cBhvr>
                                        <p:cTn id="55" dur="1" fill="hold">
                                          <p:stCondLst>
                                            <p:cond delay="0"/>
                                          </p:stCondLst>
                                        </p:cTn>
                                        <p:tgtEl>
                                          <p:spTgt spid="6"/>
                                        </p:tgtEl>
                                        <p:attrNameLst>
                                          <p:attrName>style.visibility</p:attrName>
                                        </p:attrNameLst>
                                      </p:cBhvr>
                                      <p:to>
                                        <p:strVal val="visible"/>
                                      </p:to>
                                    </p:set>
                                    <p:animEffect transition="in" filter="fade">
                                      <p:cBhvr>
                                        <p:cTn id="56" dur="500"/>
                                        <p:tgtEl>
                                          <p:spTgt spid="6"/>
                                        </p:tgtEl>
                                      </p:cBhvr>
                                    </p:animEffect>
                                  </p:childTnLst>
                                </p:cTn>
                              </p:par>
                            </p:childTnLst>
                          </p:cTn>
                        </p:par>
                        <p:par>
                          <p:cTn id="57" fill="hold">
                            <p:stCondLst>
                              <p:cond delay="500"/>
                            </p:stCondLst>
                            <p:childTnLst>
                              <p:par>
                                <p:cTn id="58" presetID="10" presetClass="entr" presetSubtype="0" fill="hold" grpId="0" nodeType="after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fade">
                                      <p:cBhvr>
                                        <p:cTn id="6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6" grpId="0" animBg="1"/>
      <p:bldP spid="7" grpId="0" animBg="1"/>
      <p:bldP spid="8" grpId="0" animBg="1"/>
      <p:bldP spid="8" grpId="1" animBg="1"/>
      <p:bldP spid="8" grpId="2" animBg="1"/>
      <p:bldP spid="11" grpId="0" animBg="1"/>
      <p:bldP spid="11" grpId="1" animBg="1"/>
      <p:bldP spid="11" grpId="2" animBg="1"/>
      <p:bldP spid="12" grpId="0" animBg="1"/>
      <p:bldP spid="12" grpId="1" animBg="1"/>
      <p:bldP spid="12" grpId="2" animBg="1"/>
      <p:bldP spid="13" grpId="0" animBg="1"/>
      <p:bldP spid="13" grpId="1" animBg="1"/>
      <p:bldP spid="13" grpId="2" animBg="1"/>
      <p:bldP spid="14" grpId="0" animBg="1"/>
      <p:bldP spid="14" grpId="1" animBg="1"/>
      <p:bldP spid="14" grpId="2" animBg="1"/>
      <p:bldP spid="16" grpId="0" animBg="1"/>
      <p:bldP spid="16" grpId="1" animBg="1"/>
      <p:bldP spid="16" grpId="2" animBg="1"/>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Caption">
    <p:spTree>
      <p:nvGrpSpPr>
        <p:cNvPr id="1" name="Shape 28"/>
        <p:cNvGrpSpPr/>
        <p:nvPr/>
      </p:nvGrpSpPr>
      <p:grpSpPr>
        <a:xfrm>
          <a:off x="0" y="0"/>
          <a:ext cx="0" cy="0"/>
          <a:chOff x="0" y="0"/>
          <a:chExt cx="0" cy="0"/>
        </a:xfrm>
      </p:grpSpPr>
      <p:sp>
        <p:nvSpPr>
          <p:cNvPr id="29" name="Shape 29"/>
          <p:cNvSpPr/>
          <p:nvPr/>
        </p:nvSpPr>
        <p:spPr>
          <a:xfrm>
            <a:off x="0" y="3429000"/>
            <a:ext cx="12192000" cy="3429000"/>
          </a:xfrm>
          <a:prstGeom prst="rect">
            <a:avLst/>
          </a:prstGeom>
          <a:solidFill>
            <a:srgbClr val="2388DB"/>
          </a:solidFill>
          <a:ln>
            <a:noFill/>
          </a:ln>
        </p:spPr>
        <p:txBody>
          <a:bodyPr lIns="91425" tIns="45700" rIns="91425" bIns="45700" anchor="ctr" anchorCtr="0">
            <a:noAutofit/>
          </a:bodyPr>
          <a:lstStyle/>
          <a:p>
            <a:pPr>
              <a:spcBef>
                <a:spcPts val="0"/>
              </a:spcBef>
              <a:buNone/>
            </a:pPr>
            <a:endParaRPr sz="1800"/>
          </a:p>
        </p:txBody>
      </p:sp>
      <p:sp>
        <p:nvSpPr>
          <p:cNvPr id="30" name="Shape 30"/>
          <p:cNvSpPr txBox="1">
            <a:spLocks noGrp="1"/>
          </p:cNvSpPr>
          <p:nvPr>
            <p:ph type="body" idx="1"/>
          </p:nvPr>
        </p:nvSpPr>
        <p:spPr>
          <a:xfrm>
            <a:off x="920426" y="3641186"/>
            <a:ext cx="6278488" cy="1083958"/>
          </a:xfrm>
          <a:prstGeom prst="rect">
            <a:avLst/>
          </a:prstGeom>
        </p:spPr>
        <p:txBody>
          <a:bodyPr lIns="91425" tIns="91425" rIns="91425" bIns="91425" anchor="t" anchorCtr="0">
            <a:normAutofit/>
          </a:bodyPr>
          <a:lstStyle>
            <a:lvl1pPr algn="l">
              <a:spcBef>
                <a:spcPts val="0"/>
              </a:spcBef>
              <a:buClr>
                <a:schemeClr val="lt1"/>
              </a:buClr>
              <a:buSzPct val="100000"/>
              <a:buNone/>
              <a:defRPr sz="4400">
                <a:solidFill>
                  <a:schemeClr val="bg1"/>
                </a:solidFill>
              </a:defRPr>
            </a:lvl1pPr>
          </a:lstStyle>
          <a:p>
            <a:endParaRPr dirty="0"/>
          </a:p>
        </p:txBody>
      </p:sp>
      <p:grpSp>
        <p:nvGrpSpPr>
          <p:cNvPr id="27" name="组合 26"/>
          <p:cNvGrpSpPr/>
          <p:nvPr userDrawn="1"/>
        </p:nvGrpSpPr>
        <p:grpSpPr>
          <a:xfrm>
            <a:off x="8794341" y="1112236"/>
            <a:ext cx="1958400" cy="1958400"/>
            <a:chOff x="304800" y="673100"/>
            <a:chExt cx="4000500" cy="4000500"/>
          </a:xfrm>
          <a:effectLst>
            <a:outerShdw blurRad="444500" dist="254000" dir="8100000" algn="tr" rotWithShape="0">
              <a:prstClr val="black">
                <a:alpha val="50000"/>
              </a:prstClr>
            </a:outerShdw>
          </a:effectLst>
        </p:grpSpPr>
        <p:sp>
          <p:nvSpPr>
            <p:cNvPr id="28" name="同心圆 597"/>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1" name="椭圆 30"/>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
        <p:nvSpPr>
          <p:cNvPr id="32" name="椭圆 31"/>
          <p:cNvSpPr/>
          <p:nvPr userDrawn="1"/>
        </p:nvSpPr>
        <p:spPr>
          <a:xfrm>
            <a:off x="11402664" y="1935398"/>
            <a:ext cx="494927" cy="494927"/>
          </a:xfrm>
          <a:prstGeom prst="ellipse">
            <a:avLst/>
          </a:prstGeom>
          <a:solidFill>
            <a:schemeClr val="accent1"/>
          </a:solidFill>
          <a:ln>
            <a:noFill/>
          </a:ln>
          <a:effectLst>
            <a:outerShdw blurRad="317500" dist="1905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3" name="椭圆 32"/>
          <p:cNvSpPr/>
          <p:nvPr userDrawn="1"/>
        </p:nvSpPr>
        <p:spPr>
          <a:xfrm>
            <a:off x="9158018" y="270473"/>
            <a:ext cx="366454" cy="366454"/>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3200"/>
          </a:p>
        </p:txBody>
      </p:sp>
      <p:grpSp>
        <p:nvGrpSpPr>
          <p:cNvPr id="34" name="组合 33"/>
          <p:cNvGrpSpPr/>
          <p:nvPr userDrawn="1"/>
        </p:nvGrpSpPr>
        <p:grpSpPr>
          <a:xfrm>
            <a:off x="8582993" y="4198267"/>
            <a:ext cx="401506" cy="401506"/>
            <a:chOff x="304800" y="673100"/>
            <a:chExt cx="4000500" cy="4000500"/>
          </a:xfrm>
          <a:effectLst>
            <a:outerShdw blurRad="381000" dist="152400" dir="8100000" algn="tr" rotWithShape="0">
              <a:prstClr val="black">
                <a:alpha val="70000"/>
              </a:prstClr>
            </a:outerShdw>
          </a:effectLst>
        </p:grpSpPr>
        <p:sp>
          <p:nvSpPr>
            <p:cNvPr id="35" name="同心圆 60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6" name="椭圆 35"/>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37" name="组合 36"/>
          <p:cNvGrpSpPr/>
          <p:nvPr userDrawn="1"/>
        </p:nvGrpSpPr>
        <p:grpSpPr>
          <a:xfrm>
            <a:off x="10890798" y="484292"/>
            <a:ext cx="832063" cy="832063"/>
            <a:chOff x="304800" y="673100"/>
            <a:chExt cx="4000500" cy="4000500"/>
          </a:xfrm>
          <a:effectLst>
            <a:outerShdw blurRad="317500" dist="190500" dir="8100000" algn="tr" rotWithShape="0">
              <a:prstClr val="black">
                <a:alpha val="50000"/>
              </a:prstClr>
            </a:outerShdw>
          </a:effectLst>
        </p:grpSpPr>
        <p:sp>
          <p:nvSpPr>
            <p:cNvPr id="38" name="同心圆 60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9" name="椭圆 38"/>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40" name="组合 39"/>
          <p:cNvGrpSpPr/>
          <p:nvPr userDrawn="1"/>
        </p:nvGrpSpPr>
        <p:grpSpPr>
          <a:xfrm>
            <a:off x="9846441" y="3611394"/>
            <a:ext cx="383981" cy="383981"/>
            <a:chOff x="304800" y="673100"/>
            <a:chExt cx="4000500" cy="4000500"/>
          </a:xfrm>
          <a:effectLst>
            <a:outerShdw blurRad="381000" dist="152400" dir="8100000" algn="tr" rotWithShape="0">
              <a:prstClr val="black">
                <a:alpha val="70000"/>
              </a:prstClr>
            </a:outerShdw>
          </a:effectLst>
        </p:grpSpPr>
        <p:sp>
          <p:nvSpPr>
            <p:cNvPr id="41" name="同心圆 6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42" name="椭圆 41"/>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
        <p:nvSpPr>
          <p:cNvPr id="43" name="椭圆 42"/>
          <p:cNvSpPr/>
          <p:nvPr userDrawn="1"/>
        </p:nvSpPr>
        <p:spPr>
          <a:xfrm>
            <a:off x="11356407" y="5318332"/>
            <a:ext cx="366454" cy="366454"/>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3200"/>
          </a:p>
        </p:txBody>
      </p:sp>
      <p:sp>
        <p:nvSpPr>
          <p:cNvPr id="44" name="椭圆 43"/>
          <p:cNvSpPr/>
          <p:nvPr userDrawn="1"/>
        </p:nvSpPr>
        <p:spPr>
          <a:xfrm>
            <a:off x="10138808" y="5012760"/>
            <a:ext cx="183228" cy="183228"/>
          </a:xfrm>
          <a:prstGeom prst="ellipse">
            <a:avLst/>
          </a:prstGeom>
          <a:solidFill>
            <a:schemeClr val="accent1"/>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nvGrpSpPr>
          <p:cNvPr id="45" name="组合 44"/>
          <p:cNvGrpSpPr/>
          <p:nvPr userDrawn="1"/>
        </p:nvGrpSpPr>
        <p:grpSpPr>
          <a:xfrm>
            <a:off x="10573768" y="2953691"/>
            <a:ext cx="952206" cy="952206"/>
            <a:chOff x="304800" y="673100"/>
            <a:chExt cx="4000500" cy="4000500"/>
          </a:xfrm>
          <a:effectLst>
            <a:outerShdw blurRad="317500" dist="190500" dir="8100000" algn="tr" rotWithShape="0">
              <a:prstClr val="black">
                <a:alpha val="50000"/>
              </a:prstClr>
            </a:outerShdw>
          </a:effectLst>
        </p:grpSpPr>
        <p:sp>
          <p:nvSpPr>
            <p:cNvPr id="46" name="同心圆 616"/>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47" name="椭圆 46"/>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48" name="组合 47"/>
          <p:cNvGrpSpPr/>
          <p:nvPr userDrawn="1"/>
        </p:nvGrpSpPr>
        <p:grpSpPr>
          <a:xfrm>
            <a:off x="7699564" y="2267253"/>
            <a:ext cx="293104" cy="293104"/>
            <a:chOff x="304800" y="673100"/>
            <a:chExt cx="4000500" cy="4000500"/>
          </a:xfrm>
          <a:effectLst>
            <a:outerShdw blurRad="381000" dist="152400" dir="8100000" algn="tr" rotWithShape="0">
              <a:prstClr val="black">
                <a:alpha val="70000"/>
              </a:prstClr>
            </a:outerShdw>
          </a:effectLst>
        </p:grpSpPr>
        <p:sp>
          <p:nvSpPr>
            <p:cNvPr id="49" name="同心圆 60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50" name="椭圆 49"/>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pic>
        <p:nvPicPr>
          <p:cNvPr id="51" name="图片 50"/>
          <p:cNvPicPr>
            <a:picLocks noChangeAspect="1"/>
          </p:cNvPicPr>
          <p:nvPr userDrawn="1"/>
        </p:nvPicPr>
        <p:blipFill>
          <a:blip r:embed="rId2"/>
          <a:stretch>
            <a:fillRect/>
          </a:stretch>
        </p:blipFill>
        <p:spPr>
          <a:xfrm>
            <a:off x="8948755" y="1776927"/>
            <a:ext cx="1622409" cy="5120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400"/>
                                  </p:stCondLst>
                                  <p:childTnLst>
                                    <p:set>
                                      <p:cBhvr>
                                        <p:cTn id="6" dur="1" fill="hold">
                                          <p:stCondLst>
                                            <p:cond delay="0"/>
                                          </p:stCondLst>
                                        </p:cTn>
                                        <p:tgtEl>
                                          <p:spTgt spid="27"/>
                                        </p:tgtEl>
                                        <p:attrNameLst>
                                          <p:attrName>style.visibility</p:attrName>
                                        </p:attrNameLst>
                                      </p:cBhvr>
                                      <p:to>
                                        <p:strVal val="visible"/>
                                      </p:to>
                                    </p:set>
                                  </p:childTnLst>
                                </p:cTn>
                              </p:par>
                              <p:par>
                                <p:cTn id="7" presetID="53" presetClass="entr" presetSubtype="16" fill="hold" nodeType="withEffect">
                                  <p:stCondLst>
                                    <p:cond delay="400"/>
                                  </p:stCondLst>
                                  <p:childTnLst>
                                    <p:set>
                                      <p:cBhvr>
                                        <p:cTn id="8" dur="1" fill="hold">
                                          <p:stCondLst>
                                            <p:cond delay="0"/>
                                          </p:stCondLst>
                                        </p:cTn>
                                        <p:tgtEl>
                                          <p:spTgt spid="27"/>
                                        </p:tgtEl>
                                        <p:attrNameLst>
                                          <p:attrName>style.visibility</p:attrName>
                                        </p:attrNameLst>
                                      </p:cBhvr>
                                      <p:to>
                                        <p:strVal val="visible"/>
                                      </p:to>
                                    </p:set>
                                    <p:anim calcmode="lin" valueType="num">
                                      <p:cBhvr>
                                        <p:cTn id="9" dur="1000" fill="hold"/>
                                        <p:tgtEl>
                                          <p:spTgt spid="27"/>
                                        </p:tgtEl>
                                        <p:attrNameLst>
                                          <p:attrName>ppt_w</p:attrName>
                                        </p:attrNameLst>
                                      </p:cBhvr>
                                      <p:tavLst>
                                        <p:tav tm="0">
                                          <p:val>
                                            <p:fltVal val="0"/>
                                          </p:val>
                                        </p:tav>
                                        <p:tav tm="100000">
                                          <p:val>
                                            <p:strVal val="#ppt_w"/>
                                          </p:val>
                                        </p:tav>
                                      </p:tavLst>
                                    </p:anim>
                                    <p:anim calcmode="lin" valueType="num">
                                      <p:cBhvr>
                                        <p:cTn id="10" dur="1000" fill="hold"/>
                                        <p:tgtEl>
                                          <p:spTgt spid="27"/>
                                        </p:tgtEl>
                                        <p:attrNameLst>
                                          <p:attrName>ppt_h</p:attrName>
                                        </p:attrNameLst>
                                      </p:cBhvr>
                                      <p:tavLst>
                                        <p:tav tm="0">
                                          <p:val>
                                            <p:fltVal val="0"/>
                                          </p:val>
                                        </p:tav>
                                        <p:tav tm="100000">
                                          <p:val>
                                            <p:strVal val="#ppt_h"/>
                                          </p:val>
                                        </p:tav>
                                      </p:tavLst>
                                    </p:anim>
                                    <p:animEffect transition="in" filter="fade">
                                      <p:cBhvr>
                                        <p:cTn id="11" dur="1000"/>
                                        <p:tgtEl>
                                          <p:spTgt spid="27"/>
                                        </p:tgtEl>
                                      </p:cBhvr>
                                    </p:animEffect>
                                  </p:childTnLst>
                                </p:cTn>
                              </p:par>
                              <p:par>
                                <p:cTn id="12" presetID="64" presetClass="path" presetSubtype="0" fill="hold" nodeType="withEffect">
                                  <p:stCondLst>
                                    <p:cond delay="400"/>
                                  </p:stCondLst>
                                  <p:childTnLst>
                                    <p:animMotion origin="layout" path="M -2.5E-6 -1.11111E-6 L 0.38867 0.84329 " pathEditMode="relative" rAng="0" ptsTypes="AA">
                                      <p:cBhvr>
                                        <p:cTn id="13" dur="1000" spd="-100000" fill="hold"/>
                                        <p:tgtEl>
                                          <p:spTgt spid="27"/>
                                        </p:tgtEl>
                                        <p:attrNameLst>
                                          <p:attrName>ppt_x</p:attrName>
                                          <p:attrName>ppt_y</p:attrName>
                                        </p:attrNameLst>
                                      </p:cBhvr>
                                      <p:rCtr x="19427" y="42153"/>
                                    </p:animMotion>
                                  </p:childTnLst>
                                </p:cTn>
                              </p:par>
                              <p:par>
                                <p:cTn id="14" presetID="1" presetClass="entr" presetSubtype="0" fill="hold" grpId="0" nodeType="withEffect">
                                  <p:stCondLst>
                                    <p:cond delay="300"/>
                                  </p:stCondLst>
                                  <p:childTnLst>
                                    <p:set>
                                      <p:cBhvr>
                                        <p:cTn id="15" dur="1" fill="hold">
                                          <p:stCondLst>
                                            <p:cond delay="0"/>
                                          </p:stCondLst>
                                        </p:cTn>
                                        <p:tgtEl>
                                          <p:spTgt spid="33"/>
                                        </p:tgtEl>
                                        <p:attrNameLst>
                                          <p:attrName>style.visibility</p:attrName>
                                        </p:attrNameLst>
                                      </p:cBhvr>
                                      <p:to>
                                        <p:strVal val="visible"/>
                                      </p:to>
                                    </p:set>
                                  </p:childTnLst>
                                </p:cTn>
                              </p:par>
                              <p:par>
                                <p:cTn id="16" presetID="53" presetClass="entr" presetSubtype="16" fill="hold" grpId="1" nodeType="withEffect">
                                  <p:stCondLst>
                                    <p:cond delay="300"/>
                                  </p:stCondLst>
                                  <p:childTnLst>
                                    <p:set>
                                      <p:cBhvr>
                                        <p:cTn id="17" dur="1" fill="hold">
                                          <p:stCondLst>
                                            <p:cond delay="0"/>
                                          </p:stCondLst>
                                        </p:cTn>
                                        <p:tgtEl>
                                          <p:spTgt spid="33"/>
                                        </p:tgtEl>
                                        <p:attrNameLst>
                                          <p:attrName>style.visibility</p:attrName>
                                        </p:attrNameLst>
                                      </p:cBhvr>
                                      <p:to>
                                        <p:strVal val="visible"/>
                                      </p:to>
                                    </p:set>
                                    <p:anim calcmode="lin" valueType="num">
                                      <p:cBhvr>
                                        <p:cTn id="18" dur="1000" fill="hold"/>
                                        <p:tgtEl>
                                          <p:spTgt spid="33"/>
                                        </p:tgtEl>
                                        <p:attrNameLst>
                                          <p:attrName>ppt_w</p:attrName>
                                        </p:attrNameLst>
                                      </p:cBhvr>
                                      <p:tavLst>
                                        <p:tav tm="0">
                                          <p:val>
                                            <p:fltVal val="0"/>
                                          </p:val>
                                        </p:tav>
                                        <p:tav tm="100000">
                                          <p:val>
                                            <p:strVal val="#ppt_w"/>
                                          </p:val>
                                        </p:tav>
                                      </p:tavLst>
                                    </p:anim>
                                    <p:anim calcmode="lin" valueType="num">
                                      <p:cBhvr>
                                        <p:cTn id="19" dur="1000" fill="hold"/>
                                        <p:tgtEl>
                                          <p:spTgt spid="33"/>
                                        </p:tgtEl>
                                        <p:attrNameLst>
                                          <p:attrName>ppt_h</p:attrName>
                                        </p:attrNameLst>
                                      </p:cBhvr>
                                      <p:tavLst>
                                        <p:tav tm="0">
                                          <p:val>
                                            <p:fltVal val="0"/>
                                          </p:val>
                                        </p:tav>
                                        <p:tav tm="100000">
                                          <p:val>
                                            <p:strVal val="#ppt_h"/>
                                          </p:val>
                                        </p:tav>
                                      </p:tavLst>
                                    </p:anim>
                                    <p:animEffect transition="in" filter="fade">
                                      <p:cBhvr>
                                        <p:cTn id="20" dur="1000"/>
                                        <p:tgtEl>
                                          <p:spTgt spid="33"/>
                                        </p:tgtEl>
                                      </p:cBhvr>
                                    </p:animEffect>
                                  </p:childTnLst>
                                </p:cTn>
                              </p:par>
                              <p:par>
                                <p:cTn id="21" presetID="64" presetClass="path" presetSubtype="0" fill="hold" grpId="2" nodeType="withEffect">
                                  <p:stCondLst>
                                    <p:cond delay="300"/>
                                  </p:stCondLst>
                                  <p:childTnLst>
                                    <p:animMotion origin="layout" path="M 2.77778E-6 2.422E-6 L 0.39375 -0.33797 " pathEditMode="relative" rAng="0" ptsTypes="AA">
                                      <p:cBhvr>
                                        <p:cTn id="22" dur="1000" spd="-100000" fill="hold"/>
                                        <p:tgtEl>
                                          <p:spTgt spid="33"/>
                                        </p:tgtEl>
                                        <p:attrNameLst>
                                          <p:attrName>ppt_x</p:attrName>
                                          <p:attrName>ppt_y</p:attrName>
                                        </p:attrNameLst>
                                      </p:cBhvr>
                                      <p:rCtr x="19688" y="-16898"/>
                                    </p:animMotion>
                                  </p:childTnLst>
                                </p:cTn>
                              </p:par>
                              <p:par>
                                <p:cTn id="23" presetID="1" presetClass="entr" presetSubtype="0" fill="hold" nodeType="withEffect">
                                  <p:stCondLst>
                                    <p:cond delay="300"/>
                                  </p:stCondLst>
                                  <p:childTnLst>
                                    <p:set>
                                      <p:cBhvr>
                                        <p:cTn id="24" dur="1" fill="hold">
                                          <p:stCondLst>
                                            <p:cond delay="0"/>
                                          </p:stCondLst>
                                        </p:cTn>
                                        <p:tgtEl>
                                          <p:spTgt spid="34"/>
                                        </p:tgtEl>
                                        <p:attrNameLst>
                                          <p:attrName>style.visibility</p:attrName>
                                        </p:attrNameLst>
                                      </p:cBhvr>
                                      <p:to>
                                        <p:strVal val="visible"/>
                                      </p:to>
                                    </p:set>
                                  </p:childTnLst>
                                </p:cTn>
                              </p:par>
                              <p:par>
                                <p:cTn id="25" presetID="53" presetClass="entr" presetSubtype="16" fill="hold" nodeType="withEffect">
                                  <p:stCondLst>
                                    <p:cond delay="300"/>
                                  </p:stCondLst>
                                  <p:childTnLst>
                                    <p:set>
                                      <p:cBhvr>
                                        <p:cTn id="26" dur="1" fill="hold">
                                          <p:stCondLst>
                                            <p:cond delay="0"/>
                                          </p:stCondLst>
                                        </p:cTn>
                                        <p:tgtEl>
                                          <p:spTgt spid="34"/>
                                        </p:tgtEl>
                                        <p:attrNameLst>
                                          <p:attrName>style.visibility</p:attrName>
                                        </p:attrNameLst>
                                      </p:cBhvr>
                                      <p:to>
                                        <p:strVal val="visible"/>
                                      </p:to>
                                    </p:set>
                                    <p:anim calcmode="lin" valueType="num">
                                      <p:cBhvr>
                                        <p:cTn id="27" dur="1000" fill="hold"/>
                                        <p:tgtEl>
                                          <p:spTgt spid="34"/>
                                        </p:tgtEl>
                                        <p:attrNameLst>
                                          <p:attrName>ppt_w</p:attrName>
                                        </p:attrNameLst>
                                      </p:cBhvr>
                                      <p:tavLst>
                                        <p:tav tm="0">
                                          <p:val>
                                            <p:fltVal val="0"/>
                                          </p:val>
                                        </p:tav>
                                        <p:tav tm="100000">
                                          <p:val>
                                            <p:strVal val="#ppt_w"/>
                                          </p:val>
                                        </p:tav>
                                      </p:tavLst>
                                    </p:anim>
                                    <p:anim calcmode="lin" valueType="num">
                                      <p:cBhvr>
                                        <p:cTn id="28" dur="1000" fill="hold"/>
                                        <p:tgtEl>
                                          <p:spTgt spid="34"/>
                                        </p:tgtEl>
                                        <p:attrNameLst>
                                          <p:attrName>ppt_h</p:attrName>
                                        </p:attrNameLst>
                                      </p:cBhvr>
                                      <p:tavLst>
                                        <p:tav tm="0">
                                          <p:val>
                                            <p:fltVal val="0"/>
                                          </p:val>
                                        </p:tav>
                                        <p:tav tm="100000">
                                          <p:val>
                                            <p:strVal val="#ppt_h"/>
                                          </p:val>
                                        </p:tav>
                                      </p:tavLst>
                                    </p:anim>
                                    <p:animEffect transition="in" filter="fade">
                                      <p:cBhvr>
                                        <p:cTn id="29" dur="1000"/>
                                        <p:tgtEl>
                                          <p:spTgt spid="34"/>
                                        </p:tgtEl>
                                      </p:cBhvr>
                                    </p:animEffect>
                                  </p:childTnLst>
                                </p:cTn>
                              </p:par>
                              <p:par>
                                <p:cTn id="30" presetID="64" presetClass="path" presetSubtype="0" fill="hold" nodeType="withEffect">
                                  <p:stCondLst>
                                    <p:cond delay="300"/>
                                  </p:stCondLst>
                                  <p:childTnLst>
                                    <p:animMotion origin="layout" path="M 1.11111E-6 2.46914E-7 L 0.20451 0.58426 " pathEditMode="relative" rAng="0" ptsTypes="AA">
                                      <p:cBhvr>
                                        <p:cTn id="31" dur="1000" spd="-100000" fill="hold"/>
                                        <p:tgtEl>
                                          <p:spTgt spid="34"/>
                                        </p:tgtEl>
                                        <p:attrNameLst>
                                          <p:attrName>ppt_x</p:attrName>
                                          <p:attrName>ppt_y</p:attrName>
                                        </p:attrNameLst>
                                      </p:cBhvr>
                                      <p:rCtr x="10226" y="29198"/>
                                    </p:animMotion>
                                  </p:childTnLst>
                                </p:cTn>
                              </p:par>
                              <p:par>
                                <p:cTn id="32" presetID="1" presetClass="entr" presetSubtype="0" fill="hold" nodeType="withEffect">
                                  <p:stCondLst>
                                    <p:cond delay="0"/>
                                  </p:stCondLst>
                                  <p:childTnLst>
                                    <p:set>
                                      <p:cBhvr>
                                        <p:cTn id="33" dur="1" fill="hold">
                                          <p:stCondLst>
                                            <p:cond delay="0"/>
                                          </p:stCondLst>
                                        </p:cTn>
                                        <p:tgtEl>
                                          <p:spTgt spid="37"/>
                                        </p:tgtEl>
                                        <p:attrNameLst>
                                          <p:attrName>style.visibility</p:attrName>
                                        </p:attrNameLst>
                                      </p:cBhvr>
                                      <p:to>
                                        <p:strVal val="visible"/>
                                      </p:to>
                                    </p:set>
                                  </p:childTnLst>
                                </p:cTn>
                              </p:par>
                              <p:par>
                                <p:cTn id="34" presetID="53" presetClass="entr" presetSubtype="16" fill="hold" nodeType="withEffect">
                                  <p:stCondLst>
                                    <p:cond delay="0"/>
                                  </p:stCondLst>
                                  <p:childTnLst>
                                    <p:set>
                                      <p:cBhvr>
                                        <p:cTn id="35" dur="1" fill="hold">
                                          <p:stCondLst>
                                            <p:cond delay="0"/>
                                          </p:stCondLst>
                                        </p:cTn>
                                        <p:tgtEl>
                                          <p:spTgt spid="37"/>
                                        </p:tgtEl>
                                        <p:attrNameLst>
                                          <p:attrName>style.visibility</p:attrName>
                                        </p:attrNameLst>
                                      </p:cBhvr>
                                      <p:to>
                                        <p:strVal val="visible"/>
                                      </p:to>
                                    </p:set>
                                    <p:anim calcmode="lin" valueType="num">
                                      <p:cBhvr>
                                        <p:cTn id="36" dur="1000" fill="hold"/>
                                        <p:tgtEl>
                                          <p:spTgt spid="37"/>
                                        </p:tgtEl>
                                        <p:attrNameLst>
                                          <p:attrName>ppt_w</p:attrName>
                                        </p:attrNameLst>
                                      </p:cBhvr>
                                      <p:tavLst>
                                        <p:tav tm="0">
                                          <p:val>
                                            <p:fltVal val="0"/>
                                          </p:val>
                                        </p:tav>
                                        <p:tav tm="100000">
                                          <p:val>
                                            <p:strVal val="#ppt_w"/>
                                          </p:val>
                                        </p:tav>
                                      </p:tavLst>
                                    </p:anim>
                                    <p:anim calcmode="lin" valueType="num">
                                      <p:cBhvr>
                                        <p:cTn id="37" dur="1000" fill="hold"/>
                                        <p:tgtEl>
                                          <p:spTgt spid="37"/>
                                        </p:tgtEl>
                                        <p:attrNameLst>
                                          <p:attrName>ppt_h</p:attrName>
                                        </p:attrNameLst>
                                      </p:cBhvr>
                                      <p:tavLst>
                                        <p:tav tm="0">
                                          <p:val>
                                            <p:fltVal val="0"/>
                                          </p:val>
                                        </p:tav>
                                        <p:tav tm="100000">
                                          <p:val>
                                            <p:strVal val="#ppt_h"/>
                                          </p:val>
                                        </p:tav>
                                      </p:tavLst>
                                    </p:anim>
                                    <p:animEffect transition="in" filter="fade">
                                      <p:cBhvr>
                                        <p:cTn id="38" dur="1000"/>
                                        <p:tgtEl>
                                          <p:spTgt spid="37"/>
                                        </p:tgtEl>
                                      </p:cBhvr>
                                    </p:animEffect>
                                  </p:childTnLst>
                                </p:cTn>
                              </p:par>
                              <p:par>
                                <p:cTn id="39" presetID="64" presetClass="path" presetSubtype="0" fill="hold" nodeType="withEffect">
                                  <p:stCondLst>
                                    <p:cond delay="0"/>
                                  </p:stCondLst>
                                  <p:childTnLst>
                                    <p:animMotion origin="layout" path="M 1.11111E-6 3.7037E-7 L -0.52465 -0.50957 " pathEditMode="relative" rAng="0" ptsTypes="AA">
                                      <p:cBhvr>
                                        <p:cTn id="40" dur="1000" spd="-100000" fill="hold"/>
                                        <p:tgtEl>
                                          <p:spTgt spid="37"/>
                                        </p:tgtEl>
                                        <p:attrNameLst>
                                          <p:attrName>ppt_x</p:attrName>
                                          <p:attrName>ppt_y</p:attrName>
                                        </p:attrNameLst>
                                      </p:cBhvr>
                                      <p:rCtr x="-26233" y="-25494"/>
                                    </p:animMotion>
                                  </p:childTnLst>
                                </p:cTn>
                              </p:par>
                              <p:par>
                                <p:cTn id="41" presetID="1" presetClass="entr" presetSubtype="0" fill="hold" grpId="0" nodeType="withEffect">
                                  <p:stCondLst>
                                    <p:cond delay="200"/>
                                  </p:stCondLst>
                                  <p:childTnLst>
                                    <p:set>
                                      <p:cBhvr>
                                        <p:cTn id="42" dur="1" fill="hold">
                                          <p:stCondLst>
                                            <p:cond delay="0"/>
                                          </p:stCondLst>
                                        </p:cTn>
                                        <p:tgtEl>
                                          <p:spTgt spid="43"/>
                                        </p:tgtEl>
                                        <p:attrNameLst>
                                          <p:attrName>style.visibility</p:attrName>
                                        </p:attrNameLst>
                                      </p:cBhvr>
                                      <p:to>
                                        <p:strVal val="visible"/>
                                      </p:to>
                                    </p:set>
                                  </p:childTnLst>
                                </p:cTn>
                              </p:par>
                              <p:par>
                                <p:cTn id="43" presetID="53" presetClass="entr" presetSubtype="16" fill="hold" grpId="1" nodeType="withEffect">
                                  <p:stCondLst>
                                    <p:cond delay="200"/>
                                  </p:stCondLst>
                                  <p:childTnLst>
                                    <p:set>
                                      <p:cBhvr>
                                        <p:cTn id="44" dur="1" fill="hold">
                                          <p:stCondLst>
                                            <p:cond delay="0"/>
                                          </p:stCondLst>
                                        </p:cTn>
                                        <p:tgtEl>
                                          <p:spTgt spid="43"/>
                                        </p:tgtEl>
                                        <p:attrNameLst>
                                          <p:attrName>style.visibility</p:attrName>
                                        </p:attrNameLst>
                                      </p:cBhvr>
                                      <p:to>
                                        <p:strVal val="visible"/>
                                      </p:to>
                                    </p:set>
                                    <p:anim calcmode="lin" valueType="num">
                                      <p:cBhvr>
                                        <p:cTn id="45" dur="1000" fill="hold"/>
                                        <p:tgtEl>
                                          <p:spTgt spid="43"/>
                                        </p:tgtEl>
                                        <p:attrNameLst>
                                          <p:attrName>ppt_w</p:attrName>
                                        </p:attrNameLst>
                                      </p:cBhvr>
                                      <p:tavLst>
                                        <p:tav tm="0">
                                          <p:val>
                                            <p:fltVal val="0"/>
                                          </p:val>
                                        </p:tav>
                                        <p:tav tm="100000">
                                          <p:val>
                                            <p:strVal val="#ppt_w"/>
                                          </p:val>
                                        </p:tav>
                                      </p:tavLst>
                                    </p:anim>
                                    <p:anim calcmode="lin" valueType="num">
                                      <p:cBhvr>
                                        <p:cTn id="46" dur="1000" fill="hold"/>
                                        <p:tgtEl>
                                          <p:spTgt spid="43"/>
                                        </p:tgtEl>
                                        <p:attrNameLst>
                                          <p:attrName>ppt_h</p:attrName>
                                        </p:attrNameLst>
                                      </p:cBhvr>
                                      <p:tavLst>
                                        <p:tav tm="0">
                                          <p:val>
                                            <p:fltVal val="0"/>
                                          </p:val>
                                        </p:tav>
                                        <p:tav tm="100000">
                                          <p:val>
                                            <p:strVal val="#ppt_h"/>
                                          </p:val>
                                        </p:tav>
                                      </p:tavLst>
                                    </p:anim>
                                    <p:animEffect transition="in" filter="fade">
                                      <p:cBhvr>
                                        <p:cTn id="47" dur="1000"/>
                                        <p:tgtEl>
                                          <p:spTgt spid="43"/>
                                        </p:tgtEl>
                                      </p:cBhvr>
                                    </p:animEffect>
                                  </p:childTnLst>
                                </p:cTn>
                              </p:par>
                              <p:par>
                                <p:cTn id="48" presetID="64" presetClass="path" presetSubtype="0" fill="hold" grpId="2" nodeType="withEffect">
                                  <p:stCondLst>
                                    <p:cond delay="200"/>
                                  </p:stCondLst>
                                  <p:childTnLst>
                                    <p:animMotion origin="layout" path="M -2.22222E-6 1.18319E-6 L 0.21702 -0.37071 " pathEditMode="relative" rAng="0" ptsTypes="AA">
                                      <p:cBhvr>
                                        <p:cTn id="49" dur="1000" spd="-100000" fill="hold"/>
                                        <p:tgtEl>
                                          <p:spTgt spid="43"/>
                                        </p:tgtEl>
                                        <p:attrNameLst>
                                          <p:attrName>ppt_x</p:attrName>
                                          <p:attrName>ppt_y</p:attrName>
                                        </p:attrNameLst>
                                      </p:cBhvr>
                                      <p:rCtr x="10851" y="-18536"/>
                                    </p:animMotion>
                                  </p:childTnLst>
                                </p:cTn>
                              </p:par>
                              <p:par>
                                <p:cTn id="50" presetID="1" presetClass="entr" presetSubtype="0" fill="hold" grpId="0" nodeType="withEffect">
                                  <p:stCondLst>
                                    <p:cond delay="400"/>
                                  </p:stCondLst>
                                  <p:childTnLst>
                                    <p:set>
                                      <p:cBhvr>
                                        <p:cTn id="51" dur="1" fill="hold">
                                          <p:stCondLst>
                                            <p:cond delay="0"/>
                                          </p:stCondLst>
                                        </p:cTn>
                                        <p:tgtEl>
                                          <p:spTgt spid="44"/>
                                        </p:tgtEl>
                                        <p:attrNameLst>
                                          <p:attrName>style.visibility</p:attrName>
                                        </p:attrNameLst>
                                      </p:cBhvr>
                                      <p:to>
                                        <p:strVal val="visible"/>
                                      </p:to>
                                    </p:set>
                                  </p:childTnLst>
                                </p:cTn>
                              </p:par>
                              <p:par>
                                <p:cTn id="52" presetID="53" presetClass="entr" presetSubtype="16" fill="hold" grpId="1" nodeType="withEffect">
                                  <p:stCondLst>
                                    <p:cond delay="400"/>
                                  </p:stCondLst>
                                  <p:childTnLst>
                                    <p:set>
                                      <p:cBhvr>
                                        <p:cTn id="53" dur="1" fill="hold">
                                          <p:stCondLst>
                                            <p:cond delay="0"/>
                                          </p:stCondLst>
                                        </p:cTn>
                                        <p:tgtEl>
                                          <p:spTgt spid="44"/>
                                        </p:tgtEl>
                                        <p:attrNameLst>
                                          <p:attrName>style.visibility</p:attrName>
                                        </p:attrNameLst>
                                      </p:cBhvr>
                                      <p:to>
                                        <p:strVal val="visible"/>
                                      </p:to>
                                    </p:set>
                                    <p:anim calcmode="lin" valueType="num">
                                      <p:cBhvr>
                                        <p:cTn id="54" dur="1000" fill="hold"/>
                                        <p:tgtEl>
                                          <p:spTgt spid="44"/>
                                        </p:tgtEl>
                                        <p:attrNameLst>
                                          <p:attrName>ppt_w</p:attrName>
                                        </p:attrNameLst>
                                      </p:cBhvr>
                                      <p:tavLst>
                                        <p:tav tm="0">
                                          <p:val>
                                            <p:fltVal val="0"/>
                                          </p:val>
                                        </p:tav>
                                        <p:tav tm="100000">
                                          <p:val>
                                            <p:strVal val="#ppt_w"/>
                                          </p:val>
                                        </p:tav>
                                      </p:tavLst>
                                    </p:anim>
                                    <p:anim calcmode="lin" valueType="num">
                                      <p:cBhvr>
                                        <p:cTn id="55" dur="1000" fill="hold"/>
                                        <p:tgtEl>
                                          <p:spTgt spid="44"/>
                                        </p:tgtEl>
                                        <p:attrNameLst>
                                          <p:attrName>ppt_h</p:attrName>
                                        </p:attrNameLst>
                                      </p:cBhvr>
                                      <p:tavLst>
                                        <p:tav tm="0">
                                          <p:val>
                                            <p:fltVal val="0"/>
                                          </p:val>
                                        </p:tav>
                                        <p:tav tm="100000">
                                          <p:val>
                                            <p:strVal val="#ppt_h"/>
                                          </p:val>
                                        </p:tav>
                                      </p:tavLst>
                                    </p:anim>
                                    <p:animEffect transition="in" filter="fade">
                                      <p:cBhvr>
                                        <p:cTn id="56" dur="1000"/>
                                        <p:tgtEl>
                                          <p:spTgt spid="44"/>
                                        </p:tgtEl>
                                      </p:cBhvr>
                                    </p:animEffect>
                                  </p:childTnLst>
                                </p:cTn>
                              </p:par>
                              <p:par>
                                <p:cTn id="57" presetID="64" presetClass="path" presetSubtype="0" fill="hold" grpId="2" nodeType="withEffect">
                                  <p:stCondLst>
                                    <p:cond delay="400"/>
                                  </p:stCondLst>
                                  <p:childTnLst>
                                    <p:animMotion origin="layout" path="M 5E-6 2.09762E-6 L -0.18855 -1.11369 " pathEditMode="relative" rAng="0" ptsTypes="AA">
                                      <p:cBhvr>
                                        <p:cTn id="58" dur="1000" spd="-100000" fill="hold"/>
                                        <p:tgtEl>
                                          <p:spTgt spid="44"/>
                                        </p:tgtEl>
                                        <p:attrNameLst>
                                          <p:attrName>ppt_x</p:attrName>
                                          <p:attrName>ppt_y</p:attrName>
                                        </p:attrNameLst>
                                      </p:cBhvr>
                                      <p:rCtr x="-9427" y="-55700"/>
                                    </p:animMotion>
                                  </p:childTnLst>
                                </p:cTn>
                              </p:par>
                              <p:par>
                                <p:cTn id="59" presetID="1" presetClass="entr" presetSubtype="0" fill="hold" grpId="0" nodeType="withEffect">
                                  <p:stCondLst>
                                    <p:cond delay="200"/>
                                  </p:stCondLst>
                                  <p:childTnLst>
                                    <p:set>
                                      <p:cBhvr>
                                        <p:cTn id="60" dur="1" fill="hold">
                                          <p:stCondLst>
                                            <p:cond delay="0"/>
                                          </p:stCondLst>
                                        </p:cTn>
                                        <p:tgtEl>
                                          <p:spTgt spid="32"/>
                                        </p:tgtEl>
                                        <p:attrNameLst>
                                          <p:attrName>style.visibility</p:attrName>
                                        </p:attrNameLst>
                                      </p:cBhvr>
                                      <p:to>
                                        <p:strVal val="visible"/>
                                      </p:to>
                                    </p:set>
                                  </p:childTnLst>
                                </p:cTn>
                              </p:par>
                              <p:par>
                                <p:cTn id="61" presetID="53" presetClass="entr" presetSubtype="16" fill="hold" grpId="1" nodeType="withEffect">
                                  <p:stCondLst>
                                    <p:cond delay="200"/>
                                  </p:stCondLst>
                                  <p:childTnLst>
                                    <p:set>
                                      <p:cBhvr>
                                        <p:cTn id="62" dur="1" fill="hold">
                                          <p:stCondLst>
                                            <p:cond delay="0"/>
                                          </p:stCondLst>
                                        </p:cTn>
                                        <p:tgtEl>
                                          <p:spTgt spid="32"/>
                                        </p:tgtEl>
                                        <p:attrNameLst>
                                          <p:attrName>style.visibility</p:attrName>
                                        </p:attrNameLst>
                                      </p:cBhvr>
                                      <p:to>
                                        <p:strVal val="visible"/>
                                      </p:to>
                                    </p:set>
                                    <p:anim calcmode="lin" valueType="num">
                                      <p:cBhvr>
                                        <p:cTn id="63" dur="1000" fill="hold"/>
                                        <p:tgtEl>
                                          <p:spTgt spid="32"/>
                                        </p:tgtEl>
                                        <p:attrNameLst>
                                          <p:attrName>ppt_w</p:attrName>
                                        </p:attrNameLst>
                                      </p:cBhvr>
                                      <p:tavLst>
                                        <p:tav tm="0">
                                          <p:val>
                                            <p:fltVal val="0"/>
                                          </p:val>
                                        </p:tav>
                                        <p:tav tm="100000">
                                          <p:val>
                                            <p:strVal val="#ppt_w"/>
                                          </p:val>
                                        </p:tav>
                                      </p:tavLst>
                                    </p:anim>
                                    <p:anim calcmode="lin" valueType="num">
                                      <p:cBhvr>
                                        <p:cTn id="64" dur="1000" fill="hold"/>
                                        <p:tgtEl>
                                          <p:spTgt spid="32"/>
                                        </p:tgtEl>
                                        <p:attrNameLst>
                                          <p:attrName>ppt_h</p:attrName>
                                        </p:attrNameLst>
                                      </p:cBhvr>
                                      <p:tavLst>
                                        <p:tav tm="0">
                                          <p:val>
                                            <p:fltVal val="0"/>
                                          </p:val>
                                        </p:tav>
                                        <p:tav tm="100000">
                                          <p:val>
                                            <p:strVal val="#ppt_h"/>
                                          </p:val>
                                        </p:tav>
                                      </p:tavLst>
                                    </p:anim>
                                    <p:animEffect transition="in" filter="fade">
                                      <p:cBhvr>
                                        <p:cTn id="65" dur="1000"/>
                                        <p:tgtEl>
                                          <p:spTgt spid="32"/>
                                        </p:tgtEl>
                                      </p:cBhvr>
                                    </p:animEffect>
                                  </p:childTnLst>
                                </p:cTn>
                              </p:par>
                              <p:par>
                                <p:cTn id="66" presetID="64" presetClass="path" presetSubtype="0" fill="hold" grpId="2" nodeType="withEffect">
                                  <p:stCondLst>
                                    <p:cond delay="200"/>
                                  </p:stCondLst>
                                  <p:childTnLst>
                                    <p:animMotion origin="layout" path="M 0 -2.71605E-6 L 0.12309 0.575 " pathEditMode="relative" rAng="0" ptsTypes="AA">
                                      <p:cBhvr>
                                        <p:cTn id="67" dur="1000" spd="-100000" fill="hold"/>
                                        <p:tgtEl>
                                          <p:spTgt spid="32"/>
                                        </p:tgtEl>
                                        <p:attrNameLst>
                                          <p:attrName>ppt_x</p:attrName>
                                          <p:attrName>ppt_y</p:attrName>
                                        </p:attrNameLst>
                                      </p:cBhvr>
                                      <p:rCtr x="6146" y="28735"/>
                                    </p:animMotion>
                                  </p:childTnLst>
                                </p:cTn>
                              </p:par>
                              <p:par>
                                <p:cTn id="68" presetID="1" presetClass="entr" presetSubtype="0" fill="hold" nodeType="withEffect">
                                  <p:stCondLst>
                                    <p:cond delay="400"/>
                                  </p:stCondLst>
                                  <p:childTnLst>
                                    <p:set>
                                      <p:cBhvr>
                                        <p:cTn id="69" dur="1" fill="hold">
                                          <p:stCondLst>
                                            <p:cond delay="0"/>
                                          </p:stCondLst>
                                        </p:cTn>
                                        <p:tgtEl>
                                          <p:spTgt spid="48"/>
                                        </p:tgtEl>
                                        <p:attrNameLst>
                                          <p:attrName>style.visibility</p:attrName>
                                        </p:attrNameLst>
                                      </p:cBhvr>
                                      <p:to>
                                        <p:strVal val="visible"/>
                                      </p:to>
                                    </p:set>
                                  </p:childTnLst>
                                </p:cTn>
                              </p:par>
                              <p:par>
                                <p:cTn id="70" presetID="53" presetClass="entr" presetSubtype="16" fill="hold" nodeType="withEffect">
                                  <p:stCondLst>
                                    <p:cond delay="400"/>
                                  </p:stCondLst>
                                  <p:childTnLst>
                                    <p:set>
                                      <p:cBhvr>
                                        <p:cTn id="71" dur="1" fill="hold">
                                          <p:stCondLst>
                                            <p:cond delay="0"/>
                                          </p:stCondLst>
                                        </p:cTn>
                                        <p:tgtEl>
                                          <p:spTgt spid="48"/>
                                        </p:tgtEl>
                                        <p:attrNameLst>
                                          <p:attrName>style.visibility</p:attrName>
                                        </p:attrNameLst>
                                      </p:cBhvr>
                                      <p:to>
                                        <p:strVal val="visible"/>
                                      </p:to>
                                    </p:set>
                                    <p:anim calcmode="lin" valueType="num">
                                      <p:cBhvr>
                                        <p:cTn id="72" dur="1000" fill="hold"/>
                                        <p:tgtEl>
                                          <p:spTgt spid="48"/>
                                        </p:tgtEl>
                                        <p:attrNameLst>
                                          <p:attrName>ppt_w</p:attrName>
                                        </p:attrNameLst>
                                      </p:cBhvr>
                                      <p:tavLst>
                                        <p:tav tm="0">
                                          <p:val>
                                            <p:fltVal val="0"/>
                                          </p:val>
                                        </p:tav>
                                        <p:tav tm="100000">
                                          <p:val>
                                            <p:strVal val="#ppt_w"/>
                                          </p:val>
                                        </p:tav>
                                      </p:tavLst>
                                    </p:anim>
                                    <p:anim calcmode="lin" valueType="num">
                                      <p:cBhvr>
                                        <p:cTn id="73" dur="1000" fill="hold"/>
                                        <p:tgtEl>
                                          <p:spTgt spid="48"/>
                                        </p:tgtEl>
                                        <p:attrNameLst>
                                          <p:attrName>ppt_h</p:attrName>
                                        </p:attrNameLst>
                                      </p:cBhvr>
                                      <p:tavLst>
                                        <p:tav tm="0">
                                          <p:val>
                                            <p:fltVal val="0"/>
                                          </p:val>
                                        </p:tav>
                                        <p:tav tm="100000">
                                          <p:val>
                                            <p:strVal val="#ppt_h"/>
                                          </p:val>
                                        </p:tav>
                                      </p:tavLst>
                                    </p:anim>
                                    <p:animEffect transition="in" filter="fade">
                                      <p:cBhvr>
                                        <p:cTn id="74" dur="1000"/>
                                        <p:tgtEl>
                                          <p:spTgt spid="48"/>
                                        </p:tgtEl>
                                      </p:cBhvr>
                                    </p:animEffect>
                                  </p:childTnLst>
                                </p:cTn>
                              </p:par>
                              <p:par>
                                <p:cTn id="75" presetID="64" presetClass="path" presetSubtype="0" fill="hold" nodeType="withEffect">
                                  <p:stCondLst>
                                    <p:cond delay="400"/>
                                  </p:stCondLst>
                                  <p:childTnLst>
                                    <p:animMotion origin="layout" path="M 2.5E-6 6.17284E-7 L -0.71736 -0.40556 " pathEditMode="relative" rAng="0" ptsTypes="AA">
                                      <p:cBhvr>
                                        <p:cTn id="76" dur="1000" spd="-100000" fill="hold"/>
                                        <p:tgtEl>
                                          <p:spTgt spid="48"/>
                                        </p:tgtEl>
                                        <p:attrNameLst>
                                          <p:attrName>ppt_x</p:attrName>
                                          <p:attrName>ppt_y</p:attrName>
                                        </p:attrNameLst>
                                      </p:cBhvr>
                                      <p:rCtr x="-35868" y="-20278"/>
                                    </p:animMotion>
                                  </p:childTnLst>
                                </p:cTn>
                              </p:par>
                              <p:par>
                                <p:cTn id="77" presetID="1" presetClass="entr" presetSubtype="0" fill="hold" nodeType="withEffect">
                                  <p:stCondLst>
                                    <p:cond delay="300"/>
                                  </p:stCondLst>
                                  <p:childTnLst>
                                    <p:set>
                                      <p:cBhvr>
                                        <p:cTn id="78" dur="1" fill="hold">
                                          <p:stCondLst>
                                            <p:cond delay="0"/>
                                          </p:stCondLst>
                                        </p:cTn>
                                        <p:tgtEl>
                                          <p:spTgt spid="40"/>
                                        </p:tgtEl>
                                        <p:attrNameLst>
                                          <p:attrName>style.visibility</p:attrName>
                                        </p:attrNameLst>
                                      </p:cBhvr>
                                      <p:to>
                                        <p:strVal val="visible"/>
                                      </p:to>
                                    </p:set>
                                  </p:childTnLst>
                                </p:cTn>
                              </p:par>
                              <p:par>
                                <p:cTn id="79" presetID="53" presetClass="entr" presetSubtype="16" fill="hold" nodeType="withEffect">
                                  <p:stCondLst>
                                    <p:cond delay="300"/>
                                  </p:stCondLst>
                                  <p:childTnLst>
                                    <p:set>
                                      <p:cBhvr>
                                        <p:cTn id="80" dur="1" fill="hold">
                                          <p:stCondLst>
                                            <p:cond delay="0"/>
                                          </p:stCondLst>
                                        </p:cTn>
                                        <p:tgtEl>
                                          <p:spTgt spid="40"/>
                                        </p:tgtEl>
                                        <p:attrNameLst>
                                          <p:attrName>style.visibility</p:attrName>
                                        </p:attrNameLst>
                                      </p:cBhvr>
                                      <p:to>
                                        <p:strVal val="visible"/>
                                      </p:to>
                                    </p:set>
                                    <p:anim calcmode="lin" valueType="num">
                                      <p:cBhvr>
                                        <p:cTn id="81" dur="1000" fill="hold"/>
                                        <p:tgtEl>
                                          <p:spTgt spid="40"/>
                                        </p:tgtEl>
                                        <p:attrNameLst>
                                          <p:attrName>ppt_w</p:attrName>
                                        </p:attrNameLst>
                                      </p:cBhvr>
                                      <p:tavLst>
                                        <p:tav tm="0">
                                          <p:val>
                                            <p:fltVal val="0"/>
                                          </p:val>
                                        </p:tav>
                                        <p:tav tm="100000">
                                          <p:val>
                                            <p:strVal val="#ppt_w"/>
                                          </p:val>
                                        </p:tav>
                                      </p:tavLst>
                                    </p:anim>
                                    <p:anim calcmode="lin" valueType="num">
                                      <p:cBhvr>
                                        <p:cTn id="82" dur="1000" fill="hold"/>
                                        <p:tgtEl>
                                          <p:spTgt spid="40"/>
                                        </p:tgtEl>
                                        <p:attrNameLst>
                                          <p:attrName>ppt_h</p:attrName>
                                        </p:attrNameLst>
                                      </p:cBhvr>
                                      <p:tavLst>
                                        <p:tav tm="0">
                                          <p:val>
                                            <p:fltVal val="0"/>
                                          </p:val>
                                        </p:tav>
                                        <p:tav tm="100000">
                                          <p:val>
                                            <p:strVal val="#ppt_h"/>
                                          </p:val>
                                        </p:tav>
                                      </p:tavLst>
                                    </p:anim>
                                    <p:animEffect transition="in" filter="fade">
                                      <p:cBhvr>
                                        <p:cTn id="83" dur="1000"/>
                                        <p:tgtEl>
                                          <p:spTgt spid="40"/>
                                        </p:tgtEl>
                                      </p:cBhvr>
                                    </p:animEffect>
                                  </p:childTnLst>
                                </p:cTn>
                              </p:par>
                              <p:par>
                                <p:cTn id="84" presetID="64" presetClass="path" presetSubtype="0" fill="hold" nodeType="withEffect">
                                  <p:stCondLst>
                                    <p:cond delay="300"/>
                                  </p:stCondLst>
                                  <p:childTnLst>
                                    <p:animMotion origin="layout" path="M -8.33333E-7 3.20988E-6 L 1.0349 -0.87346 " pathEditMode="relative" rAng="0" ptsTypes="AA">
                                      <p:cBhvr>
                                        <p:cTn id="85" dur="1000" spd="-100000" fill="hold"/>
                                        <p:tgtEl>
                                          <p:spTgt spid="40"/>
                                        </p:tgtEl>
                                        <p:attrNameLst>
                                          <p:attrName>ppt_x</p:attrName>
                                          <p:attrName>ppt_y</p:attrName>
                                        </p:attrNameLst>
                                      </p:cBhvr>
                                      <p:rCtr x="51736" y="-43673"/>
                                    </p:animMotion>
                                  </p:childTnLst>
                                </p:cTn>
                              </p:par>
                              <p:par>
                                <p:cTn id="86" presetID="1" presetClass="entr" presetSubtype="0" fill="hold" nodeType="withEffect">
                                  <p:stCondLst>
                                    <p:cond delay="200"/>
                                  </p:stCondLst>
                                  <p:childTnLst>
                                    <p:set>
                                      <p:cBhvr>
                                        <p:cTn id="87" dur="1" fill="hold">
                                          <p:stCondLst>
                                            <p:cond delay="0"/>
                                          </p:stCondLst>
                                        </p:cTn>
                                        <p:tgtEl>
                                          <p:spTgt spid="45"/>
                                        </p:tgtEl>
                                        <p:attrNameLst>
                                          <p:attrName>style.visibility</p:attrName>
                                        </p:attrNameLst>
                                      </p:cBhvr>
                                      <p:to>
                                        <p:strVal val="visible"/>
                                      </p:to>
                                    </p:set>
                                  </p:childTnLst>
                                </p:cTn>
                              </p:par>
                              <p:par>
                                <p:cTn id="88" presetID="53" presetClass="entr" presetSubtype="16" fill="hold" nodeType="withEffect">
                                  <p:stCondLst>
                                    <p:cond delay="200"/>
                                  </p:stCondLst>
                                  <p:childTnLst>
                                    <p:set>
                                      <p:cBhvr>
                                        <p:cTn id="89" dur="1" fill="hold">
                                          <p:stCondLst>
                                            <p:cond delay="0"/>
                                          </p:stCondLst>
                                        </p:cTn>
                                        <p:tgtEl>
                                          <p:spTgt spid="45"/>
                                        </p:tgtEl>
                                        <p:attrNameLst>
                                          <p:attrName>style.visibility</p:attrName>
                                        </p:attrNameLst>
                                      </p:cBhvr>
                                      <p:to>
                                        <p:strVal val="visible"/>
                                      </p:to>
                                    </p:set>
                                    <p:anim calcmode="lin" valueType="num">
                                      <p:cBhvr>
                                        <p:cTn id="90" dur="1000" fill="hold"/>
                                        <p:tgtEl>
                                          <p:spTgt spid="45"/>
                                        </p:tgtEl>
                                        <p:attrNameLst>
                                          <p:attrName>ppt_w</p:attrName>
                                        </p:attrNameLst>
                                      </p:cBhvr>
                                      <p:tavLst>
                                        <p:tav tm="0">
                                          <p:val>
                                            <p:fltVal val="0"/>
                                          </p:val>
                                        </p:tav>
                                        <p:tav tm="100000">
                                          <p:val>
                                            <p:strVal val="#ppt_w"/>
                                          </p:val>
                                        </p:tav>
                                      </p:tavLst>
                                    </p:anim>
                                    <p:anim calcmode="lin" valueType="num">
                                      <p:cBhvr>
                                        <p:cTn id="91" dur="1000" fill="hold"/>
                                        <p:tgtEl>
                                          <p:spTgt spid="45"/>
                                        </p:tgtEl>
                                        <p:attrNameLst>
                                          <p:attrName>ppt_h</p:attrName>
                                        </p:attrNameLst>
                                      </p:cBhvr>
                                      <p:tavLst>
                                        <p:tav tm="0">
                                          <p:val>
                                            <p:fltVal val="0"/>
                                          </p:val>
                                        </p:tav>
                                        <p:tav tm="100000">
                                          <p:val>
                                            <p:strVal val="#ppt_h"/>
                                          </p:val>
                                        </p:tav>
                                      </p:tavLst>
                                    </p:anim>
                                    <p:animEffect transition="in" filter="fade">
                                      <p:cBhvr>
                                        <p:cTn id="92" dur="1000"/>
                                        <p:tgtEl>
                                          <p:spTgt spid="45"/>
                                        </p:tgtEl>
                                      </p:cBhvr>
                                    </p:animEffect>
                                  </p:childTnLst>
                                </p:cTn>
                              </p:par>
                              <p:par>
                                <p:cTn id="93" presetID="64" presetClass="path" presetSubtype="0" fill="hold" nodeType="withEffect">
                                  <p:stCondLst>
                                    <p:cond delay="200"/>
                                  </p:stCondLst>
                                  <p:childTnLst>
                                    <p:animMotion origin="layout" path="M 4.44444E-6 4.32099E-6 L -0.64115 -0.9497 " pathEditMode="relative" rAng="0" ptsTypes="AA">
                                      <p:cBhvr>
                                        <p:cTn id="94" dur="1000" spd="-100000" fill="hold"/>
                                        <p:tgtEl>
                                          <p:spTgt spid="45"/>
                                        </p:tgtEl>
                                        <p:attrNameLst>
                                          <p:attrName>ppt_x</p:attrName>
                                          <p:attrName>ppt_y</p:attrName>
                                        </p:attrNameLst>
                                      </p:cBhvr>
                                      <p:rCtr x="-32066" y="-47500"/>
                                    </p:animMotion>
                                  </p:childTnLst>
                                </p:cTn>
                              </p:par>
                            </p:childTnLst>
                          </p:cTn>
                        </p:par>
                        <p:par>
                          <p:cTn id="95" fill="hold">
                            <p:stCondLst>
                              <p:cond delay="400"/>
                            </p:stCondLst>
                            <p:childTnLst>
                              <p:par>
                                <p:cTn id="96" presetID="10" presetClass="entr" presetSubtype="0" fill="hold" nodeType="afterEffect">
                                  <p:stCondLst>
                                    <p:cond delay="0"/>
                                  </p:stCondLst>
                                  <p:childTnLst>
                                    <p:set>
                                      <p:cBhvr>
                                        <p:cTn id="97" dur="1" fill="hold">
                                          <p:stCondLst>
                                            <p:cond delay="0"/>
                                          </p:stCondLst>
                                        </p:cTn>
                                        <p:tgtEl>
                                          <p:spTgt spid="51"/>
                                        </p:tgtEl>
                                        <p:attrNameLst>
                                          <p:attrName>style.visibility</p:attrName>
                                        </p:attrNameLst>
                                      </p:cBhvr>
                                      <p:to>
                                        <p:strVal val="visible"/>
                                      </p:to>
                                    </p:set>
                                    <p:animEffect transition="in" filter="fade">
                                      <p:cBhvr>
                                        <p:cTn id="98"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2" grpId="1" animBg="1"/>
      <p:bldP spid="32" grpId="2" animBg="1"/>
      <p:bldP spid="33" grpId="0" animBg="1"/>
      <p:bldP spid="33" grpId="1" animBg="1"/>
      <p:bldP spid="33" grpId="2" animBg="1"/>
      <p:bldP spid="43" grpId="0" animBg="1"/>
      <p:bldP spid="43" grpId="1" animBg="1"/>
      <p:bldP spid="43" grpId="2" animBg="1"/>
      <p:bldP spid="44" grpId="0" animBg="1"/>
      <p:bldP spid="44" grpId="1" animBg="1"/>
      <p:bldP spid="44" grpId="2" animBg="1"/>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_Caption">
    <p:spTree>
      <p:nvGrpSpPr>
        <p:cNvPr id="1" name="Shape 28"/>
        <p:cNvGrpSpPr/>
        <p:nvPr/>
      </p:nvGrpSpPr>
      <p:grpSpPr>
        <a:xfrm>
          <a:off x="0" y="0"/>
          <a:ext cx="0" cy="0"/>
          <a:chOff x="0" y="0"/>
          <a:chExt cx="0" cy="0"/>
        </a:xfrm>
      </p:grpSpPr>
      <p:sp>
        <p:nvSpPr>
          <p:cNvPr id="29" name="Shape 29"/>
          <p:cNvSpPr/>
          <p:nvPr/>
        </p:nvSpPr>
        <p:spPr>
          <a:xfrm>
            <a:off x="0" y="3429000"/>
            <a:ext cx="12192000" cy="3429000"/>
          </a:xfrm>
          <a:prstGeom prst="rect">
            <a:avLst/>
          </a:prstGeom>
          <a:solidFill>
            <a:srgbClr val="2388DB"/>
          </a:solidFill>
          <a:ln>
            <a:noFill/>
          </a:ln>
        </p:spPr>
        <p:txBody>
          <a:bodyPr lIns="91425" tIns="45700" rIns="91425" bIns="45700" anchor="ctr" anchorCtr="0">
            <a:noAutofit/>
          </a:bodyPr>
          <a:lstStyle/>
          <a:p>
            <a:pPr>
              <a:spcBef>
                <a:spcPts val="0"/>
              </a:spcBef>
              <a:buNone/>
            </a:pPr>
            <a:endParaRPr sz="1800"/>
          </a:p>
        </p:txBody>
      </p:sp>
      <p:sp>
        <p:nvSpPr>
          <p:cNvPr id="30" name="Shape 30"/>
          <p:cNvSpPr txBox="1">
            <a:spLocks noGrp="1"/>
          </p:cNvSpPr>
          <p:nvPr>
            <p:ph type="body" idx="1"/>
          </p:nvPr>
        </p:nvSpPr>
        <p:spPr>
          <a:xfrm>
            <a:off x="920426" y="3641186"/>
            <a:ext cx="6278488" cy="1083958"/>
          </a:xfrm>
          <a:prstGeom prst="rect">
            <a:avLst/>
          </a:prstGeom>
        </p:spPr>
        <p:txBody>
          <a:bodyPr lIns="91425" tIns="91425" rIns="91425" bIns="91425" anchor="t" anchorCtr="0">
            <a:normAutofit/>
          </a:bodyPr>
          <a:lstStyle>
            <a:lvl1pPr algn="l">
              <a:spcBef>
                <a:spcPts val="0"/>
              </a:spcBef>
              <a:buClr>
                <a:schemeClr val="lt1"/>
              </a:buClr>
              <a:buSzPct val="100000"/>
              <a:buNone/>
              <a:defRPr sz="4400">
                <a:solidFill>
                  <a:schemeClr val="bg1"/>
                </a:solidFill>
              </a:defRPr>
            </a:lvl1pPr>
          </a:lstStyle>
          <a:p>
            <a:endParaRPr dirty="0"/>
          </a:p>
        </p:txBody>
      </p:sp>
      <p:grpSp>
        <p:nvGrpSpPr>
          <p:cNvPr id="27" name="组合 26"/>
          <p:cNvGrpSpPr/>
          <p:nvPr userDrawn="1"/>
        </p:nvGrpSpPr>
        <p:grpSpPr>
          <a:xfrm>
            <a:off x="8794341" y="1112236"/>
            <a:ext cx="1958400" cy="1958400"/>
            <a:chOff x="304800" y="673100"/>
            <a:chExt cx="4000500" cy="4000500"/>
          </a:xfrm>
          <a:effectLst>
            <a:outerShdw blurRad="444500" dist="254000" dir="8100000" algn="tr" rotWithShape="0">
              <a:prstClr val="black">
                <a:alpha val="50000"/>
              </a:prstClr>
            </a:outerShdw>
          </a:effectLst>
        </p:grpSpPr>
        <p:sp>
          <p:nvSpPr>
            <p:cNvPr id="28" name="同心圆 597"/>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1" name="椭圆 30"/>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
        <p:nvSpPr>
          <p:cNvPr id="32" name="椭圆 31"/>
          <p:cNvSpPr/>
          <p:nvPr userDrawn="1"/>
        </p:nvSpPr>
        <p:spPr>
          <a:xfrm>
            <a:off x="11402664" y="1935398"/>
            <a:ext cx="494927" cy="494927"/>
          </a:xfrm>
          <a:prstGeom prst="ellipse">
            <a:avLst/>
          </a:prstGeom>
          <a:solidFill>
            <a:schemeClr val="accent1"/>
          </a:solidFill>
          <a:ln>
            <a:noFill/>
          </a:ln>
          <a:effectLst>
            <a:outerShdw blurRad="317500" dist="1905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3" name="椭圆 32"/>
          <p:cNvSpPr/>
          <p:nvPr userDrawn="1"/>
        </p:nvSpPr>
        <p:spPr>
          <a:xfrm>
            <a:off x="9158018" y="270473"/>
            <a:ext cx="366454" cy="366454"/>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3200"/>
          </a:p>
        </p:txBody>
      </p:sp>
      <p:grpSp>
        <p:nvGrpSpPr>
          <p:cNvPr id="34" name="组合 33"/>
          <p:cNvGrpSpPr/>
          <p:nvPr userDrawn="1"/>
        </p:nvGrpSpPr>
        <p:grpSpPr>
          <a:xfrm>
            <a:off x="8582993" y="4198267"/>
            <a:ext cx="401506" cy="401506"/>
            <a:chOff x="304800" y="673100"/>
            <a:chExt cx="4000500" cy="4000500"/>
          </a:xfrm>
          <a:effectLst>
            <a:outerShdw blurRad="381000" dist="152400" dir="8100000" algn="tr" rotWithShape="0">
              <a:prstClr val="black">
                <a:alpha val="70000"/>
              </a:prstClr>
            </a:outerShdw>
          </a:effectLst>
        </p:grpSpPr>
        <p:sp>
          <p:nvSpPr>
            <p:cNvPr id="35" name="同心圆 60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6" name="椭圆 35"/>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37" name="组合 36"/>
          <p:cNvGrpSpPr/>
          <p:nvPr userDrawn="1"/>
        </p:nvGrpSpPr>
        <p:grpSpPr>
          <a:xfrm>
            <a:off x="10890798" y="484292"/>
            <a:ext cx="832063" cy="832063"/>
            <a:chOff x="304800" y="673100"/>
            <a:chExt cx="4000500" cy="4000500"/>
          </a:xfrm>
          <a:effectLst>
            <a:outerShdw blurRad="317500" dist="190500" dir="8100000" algn="tr" rotWithShape="0">
              <a:prstClr val="black">
                <a:alpha val="50000"/>
              </a:prstClr>
            </a:outerShdw>
          </a:effectLst>
        </p:grpSpPr>
        <p:sp>
          <p:nvSpPr>
            <p:cNvPr id="38" name="同心圆 60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9" name="椭圆 38"/>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40" name="组合 39"/>
          <p:cNvGrpSpPr/>
          <p:nvPr userDrawn="1"/>
        </p:nvGrpSpPr>
        <p:grpSpPr>
          <a:xfrm>
            <a:off x="9846441" y="3611394"/>
            <a:ext cx="383981" cy="383981"/>
            <a:chOff x="304800" y="673100"/>
            <a:chExt cx="4000500" cy="4000500"/>
          </a:xfrm>
          <a:effectLst>
            <a:outerShdw blurRad="381000" dist="152400" dir="8100000" algn="tr" rotWithShape="0">
              <a:prstClr val="black">
                <a:alpha val="70000"/>
              </a:prstClr>
            </a:outerShdw>
          </a:effectLst>
        </p:grpSpPr>
        <p:sp>
          <p:nvSpPr>
            <p:cNvPr id="41" name="同心圆 6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42" name="椭圆 41"/>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
        <p:nvSpPr>
          <p:cNvPr id="43" name="椭圆 42"/>
          <p:cNvSpPr/>
          <p:nvPr userDrawn="1"/>
        </p:nvSpPr>
        <p:spPr>
          <a:xfrm>
            <a:off x="11356407" y="5318332"/>
            <a:ext cx="366454" cy="366454"/>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3200"/>
          </a:p>
        </p:txBody>
      </p:sp>
      <p:sp>
        <p:nvSpPr>
          <p:cNvPr id="44" name="椭圆 43"/>
          <p:cNvSpPr/>
          <p:nvPr userDrawn="1"/>
        </p:nvSpPr>
        <p:spPr>
          <a:xfrm>
            <a:off x="10138808" y="5012760"/>
            <a:ext cx="183228" cy="183228"/>
          </a:xfrm>
          <a:prstGeom prst="ellipse">
            <a:avLst/>
          </a:prstGeom>
          <a:solidFill>
            <a:schemeClr val="accent1"/>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nvGrpSpPr>
          <p:cNvPr id="45" name="组合 44"/>
          <p:cNvGrpSpPr/>
          <p:nvPr userDrawn="1"/>
        </p:nvGrpSpPr>
        <p:grpSpPr>
          <a:xfrm>
            <a:off x="10573768" y="2953691"/>
            <a:ext cx="952206" cy="952206"/>
            <a:chOff x="304800" y="673100"/>
            <a:chExt cx="4000500" cy="4000500"/>
          </a:xfrm>
          <a:effectLst>
            <a:outerShdw blurRad="317500" dist="190500" dir="8100000" algn="tr" rotWithShape="0">
              <a:prstClr val="black">
                <a:alpha val="50000"/>
              </a:prstClr>
            </a:outerShdw>
          </a:effectLst>
        </p:grpSpPr>
        <p:sp>
          <p:nvSpPr>
            <p:cNvPr id="46" name="同心圆 616"/>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47" name="椭圆 46"/>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48" name="组合 47"/>
          <p:cNvGrpSpPr/>
          <p:nvPr userDrawn="1"/>
        </p:nvGrpSpPr>
        <p:grpSpPr>
          <a:xfrm>
            <a:off x="7699564" y="2267253"/>
            <a:ext cx="293104" cy="293104"/>
            <a:chOff x="304800" y="673100"/>
            <a:chExt cx="4000500" cy="4000500"/>
          </a:xfrm>
          <a:effectLst>
            <a:outerShdw blurRad="381000" dist="152400" dir="8100000" algn="tr" rotWithShape="0">
              <a:prstClr val="black">
                <a:alpha val="70000"/>
              </a:prstClr>
            </a:outerShdw>
          </a:effectLst>
        </p:grpSpPr>
        <p:sp>
          <p:nvSpPr>
            <p:cNvPr id="49" name="同心圆 60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50" name="椭圆 49"/>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400"/>
                                  </p:stCondLst>
                                  <p:childTnLst>
                                    <p:set>
                                      <p:cBhvr>
                                        <p:cTn id="6" dur="1" fill="hold">
                                          <p:stCondLst>
                                            <p:cond delay="0"/>
                                          </p:stCondLst>
                                        </p:cTn>
                                        <p:tgtEl>
                                          <p:spTgt spid="27"/>
                                        </p:tgtEl>
                                        <p:attrNameLst>
                                          <p:attrName>style.visibility</p:attrName>
                                        </p:attrNameLst>
                                      </p:cBhvr>
                                      <p:to>
                                        <p:strVal val="visible"/>
                                      </p:to>
                                    </p:set>
                                  </p:childTnLst>
                                </p:cTn>
                              </p:par>
                              <p:par>
                                <p:cTn id="7" presetID="53" presetClass="entr" presetSubtype="16" fill="hold" nodeType="withEffect">
                                  <p:stCondLst>
                                    <p:cond delay="400"/>
                                  </p:stCondLst>
                                  <p:childTnLst>
                                    <p:set>
                                      <p:cBhvr>
                                        <p:cTn id="8" dur="1" fill="hold">
                                          <p:stCondLst>
                                            <p:cond delay="0"/>
                                          </p:stCondLst>
                                        </p:cTn>
                                        <p:tgtEl>
                                          <p:spTgt spid="27"/>
                                        </p:tgtEl>
                                        <p:attrNameLst>
                                          <p:attrName>style.visibility</p:attrName>
                                        </p:attrNameLst>
                                      </p:cBhvr>
                                      <p:to>
                                        <p:strVal val="visible"/>
                                      </p:to>
                                    </p:set>
                                    <p:anim calcmode="lin" valueType="num">
                                      <p:cBhvr>
                                        <p:cTn id="9" dur="1000" fill="hold"/>
                                        <p:tgtEl>
                                          <p:spTgt spid="27"/>
                                        </p:tgtEl>
                                        <p:attrNameLst>
                                          <p:attrName>ppt_w</p:attrName>
                                        </p:attrNameLst>
                                      </p:cBhvr>
                                      <p:tavLst>
                                        <p:tav tm="0">
                                          <p:val>
                                            <p:fltVal val="0"/>
                                          </p:val>
                                        </p:tav>
                                        <p:tav tm="100000">
                                          <p:val>
                                            <p:strVal val="#ppt_w"/>
                                          </p:val>
                                        </p:tav>
                                      </p:tavLst>
                                    </p:anim>
                                    <p:anim calcmode="lin" valueType="num">
                                      <p:cBhvr>
                                        <p:cTn id="10" dur="1000" fill="hold"/>
                                        <p:tgtEl>
                                          <p:spTgt spid="27"/>
                                        </p:tgtEl>
                                        <p:attrNameLst>
                                          <p:attrName>ppt_h</p:attrName>
                                        </p:attrNameLst>
                                      </p:cBhvr>
                                      <p:tavLst>
                                        <p:tav tm="0">
                                          <p:val>
                                            <p:fltVal val="0"/>
                                          </p:val>
                                        </p:tav>
                                        <p:tav tm="100000">
                                          <p:val>
                                            <p:strVal val="#ppt_h"/>
                                          </p:val>
                                        </p:tav>
                                      </p:tavLst>
                                    </p:anim>
                                    <p:animEffect transition="in" filter="fade">
                                      <p:cBhvr>
                                        <p:cTn id="11" dur="1000"/>
                                        <p:tgtEl>
                                          <p:spTgt spid="27"/>
                                        </p:tgtEl>
                                      </p:cBhvr>
                                    </p:animEffect>
                                  </p:childTnLst>
                                </p:cTn>
                              </p:par>
                              <p:par>
                                <p:cTn id="12" presetID="64" presetClass="path" presetSubtype="0" fill="hold" nodeType="withEffect">
                                  <p:stCondLst>
                                    <p:cond delay="400"/>
                                  </p:stCondLst>
                                  <p:childTnLst>
                                    <p:animMotion origin="layout" path="M -2.5E-6 -1.11111E-6 L 0.38867 0.84329 " pathEditMode="relative" rAng="0" ptsTypes="AA">
                                      <p:cBhvr>
                                        <p:cTn id="13" dur="1000" spd="-100000" fill="hold"/>
                                        <p:tgtEl>
                                          <p:spTgt spid="27"/>
                                        </p:tgtEl>
                                        <p:attrNameLst>
                                          <p:attrName>ppt_x</p:attrName>
                                          <p:attrName>ppt_y</p:attrName>
                                        </p:attrNameLst>
                                      </p:cBhvr>
                                      <p:rCtr x="19427" y="42153"/>
                                    </p:animMotion>
                                  </p:childTnLst>
                                </p:cTn>
                              </p:par>
                              <p:par>
                                <p:cTn id="14" presetID="1" presetClass="entr" presetSubtype="0" fill="hold" grpId="0" nodeType="withEffect">
                                  <p:stCondLst>
                                    <p:cond delay="300"/>
                                  </p:stCondLst>
                                  <p:childTnLst>
                                    <p:set>
                                      <p:cBhvr>
                                        <p:cTn id="15" dur="1" fill="hold">
                                          <p:stCondLst>
                                            <p:cond delay="0"/>
                                          </p:stCondLst>
                                        </p:cTn>
                                        <p:tgtEl>
                                          <p:spTgt spid="33"/>
                                        </p:tgtEl>
                                        <p:attrNameLst>
                                          <p:attrName>style.visibility</p:attrName>
                                        </p:attrNameLst>
                                      </p:cBhvr>
                                      <p:to>
                                        <p:strVal val="visible"/>
                                      </p:to>
                                    </p:set>
                                  </p:childTnLst>
                                </p:cTn>
                              </p:par>
                              <p:par>
                                <p:cTn id="16" presetID="53" presetClass="entr" presetSubtype="16" fill="hold" grpId="1" nodeType="withEffect">
                                  <p:stCondLst>
                                    <p:cond delay="300"/>
                                  </p:stCondLst>
                                  <p:childTnLst>
                                    <p:set>
                                      <p:cBhvr>
                                        <p:cTn id="17" dur="1" fill="hold">
                                          <p:stCondLst>
                                            <p:cond delay="0"/>
                                          </p:stCondLst>
                                        </p:cTn>
                                        <p:tgtEl>
                                          <p:spTgt spid="33"/>
                                        </p:tgtEl>
                                        <p:attrNameLst>
                                          <p:attrName>style.visibility</p:attrName>
                                        </p:attrNameLst>
                                      </p:cBhvr>
                                      <p:to>
                                        <p:strVal val="visible"/>
                                      </p:to>
                                    </p:set>
                                    <p:anim calcmode="lin" valueType="num">
                                      <p:cBhvr>
                                        <p:cTn id="18" dur="1000" fill="hold"/>
                                        <p:tgtEl>
                                          <p:spTgt spid="33"/>
                                        </p:tgtEl>
                                        <p:attrNameLst>
                                          <p:attrName>ppt_w</p:attrName>
                                        </p:attrNameLst>
                                      </p:cBhvr>
                                      <p:tavLst>
                                        <p:tav tm="0">
                                          <p:val>
                                            <p:fltVal val="0"/>
                                          </p:val>
                                        </p:tav>
                                        <p:tav tm="100000">
                                          <p:val>
                                            <p:strVal val="#ppt_w"/>
                                          </p:val>
                                        </p:tav>
                                      </p:tavLst>
                                    </p:anim>
                                    <p:anim calcmode="lin" valueType="num">
                                      <p:cBhvr>
                                        <p:cTn id="19" dur="1000" fill="hold"/>
                                        <p:tgtEl>
                                          <p:spTgt spid="33"/>
                                        </p:tgtEl>
                                        <p:attrNameLst>
                                          <p:attrName>ppt_h</p:attrName>
                                        </p:attrNameLst>
                                      </p:cBhvr>
                                      <p:tavLst>
                                        <p:tav tm="0">
                                          <p:val>
                                            <p:fltVal val="0"/>
                                          </p:val>
                                        </p:tav>
                                        <p:tav tm="100000">
                                          <p:val>
                                            <p:strVal val="#ppt_h"/>
                                          </p:val>
                                        </p:tav>
                                      </p:tavLst>
                                    </p:anim>
                                    <p:animEffect transition="in" filter="fade">
                                      <p:cBhvr>
                                        <p:cTn id="20" dur="1000"/>
                                        <p:tgtEl>
                                          <p:spTgt spid="33"/>
                                        </p:tgtEl>
                                      </p:cBhvr>
                                    </p:animEffect>
                                  </p:childTnLst>
                                </p:cTn>
                              </p:par>
                              <p:par>
                                <p:cTn id="21" presetID="64" presetClass="path" presetSubtype="0" fill="hold" grpId="2" nodeType="withEffect">
                                  <p:stCondLst>
                                    <p:cond delay="300"/>
                                  </p:stCondLst>
                                  <p:childTnLst>
                                    <p:animMotion origin="layout" path="M 2.77778E-6 2.422E-6 L 0.39375 -0.33797 " pathEditMode="relative" rAng="0" ptsTypes="AA">
                                      <p:cBhvr>
                                        <p:cTn id="22" dur="1000" spd="-100000" fill="hold"/>
                                        <p:tgtEl>
                                          <p:spTgt spid="33"/>
                                        </p:tgtEl>
                                        <p:attrNameLst>
                                          <p:attrName>ppt_x</p:attrName>
                                          <p:attrName>ppt_y</p:attrName>
                                        </p:attrNameLst>
                                      </p:cBhvr>
                                      <p:rCtr x="19688" y="-16898"/>
                                    </p:animMotion>
                                  </p:childTnLst>
                                </p:cTn>
                              </p:par>
                              <p:par>
                                <p:cTn id="23" presetID="1" presetClass="entr" presetSubtype="0" fill="hold" nodeType="withEffect">
                                  <p:stCondLst>
                                    <p:cond delay="300"/>
                                  </p:stCondLst>
                                  <p:childTnLst>
                                    <p:set>
                                      <p:cBhvr>
                                        <p:cTn id="24" dur="1" fill="hold">
                                          <p:stCondLst>
                                            <p:cond delay="0"/>
                                          </p:stCondLst>
                                        </p:cTn>
                                        <p:tgtEl>
                                          <p:spTgt spid="34"/>
                                        </p:tgtEl>
                                        <p:attrNameLst>
                                          <p:attrName>style.visibility</p:attrName>
                                        </p:attrNameLst>
                                      </p:cBhvr>
                                      <p:to>
                                        <p:strVal val="visible"/>
                                      </p:to>
                                    </p:set>
                                  </p:childTnLst>
                                </p:cTn>
                              </p:par>
                              <p:par>
                                <p:cTn id="25" presetID="53" presetClass="entr" presetSubtype="16" fill="hold" nodeType="withEffect">
                                  <p:stCondLst>
                                    <p:cond delay="300"/>
                                  </p:stCondLst>
                                  <p:childTnLst>
                                    <p:set>
                                      <p:cBhvr>
                                        <p:cTn id="26" dur="1" fill="hold">
                                          <p:stCondLst>
                                            <p:cond delay="0"/>
                                          </p:stCondLst>
                                        </p:cTn>
                                        <p:tgtEl>
                                          <p:spTgt spid="34"/>
                                        </p:tgtEl>
                                        <p:attrNameLst>
                                          <p:attrName>style.visibility</p:attrName>
                                        </p:attrNameLst>
                                      </p:cBhvr>
                                      <p:to>
                                        <p:strVal val="visible"/>
                                      </p:to>
                                    </p:set>
                                    <p:anim calcmode="lin" valueType="num">
                                      <p:cBhvr>
                                        <p:cTn id="27" dur="1000" fill="hold"/>
                                        <p:tgtEl>
                                          <p:spTgt spid="34"/>
                                        </p:tgtEl>
                                        <p:attrNameLst>
                                          <p:attrName>ppt_w</p:attrName>
                                        </p:attrNameLst>
                                      </p:cBhvr>
                                      <p:tavLst>
                                        <p:tav tm="0">
                                          <p:val>
                                            <p:fltVal val="0"/>
                                          </p:val>
                                        </p:tav>
                                        <p:tav tm="100000">
                                          <p:val>
                                            <p:strVal val="#ppt_w"/>
                                          </p:val>
                                        </p:tav>
                                      </p:tavLst>
                                    </p:anim>
                                    <p:anim calcmode="lin" valueType="num">
                                      <p:cBhvr>
                                        <p:cTn id="28" dur="1000" fill="hold"/>
                                        <p:tgtEl>
                                          <p:spTgt spid="34"/>
                                        </p:tgtEl>
                                        <p:attrNameLst>
                                          <p:attrName>ppt_h</p:attrName>
                                        </p:attrNameLst>
                                      </p:cBhvr>
                                      <p:tavLst>
                                        <p:tav tm="0">
                                          <p:val>
                                            <p:fltVal val="0"/>
                                          </p:val>
                                        </p:tav>
                                        <p:tav tm="100000">
                                          <p:val>
                                            <p:strVal val="#ppt_h"/>
                                          </p:val>
                                        </p:tav>
                                      </p:tavLst>
                                    </p:anim>
                                    <p:animEffect transition="in" filter="fade">
                                      <p:cBhvr>
                                        <p:cTn id="29" dur="1000"/>
                                        <p:tgtEl>
                                          <p:spTgt spid="34"/>
                                        </p:tgtEl>
                                      </p:cBhvr>
                                    </p:animEffect>
                                  </p:childTnLst>
                                </p:cTn>
                              </p:par>
                              <p:par>
                                <p:cTn id="30" presetID="64" presetClass="path" presetSubtype="0" fill="hold" nodeType="withEffect">
                                  <p:stCondLst>
                                    <p:cond delay="300"/>
                                  </p:stCondLst>
                                  <p:childTnLst>
                                    <p:animMotion origin="layout" path="M 1.11111E-6 2.46914E-7 L 0.20451 0.58426 " pathEditMode="relative" rAng="0" ptsTypes="AA">
                                      <p:cBhvr>
                                        <p:cTn id="31" dur="1000" spd="-100000" fill="hold"/>
                                        <p:tgtEl>
                                          <p:spTgt spid="34"/>
                                        </p:tgtEl>
                                        <p:attrNameLst>
                                          <p:attrName>ppt_x</p:attrName>
                                          <p:attrName>ppt_y</p:attrName>
                                        </p:attrNameLst>
                                      </p:cBhvr>
                                      <p:rCtr x="10226" y="29198"/>
                                    </p:animMotion>
                                  </p:childTnLst>
                                </p:cTn>
                              </p:par>
                              <p:par>
                                <p:cTn id="32" presetID="1" presetClass="entr" presetSubtype="0" fill="hold" nodeType="withEffect">
                                  <p:stCondLst>
                                    <p:cond delay="0"/>
                                  </p:stCondLst>
                                  <p:childTnLst>
                                    <p:set>
                                      <p:cBhvr>
                                        <p:cTn id="33" dur="1" fill="hold">
                                          <p:stCondLst>
                                            <p:cond delay="0"/>
                                          </p:stCondLst>
                                        </p:cTn>
                                        <p:tgtEl>
                                          <p:spTgt spid="37"/>
                                        </p:tgtEl>
                                        <p:attrNameLst>
                                          <p:attrName>style.visibility</p:attrName>
                                        </p:attrNameLst>
                                      </p:cBhvr>
                                      <p:to>
                                        <p:strVal val="visible"/>
                                      </p:to>
                                    </p:set>
                                  </p:childTnLst>
                                </p:cTn>
                              </p:par>
                              <p:par>
                                <p:cTn id="34" presetID="53" presetClass="entr" presetSubtype="16" fill="hold" nodeType="withEffect">
                                  <p:stCondLst>
                                    <p:cond delay="0"/>
                                  </p:stCondLst>
                                  <p:childTnLst>
                                    <p:set>
                                      <p:cBhvr>
                                        <p:cTn id="35" dur="1" fill="hold">
                                          <p:stCondLst>
                                            <p:cond delay="0"/>
                                          </p:stCondLst>
                                        </p:cTn>
                                        <p:tgtEl>
                                          <p:spTgt spid="37"/>
                                        </p:tgtEl>
                                        <p:attrNameLst>
                                          <p:attrName>style.visibility</p:attrName>
                                        </p:attrNameLst>
                                      </p:cBhvr>
                                      <p:to>
                                        <p:strVal val="visible"/>
                                      </p:to>
                                    </p:set>
                                    <p:anim calcmode="lin" valueType="num">
                                      <p:cBhvr>
                                        <p:cTn id="36" dur="1000" fill="hold"/>
                                        <p:tgtEl>
                                          <p:spTgt spid="37"/>
                                        </p:tgtEl>
                                        <p:attrNameLst>
                                          <p:attrName>ppt_w</p:attrName>
                                        </p:attrNameLst>
                                      </p:cBhvr>
                                      <p:tavLst>
                                        <p:tav tm="0">
                                          <p:val>
                                            <p:fltVal val="0"/>
                                          </p:val>
                                        </p:tav>
                                        <p:tav tm="100000">
                                          <p:val>
                                            <p:strVal val="#ppt_w"/>
                                          </p:val>
                                        </p:tav>
                                      </p:tavLst>
                                    </p:anim>
                                    <p:anim calcmode="lin" valueType="num">
                                      <p:cBhvr>
                                        <p:cTn id="37" dur="1000" fill="hold"/>
                                        <p:tgtEl>
                                          <p:spTgt spid="37"/>
                                        </p:tgtEl>
                                        <p:attrNameLst>
                                          <p:attrName>ppt_h</p:attrName>
                                        </p:attrNameLst>
                                      </p:cBhvr>
                                      <p:tavLst>
                                        <p:tav tm="0">
                                          <p:val>
                                            <p:fltVal val="0"/>
                                          </p:val>
                                        </p:tav>
                                        <p:tav tm="100000">
                                          <p:val>
                                            <p:strVal val="#ppt_h"/>
                                          </p:val>
                                        </p:tav>
                                      </p:tavLst>
                                    </p:anim>
                                    <p:animEffect transition="in" filter="fade">
                                      <p:cBhvr>
                                        <p:cTn id="38" dur="1000"/>
                                        <p:tgtEl>
                                          <p:spTgt spid="37"/>
                                        </p:tgtEl>
                                      </p:cBhvr>
                                    </p:animEffect>
                                  </p:childTnLst>
                                </p:cTn>
                              </p:par>
                              <p:par>
                                <p:cTn id="39" presetID="64" presetClass="path" presetSubtype="0" fill="hold" nodeType="withEffect">
                                  <p:stCondLst>
                                    <p:cond delay="0"/>
                                  </p:stCondLst>
                                  <p:childTnLst>
                                    <p:animMotion origin="layout" path="M 1.11111E-6 3.7037E-7 L -0.52465 -0.50957 " pathEditMode="relative" rAng="0" ptsTypes="AA">
                                      <p:cBhvr>
                                        <p:cTn id="40" dur="1000" spd="-100000" fill="hold"/>
                                        <p:tgtEl>
                                          <p:spTgt spid="37"/>
                                        </p:tgtEl>
                                        <p:attrNameLst>
                                          <p:attrName>ppt_x</p:attrName>
                                          <p:attrName>ppt_y</p:attrName>
                                        </p:attrNameLst>
                                      </p:cBhvr>
                                      <p:rCtr x="-26233" y="-25494"/>
                                    </p:animMotion>
                                  </p:childTnLst>
                                </p:cTn>
                              </p:par>
                              <p:par>
                                <p:cTn id="41" presetID="1" presetClass="entr" presetSubtype="0" fill="hold" grpId="0" nodeType="withEffect">
                                  <p:stCondLst>
                                    <p:cond delay="200"/>
                                  </p:stCondLst>
                                  <p:childTnLst>
                                    <p:set>
                                      <p:cBhvr>
                                        <p:cTn id="42" dur="1" fill="hold">
                                          <p:stCondLst>
                                            <p:cond delay="0"/>
                                          </p:stCondLst>
                                        </p:cTn>
                                        <p:tgtEl>
                                          <p:spTgt spid="43"/>
                                        </p:tgtEl>
                                        <p:attrNameLst>
                                          <p:attrName>style.visibility</p:attrName>
                                        </p:attrNameLst>
                                      </p:cBhvr>
                                      <p:to>
                                        <p:strVal val="visible"/>
                                      </p:to>
                                    </p:set>
                                  </p:childTnLst>
                                </p:cTn>
                              </p:par>
                              <p:par>
                                <p:cTn id="43" presetID="53" presetClass="entr" presetSubtype="16" fill="hold" grpId="1" nodeType="withEffect">
                                  <p:stCondLst>
                                    <p:cond delay="200"/>
                                  </p:stCondLst>
                                  <p:childTnLst>
                                    <p:set>
                                      <p:cBhvr>
                                        <p:cTn id="44" dur="1" fill="hold">
                                          <p:stCondLst>
                                            <p:cond delay="0"/>
                                          </p:stCondLst>
                                        </p:cTn>
                                        <p:tgtEl>
                                          <p:spTgt spid="43"/>
                                        </p:tgtEl>
                                        <p:attrNameLst>
                                          <p:attrName>style.visibility</p:attrName>
                                        </p:attrNameLst>
                                      </p:cBhvr>
                                      <p:to>
                                        <p:strVal val="visible"/>
                                      </p:to>
                                    </p:set>
                                    <p:anim calcmode="lin" valueType="num">
                                      <p:cBhvr>
                                        <p:cTn id="45" dur="1000" fill="hold"/>
                                        <p:tgtEl>
                                          <p:spTgt spid="43"/>
                                        </p:tgtEl>
                                        <p:attrNameLst>
                                          <p:attrName>ppt_w</p:attrName>
                                        </p:attrNameLst>
                                      </p:cBhvr>
                                      <p:tavLst>
                                        <p:tav tm="0">
                                          <p:val>
                                            <p:fltVal val="0"/>
                                          </p:val>
                                        </p:tav>
                                        <p:tav tm="100000">
                                          <p:val>
                                            <p:strVal val="#ppt_w"/>
                                          </p:val>
                                        </p:tav>
                                      </p:tavLst>
                                    </p:anim>
                                    <p:anim calcmode="lin" valueType="num">
                                      <p:cBhvr>
                                        <p:cTn id="46" dur="1000" fill="hold"/>
                                        <p:tgtEl>
                                          <p:spTgt spid="43"/>
                                        </p:tgtEl>
                                        <p:attrNameLst>
                                          <p:attrName>ppt_h</p:attrName>
                                        </p:attrNameLst>
                                      </p:cBhvr>
                                      <p:tavLst>
                                        <p:tav tm="0">
                                          <p:val>
                                            <p:fltVal val="0"/>
                                          </p:val>
                                        </p:tav>
                                        <p:tav tm="100000">
                                          <p:val>
                                            <p:strVal val="#ppt_h"/>
                                          </p:val>
                                        </p:tav>
                                      </p:tavLst>
                                    </p:anim>
                                    <p:animEffect transition="in" filter="fade">
                                      <p:cBhvr>
                                        <p:cTn id="47" dur="1000"/>
                                        <p:tgtEl>
                                          <p:spTgt spid="43"/>
                                        </p:tgtEl>
                                      </p:cBhvr>
                                    </p:animEffect>
                                  </p:childTnLst>
                                </p:cTn>
                              </p:par>
                              <p:par>
                                <p:cTn id="48" presetID="64" presetClass="path" presetSubtype="0" fill="hold" grpId="2" nodeType="withEffect">
                                  <p:stCondLst>
                                    <p:cond delay="200"/>
                                  </p:stCondLst>
                                  <p:childTnLst>
                                    <p:animMotion origin="layout" path="M -2.22222E-6 1.18319E-6 L 0.21702 -0.37071 " pathEditMode="relative" rAng="0" ptsTypes="AA">
                                      <p:cBhvr>
                                        <p:cTn id="49" dur="1000" spd="-100000" fill="hold"/>
                                        <p:tgtEl>
                                          <p:spTgt spid="43"/>
                                        </p:tgtEl>
                                        <p:attrNameLst>
                                          <p:attrName>ppt_x</p:attrName>
                                          <p:attrName>ppt_y</p:attrName>
                                        </p:attrNameLst>
                                      </p:cBhvr>
                                      <p:rCtr x="10851" y="-18536"/>
                                    </p:animMotion>
                                  </p:childTnLst>
                                </p:cTn>
                              </p:par>
                              <p:par>
                                <p:cTn id="50" presetID="1" presetClass="entr" presetSubtype="0" fill="hold" grpId="0" nodeType="withEffect">
                                  <p:stCondLst>
                                    <p:cond delay="400"/>
                                  </p:stCondLst>
                                  <p:childTnLst>
                                    <p:set>
                                      <p:cBhvr>
                                        <p:cTn id="51" dur="1" fill="hold">
                                          <p:stCondLst>
                                            <p:cond delay="0"/>
                                          </p:stCondLst>
                                        </p:cTn>
                                        <p:tgtEl>
                                          <p:spTgt spid="44"/>
                                        </p:tgtEl>
                                        <p:attrNameLst>
                                          <p:attrName>style.visibility</p:attrName>
                                        </p:attrNameLst>
                                      </p:cBhvr>
                                      <p:to>
                                        <p:strVal val="visible"/>
                                      </p:to>
                                    </p:set>
                                  </p:childTnLst>
                                </p:cTn>
                              </p:par>
                              <p:par>
                                <p:cTn id="52" presetID="53" presetClass="entr" presetSubtype="16" fill="hold" grpId="1" nodeType="withEffect">
                                  <p:stCondLst>
                                    <p:cond delay="400"/>
                                  </p:stCondLst>
                                  <p:childTnLst>
                                    <p:set>
                                      <p:cBhvr>
                                        <p:cTn id="53" dur="1" fill="hold">
                                          <p:stCondLst>
                                            <p:cond delay="0"/>
                                          </p:stCondLst>
                                        </p:cTn>
                                        <p:tgtEl>
                                          <p:spTgt spid="44"/>
                                        </p:tgtEl>
                                        <p:attrNameLst>
                                          <p:attrName>style.visibility</p:attrName>
                                        </p:attrNameLst>
                                      </p:cBhvr>
                                      <p:to>
                                        <p:strVal val="visible"/>
                                      </p:to>
                                    </p:set>
                                    <p:anim calcmode="lin" valueType="num">
                                      <p:cBhvr>
                                        <p:cTn id="54" dur="1000" fill="hold"/>
                                        <p:tgtEl>
                                          <p:spTgt spid="44"/>
                                        </p:tgtEl>
                                        <p:attrNameLst>
                                          <p:attrName>ppt_w</p:attrName>
                                        </p:attrNameLst>
                                      </p:cBhvr>
                                      <p:tavLst>
                                        <p:tav tm="0">
                                          <p:val>
                                            <p:fltVal val="0"/>
                                          </p:val>
                                        </p:tav>
                                        <p:tav tm="100000">
                                          <p:val>
                                            <p:strVal val="#ppt_w"/>
                                          </p:val>
                                        </p:tav>
                                      </p:tavLst>
                                    </p:anim>
                                    <p:anim calcmode="lin" valueType="num">
                                      <p:cBhvr>
                                        <p:cTn id="55" dur="1000" fill="hold"/>
                                        <p:tgtEl>
                                          <p:spTgt spid="44"/>
                                        </p:tgtEl>
                                        <p:attrNameLst>
                                          <p:attrName>ppt_h</p:attrName>
                                        </p:attrNameLst>
                                      </p:cBhvr>
                                      <p:tavLst>
                                        <p:tav tm="0">
                                          <p:val>
                                            <p:fltVal val="0"/>
                                          </p:val>
                                        </p:tav>
                                        <p:tav tm="100000">
                                          <p:val>
                                            <p:strVal val="#ppt_h"/>
                                          </p:val>
                                        </p:tav>
                                      </p:tavLst>
                                    </p:anim>
                                    <p:animEffect transition="in" filter="fade">
                                      <p:cBhvr>
                                        <p:cTn id="56" dur="1000"/>
                                        <p:tgtEl>
                                          <p:spTgt spid="44"/>
                                        </p:tgtEl>
                                      </p:cBhvr>
                                    </p:animEffect>
                                  </p:childTnLst>
                                </p:cTn>
                              </p:par>
                              <p:par>
                                <p:cTn id="57" presetID="64" presetClass="path" presetSubtype="0" fill="hold" grpId="2" nodeType="withEffect">
                                  <p:stCondLst>
                                    <p:cond delay="400"/>
                                  </p:stCondLst>
                                  <p:childTnLst>
                                    <p:animMotion origin="layout" path="M 5E-6 2.09762E-6 L -0.18855 -1.11369 " pathEditMode="relative" rAng="0" ptsTypes="AA">
                                      <p:cBhvr>
                                        <p:cTn id="58" dur="1000" spd="-100000" fill="hold"/>
                                        <p:tgtEl>
                                          <p:spTgt spid="44"/>
                                        </p:tgtEl>
                                        <p:attrNameLst>
                                          <p:attrName>ppt_x</p:attrName>
                                          <p:attrName>ppt_y</p:attrName>
                                        </p:attrNameLst>
                                      </p:cBhvr>
                                      <p:rCtr x="-9427" y="-55700"/>
                                    </p:animMotion>
                                  </p:childTnLst>
                                </p:cTn>
                              </p:par>
                              <p:par>
                                <p:cTn id="59" presetID="1" presetClass="entr" presetSubtype="0" fill="hold" grpId="0" nodeType="withEffect">
                                  <p:stCondLst>
                                    <p:cond delay="200"/>
                                  </p:stCondLst>
                                  <p:childTnLst>
                                    <p:set>
                                      <p:cBhvr>
                                        <p:cTn id="60" dur="1" fill="hold">
                                          <p:stCondLst>
                                            <p:cond delay="0"/>
                                          </p:stCondLst>
                                        </p:cTn>
                                        <p:tgtEl>
                                          <p:spTgt spid="32"/>
                                        </p:tgtEl>
                                        <p:attrNameLst>
                                          <p:attrName>style.visibility</p:attrName>
                                        </p:attrNameLst>
                                      </p:cBhvr>
                                      <p:to>
                                        <p:strVal val="visible"/>
                                      </p:to>
                                    </p:set>
                                  </p:childTnLst>
                                </p:cTn>
                              </p:par>
                              <p:par>
                                <p:cTn id="61" presetID="53" presetClass="entr" presetSubtype="16" fill="hold" grpId="1" nodeType="withEffect">
                                  <p:stCondLst>
                                    <p:cond delay="200"/>
                                  </p:stCondLst>
                                  <p:childTnLst>
                                    <p:set>
                                      <p:cBhvr>
                                        <p:cTn id="62" dur="1" fill="hold">
                                          <p:stCondLst>
                                            <p:cond delay="0"/>
                                          </p:stCondLst>
                                        </p:cTn>
                                        <p:tgtEl>
                                          <p:spTgt spid="32"/>
                                        </p:tgtEl>
                                        <p:attrNameLst>
                                          <p:attrName>style.visibility</p:attrName>
                                        </p:attrNameLst>
                                      </p:cBhvr>
                                      <p:to>
                                        <p:strVal val="visible"/>
                                      </p:to>
                                    </p:set>
                                    <p:anim calcmode="lin" valueType="num">
                                      <p:cBhvr>
                                        <p:cTn id="63" dur="1000" fill="hold"/>
                                        <p:tgtEl>
                                          <p:spTgt spid="32"/>
                                        </p:tgtEl>
                                        <p:attrNameLst>
                                          <p:attrName>ppt_w</p:attrName>
                                        </p:attrNameLst>
                                      </p:cBhvr>
                                      <p:tavLst>
                                        <p:tav tm="0">
                                          <p:val>
                                            <p:fltVal val="0"/>
                                          </p:val>
                                        </p:tav>
                                        <p:tav tm="100000">
                                          <p:val>
                                            <p:strVal val="#ppt_w"/>
                                          </p:val>
                                        </p:tav>
                                      </p:tavLst>
                                    </p:anim>
                                    <p:anim calcmode="lin" valueType="num">
                                      <p:cBhvr>
                                        <p:cTn id="64" dur="1000" fill="hold"/>
                                        <p:tgtEl>
                                          <p:spTgt spid="32"/>
                                        </p:tgtEl>
                                        <p:attrNameLst>
                                          <p:attrName>ppt_h</p:attrName>
                                        </p:attrNameLst>
                                      </p:cBhvr>
                                      <p:tavLst>
                                        <p:tav tm="0">
                                          <p:val>
                                            <p:fltVal val="0"/>
                                          </p:val>
                                        </p:tav>
                                        <p:tav tm="100000">
                                          <p:val>
                                            <p:strVal val="#ppt_h"/>
                                          </p:val>
                                        </p:tav>
                                      </p:tavLst>
                                    </p:anim>
                                    <p:animEffect transition="in" filter="fade">
                                      <p:cBhvr>
                                        <p:cTn id="65" dur="1000"/>
                                        <p:tgtEl>
                                          <p:spTgt spid="32"/>
                                        </p:tgtEl>
                                      </p:cBhvr>
                                    </p:animEffect>
                                  </p:childTnLst>
                                </p:cTn>
                              </p:par>
                              <p:par>
                                <p:cTn id="66" presetID="64" presetClass="path" presetSubtype="0" fill="hold" grpId="2" nodeType="withEffect">
                                  <p:stCondLst>
                                    <p:cond delay="200"/>
                                  </p:stCondLst>
                                  <p:childTnLst>
                                    <p:animMotion origin="layout" path="M 0 -2.71605E-6 L 0.12309 0.575 " pathEditMode="relative" rAng="0" ptsTypes="AA">
                                      <p:cBhvr>
                                        <p:cTn id="67" dur="1000" spd="-100000" fill="hold"/>
                                        <p:tgtEl>
                                          <p:spTgt spid="32"/>
                                        </p:tgtEl>
                                        <p:attrNameLst>
                                          <p:attrName>ppt_x</p:attrName>
                                          <p:attrName>ppt_y</p:attrName>
                                        </p:attrNameLst>
                                      </p:cBhvr>
                                      <p:rCtr x="6146" y="28735"/>
                                    </p:animMotion>
                                  </p:childTnLst>
                                </p:cTn>
                              </p:par>
                              <p:par>
                                <p:cTn id="68" presetID="1" presetClass="entr" presetSubtype="0" fill="hold" nodeType="withEffect">
                                  <p:stCondLst>
                                    <p:cond delay="400"/>
                                  </p:stCondLst>
                                  <p:childTnLst>
                                    <p:set>
                                      <p:cBhvr>
                                        <p:cTn id="69" dur="1" fill="hold">
                                          <p:stCondLst>
                                            <p:cond delay="0"/>
                                          </p:stCondLst>
                                        </p:cTn>
                                        <p:tgtEl>
                                          <p:spTgt spid="48"/>
                                        </p:tgtEl>
                                        <p:attrNameLst>
                                          <p:attrName>style.visibility</p:attrName>
                                        </p:attrNameLst>
                                      </p:cBhvr>
                                      <p:to>
                                        <p:strVal val="visible"/>
                                      </p:to>
                                    </p:set>
                                  </p:childTnLst>
                                </p:cTn>
                              </p:par>
                              <p:par>
                                <p:cTn id="70" presetID="53" presetClass="entr" presetSubtype="16" fill="hold" nodeType="withEffect">
                                  <p:stCondLst>
                                    <p:cond delay="400"/>
                                  </p:stCondLst>
                                  <p:childTnLst>
                                    <p:set>
                                      <p:cBhvr>
                                        <p:cTn id="71" dur="1" fill="hold">
                                          <p:stCondLst>
                                            <p:cond delay="0"/>
                                          </p:stCondLst>
                                        </p:cTn>
                                        <p:tgtEl>
                                          <p:spTgt spid="48"/>
                                        </p:tgtEl>
                                        <p:attrNameLst>
                                          <p:attrName>style.visibility</p:attrName>
                                        </p:attrNameLst>
                                      </p:cBhvr>
                                      <p:to>
                                        <p:strVal val="visible"/>
                                      </p:to>
                                    </p:set>
                                    <p:anim calcmode="lin" valueType="num">
                                      <p:cBhvr>
                                        <p:cTn id="72" dur="1000" fill="hold"/>
                                        <p:tgtEl>
                                          <p:spTgt spid="48"/>
                                        </p:tgtEl>
                                        <p:attrNameLst>
                                          <p:attrName>ppt_w</p:attrName>
                                        </p:attrNameLst>
                                      </p:cBhvr>
                                      <p:tavLst>
                                        <p:tav tm="0">
                                          <p:val>
                                            <p:fltVal val="0"/>
                                          </p:val>
                                        </p:tav>
                                        <p:tav tm="100000">
                                          <p:val>
                                            <p:strVal val="#ppt_w"/>
                                          </p:val>
                                        </p:tav>
                                      </p:tavLst>
                                    </p:anim>
                                    <p:anim calcmode="lin" valueType="num">
                                      <p:cBhvr>
                                        <p:cTn id="73" dur="1000" fill="hold"/>
                                        <p:tgtEl>
                                          <p:spTgt spid="48"/>
                                        </p:tgtEl>
                                        <p:attrNameLst>
                                          <p:attrName>ppt_h</p:attrName>
                                        </p:attrNameLst>
                                      </p:cBhvr>
                                      <p:tavLst>
                                        <p:tav tm="0">
                                          <p:val>
                                            <p:fltVal val="0"/>
                                          </p:val>
                                        </p:tav>
                                        <p:tav tm="100000">
                                          <p:val>
                                            <p:strVal val="#ppt_h"/>
                                          </p:val>
                                        </p:tav>
                                      </p:tavLst>
                                    </p:anim>
                                    <p:animEffect transition="in" filter="fade">
                                      <p:cBhvr>
                                        <p:cTn id="74" dur="1000"/>
                                        <p:tgtEl>
                                          <p:spTgt spid="48"/>
                                        </p:tgtEl>
                                      </p:cBhvr>
                                    </p:animEffect>
                                  </p:childTnLst>
                                </p:cTn>
                              </p:par>
                              <p:par>
                                <p:cTn id="75" presetID="64" presetClass="path" presetSubtype="0" fill="hold" nodeType="withEffect">
                                  <p:stCondLst>
                                    <p:cond delay="400"/>
                                  </p:stCondLst>
                                  <p:childTnLst>
                                    <p:animMotion origin="layout" path="M 2.5E-6 6.17284E-7 L -0.71736 -0.40556 " pathEditMode="relative" rAng="0" ptsTypes="AA">
                                      <p:cBhvr>
                                        <p:cTn id="76" dur="1000" spd="-100000" fill="hold"/>
                                        <p:tgtEl>
                                          <p:spTgt spid="48"/>
                                        </p:tgtEl>
                                        <p:attrNameLst>
                                          <p:attrName>ppt_x</p:attrName>
                                          <p:attrName>ppt_y</p:attrName>
                                        </p:attrNameLst>
                                      </p:cBhvr>
                                      <p:rCtr x="-35868" y="-20278"/>
                                    </p:animMotion>
                                  </p:childTnLst>
                                </p:cTn>
                              </p:par>
                              <p:par>
                                <p:cTn id="77" presetID="1" presetClass="entr" presetSubtype="0" fill="hold" nodeType="withEffect">
                                  <p:stCondLst>
                                    <p:cond delay="300"/>
                                  </p:stCondLst>
                                  <p:childTnLst>
                                    <p:set>
                                      <p:cBhvr>
                                        <p:cTn id="78" dur="1" fill="hold">
                                          <p:stCondLst>
                                            <p:cond delay="0"/>
                                          </p:stCondLst>
                                        </p:cTn>
                                        <p:tgtEl>
                                          <p:spTgt spid="40"/>
                                        </p:tgtEl>
                                        <p:attrNameLst>
                                          <p:attrName>style.visibility</p:attrName>
                                        </p:attrNameLst>
                                      </p:cBhvr>
                                      <p:to>
                                        <p:strVal val="visible"/>
                                      </p:to>
                                    </p:set>
                                  </p:childTnLst>
                                </p:cTn>
                              </p:par>
                              <p:par>
                                <p:cTn id="79" presetID="53" presetClass="entr" presetSubtype="16" fill="hold" nodeType="withEffect">
                                  <p:stCondLst>
                                    <p:cond delay="300"/>
                                  </p:stCondLst>
                                  <p:childTnLst>
                                    <p:set>
                                      <p:cBhvr>
                                        <p:cTn id="80" dur="1" fill="hold">
                                          <p:stCondLst>
                                            <p:cond delay="0"/>
                                          </p:stCondLst>
                                        </p:cTn>
                                        <p:tgtEl>
                                          <p:spTgt spid="40"/>
                                        </p:tgtEl>
                                        <p:attrNameLst>
                                          <p:attrName>style.visibility</p:attrName>
                                        </p:attrNameLst>
                                      </p:cBhvr>
                                      <p:to>
                                        <p:strVal val="visible"/>
                                      </p:to>
                                    </p:set>
                                    <p:anim calcmode="lin" valueType="num">
                                      <p:cBhvr>
                                        <p:cTn id="81" dur="1000" fill="hold"/>
                                        <p:tgtEl>
                                          <p:spTgt spid="40"/>
                                        </p:tgtEl>
                                        <p:attrNameLst>
                                          <p:attrName>ppt_w</p:attrName>
                                        </p:attrNameLst>
                                      </p:cBhvr>
                                      <p:tavLst>
                                        <p:tav tm="0">
                                          <p:val>
                                            <p:fltVal val="0"/>
                                          </p:val>
                                        </p:tav>
                                        <p:tav tm="100000">
                                          <p:val>
                                            <p:strVal val="#ppt_w"/>
                                          </p:val>
                                        </p:tav>
                                      </p:tavLst>
                                    </p:anim>
                                    <p:anim calcmode="lin" valueType="num">
                                      <p:cBhvr>
                                        <p:cTn id="82" dur="1000" fill="hold"/>
                                        <p:tgtEl>
                                          <p:spTgt spid="40"/>
                                        </p:tgtEl>
                                        <p:attrNameLst>
                                          <p:attrName>ppt_h</p:attrName>
                                        </p:attrNameLst>
                                      </p:cBhvr>
                                      <p:tavLst>
                                        <p:tav tm="0">
                                          <p:val>
                                            <p:fltVal val="0"/>
                                          </p:val>
                                        </p:tav>
                                        <p:tav tm="100000">
                                          <p:val>
                                            <p:strVal val="#ppt_h"/>
                                          </p:val>
                                        </p:tav>
                                      </p:tavLst>
                                    </p:anim>
                                    <p:animEffect transition="in" filter="fade">
                                      <p:cBhvr>
                                        <p:cTn id="83" dur="1000"/>
                                        <p:tgtEl>
                                          <p:spTgt spid="40"/>
                                        </p:tgtEl>
                                      </p:cBhvr>
                                    </p:animEffect>
                                  </p:childTnLst>
                                </p:cTn>
                              </p:par>
                              <p:par>
                                <p:cTn id="84" presetID="64" presetClass="path" presetSubtype="0" fill="hold" nodeType="withEffect">
                                  <p:stCondLst>
                                    <p:cond delay="300"/>
                                  </p:stCondLst>
                                  <p:childTnLst>
                                    <p:animMotion origin="layout" path="M -8.33333E-7 3.20988E-6 L 1.0349 -0.87346 " pathEditMode="relative" rAng="0" ptsTypes="AA">
                                      <p:cBhvr>
                                        <p:cTn id="85" dur="1000" spd="-100000" fill="hold"/>
                                        <p:tgtEl>
                                          <p:spTgt spid="40"/>
                                        </p:tgtEl>
                                        <p:attrNameLst>
                                          <p:attrName>ppt_x</p:attrName>
                                          <p:attrName>ppt_y</p:attrName>
                                        </p:attrNameLst>
                                      </p:cBhvr>
                                      <p:rCtr x="51736" y="-43673"/>
                                    </p:animMotion>
                                  </p:childTnLst>
                                </p:cTn>
                              </p:par>
                              <p:par>
                                <p:cTn id="86" presetID="1" presetClass="entr" presetSubtype="0" fill="hold" nodeType="withEffect">
                                  <p:stCondLst>
                                    <p:cond delay="200"/>
                                  </p:stCondLst>
                                  <p:childTnLst>
                                    <p:set>
                                      <p:cBhvr>
                                        <p:cTn id="87" dur="1" fill="hold">
                                          <p:stCondLst>
                                            <p:cond delay="0"/>
                                          </p:stCondLst>
                                        </p:cTn>
                                        <p:tgtEl>
                                          <p:spTgt spid="45"/>
                                        </p:tgtEl>
                                        <p:attrNameLst>
                                          <p:attrName>style.visibility</p:attrName>
                                        </p:attrNameLst>
                                      </p:cBhvr>
                                      <p:to>
                                        <p:strVal val="visible"/>
                                      </p:to>
                                    </p:set>
                                  </p:childTnLst>
                                </p:cTn>
                              </p:par>
                              <p:par>
                                <p:cTn id="88" presetID="53" presetClass="entr" presetSubtype="16" fill="hold" nodeType="withEffect">
                                  <p:stCondLst>
                                    <p:cond delay="200"/>
                                  </p:stCondLst>
                                  <p:childTnLst>
                                    <p:set>
                                      <p:cBhvr>
                                        <p:cTn id="89" dur="1" fill="hold">
                                          <p:stCondLst>
                                            <p:cond delay="0"/>
                                          </p:stCondLst>
                                        </p:cTn>
                                        <p:tgtEl>
                                          <p:spTgt spid="45"/>
                                        </p:tgtEl>
                                        <p:attrNameLst>
                                          <p:attrName>style.visibility</p:attrName>
                                        </p:attrNameLst>
                                      </p:cBhvr>
                                      <p:to>
                                        <p:strVal val="visible"/>
                                      </p:to>
                                    </p:set>
                                    <p:anim calcmode="lin" valueType="num">
                                      <p:cBhvr>
                                        <p:cTn id="90" dur="1000" fill="hold"/>
                                        <p:tgtEl>
                                          <p:spTgt spid="45"/>
                                        </p:tgtEl>
                                        <p:attrNameLst>
                                          <p:attrName>ppt_w</p:attrName>
                                        </p:attrNameLst>
                                      </p:cBhvr>
                                      <p:tavLst>
                                        <p:tav tm="0">
                                          <p:val>
                                            <p:fltVal val="0"/>
                                          </p:val>
                                        </p:tav>
                                        <p:tav tm="100000">
                                          <p:val>
                                            <p:strVal val="#ppt_w"/>
                                          </p:val>
                                        </p:tav>
                                      </p:tavLst>
                                    </p:anim>
                                    <p:anim calcmode="lin" valueType="num">
                                      <p:cBhvr>
                                        <p:cTn id="91" dur="1000" fill="hold"/>
                                        <p:tgtEl>
                                          <p:spTgt spid="45"/>
                                        </p:tgtEl>
                                        <p:attrNameLst>
                                          <p:attrName>ppt_h</p:attrName>
                                        </p:attrNameLst>
                                      </p:cBhvr>
                                      <p:tavLst>
                                        <p:tav tm="0">
                                          <p:val>
                                            <p:fltVal val="0"/>
                                          </p:val>
                                        </p:tav>
                                        <p:tav tm="100000">
                                          <p:val>
                                            <p:strVal val="#ppt_h"/>
                                          </p:val>
                                        </p:tav>
                                      </p:tavLst>
                                    </p:anim>
                                    <p:animEffect transition="in" filter="fade">
                                      <p:cBhvr>
                                        <p:cTn id="92" dur="1000"/>
                                        <p:tgtEl>
                                          <p:spTgt spid="45"/>
                                        </p:tgtEl>
                                      </p:cBhvr>
                                    </p:animEffect>
                                  </p:childTnLst>
                                </p:cTn>
                              </p:par>
                              <p:par>
                                <p:cTn id="93" presetID="64" presetClass="path" presetSubtype="0" fill="hold" nodeType="withEffect">
                                  <p:stCondLst>
                                    <p:cond delay="200"/>
                                  </p:stCondLst>
                                  <p:childTnLst>
                                    <p:animMotion origin="layout" path="M 4.44444E-6 4.32099E-6 L -0.64115 -0.9497 " pathEditMode="relative" rAng="0" ptsTypes="AA">
                                      <p:cBhvr>
                                        <p:cTn id="94" dur="1000" spd="-100000" fill="hold"/>
                                        <p:tgtEl>
                                          <p:spTgt spid="45"/>
                                        </p:tgtEl>
                                        <p:attrNameLst>
                                          <p:attrName>ppt_x</p:attrName>
                                          <p:attrName>ppt_y</p:attrName>
                                        </p:attrNameLst>
                                      </p:cBhvr>
                                      <p:rCtr x="-32066" y="-47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2" grpId="1" animBg="1"/>
      <p:bldP spid="32" grpId="2" animBg="1"/>
      <p:bldP spid="33" grpId="0" animBg="1"/>
      <p:bldP spid="33" grpId="1" animBg="1"/>
      <p:bldP spid="33" grpId="2" animBg="1"/>
      <p:bldP spid="43" grpId="0" animBg="1"/>
      <p:bldP spid="43" grpId="1" animBg="1"/>
      <p:bldP spid="43" grpId="2" animBg="1"/>
      <p:bldP spid="44" grpId="0" animBg="1"/>
      <p:bldP spid="44" grpId="1" animBg="1"/>
      <p:bldP spid="44" grpId="2" animBg="1"/>
    </p:bld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3752"/>
            <a:ext cx="10972800" cy="1143000"/>
          </a:xfrm>
          <a:prstGeom prst="rect">
            <a:avLst/>
          </a:prstGeom>
        </p:spPr>
        <p:txBody>
          <a:bodyPr vert="horz" lIns="91440" tIns="45720" rIns="91440" bIns="45720" rtlCol="0" anchor="ctr">
            <a:noAutofit/>
          </a:bodyPr>
          <a:lstStyle/>
          <a:p>
            <a:r>
              <a:rPr lang="en-US" altLang="zh-CN" dirty="0"/>
              <a:t>Click to edit Master title style</a:t>
            </a:r>
            <a:endParaRPr lang="zh-CN" alt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spcBef>
          <a:spcPct val="0"/>
        </a:spcBef>
        <a:buNone/>
        <a:defRPr sz="4000" b="1" kern="1200">
          <a:solidFill>
            <a:schemeClr val="bg1"/>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5.xml"/><Relationship Id="rId4" Type="http://schemas.openxmlformats.org/officeDocument/2006/relationships/image" Target="../media/image3.emf"/><Relationship Id="rId3" Type="http://schemas.openxmlformats.org/officeDocument/2006/relationships/oleObject" Target="../embeddings/oleObject2.bin"/><Relationship Id="rId2" Type="http://schemas.openxmlformats.org/officeDocument/2006/relationships/image" Target="../media/image2.e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81885" y="2555875"/>
            <a:ext cx="8289925" cy="1001395"/>
          </a:xfrm>
        </p:spPr>
        <p:txBody>
          <a:bodyPr/>
          <a:lstStyle/>
          <a:p>
            <a:r>
              <a:rPr lang="en-US" altLang="zh-CN" sz="4800" dirty="0"/>
              <a:t>RT-Thread</a:t>
            </a:r>
            <a:r>
              <a:rPr lang="zh-CN" altLang="en-US" sz="4800" dirty="0"/>
              <a:t>入门系列视频教程</a:t>
            </a:r>
            <a:endParaRPr lang="zh-CN" altLang="en-US" sz="4800" dirty="0"/>
          </a:p>
        </p:txBody>
      </p:sp>
      <p:sp>
        <p:nvSpPr>
          <p:cNvPr id="3" name="Subtitle 2"/>
          <p:cNvSpPr>
            <a:spLocks noGrp="1"/>
          </p:cNvSpPr>
          <p:nvPr>
            <p:ph type="subTitle" idx="1"/>
          </p:nvPr>
        </p:nvSpPr>
        <p:spPr>
          <a:xfrm>
            <a:off x="2835748" y="4964941"/>
            <a:ext cx="7382672" cy="1032599"/>
          </a:xfrm>
        </p:spPr>
        <p:txBody>
          <a:bodyPr>
            <a:normAutofit lnSpcReduction="10000"/>
          </a:bodyPr>
          <a:lstStyle/>
          <a:p>
            <a:r>
              <a:rPr lang="en-US" altLang="zh-CN" dirty="0"/>
              <a:t>         </a:t>
            </a:r>
            <a:r>
              <a:rPr lang="zh-CN" altLang="en-US" sz="2800" dirty="0"/>
              <a:t>第九讲：</a:t>
            </a:r>
            <a:r>
              <a:rPr lang="en-US" altLang="zh-CN" sz="2800" dirty="0"/>
              <a:t> </a:t>
            </a:r>
            <a:r>
              <a:rPr lang="zh-CN" altLang="en-US" sz="2800" dirty="0"/>
              <a:t>生产者消费者问题</a:t>
            </a:r>
            <a:endParaRPr lang="zh-CN"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生产者消费者问题模型</a:t>
            </a:r>
            <a:endParaRPr lang="zh-CN" altLang="en-US"/>
          </a:p>
        </p:txBody>
      </p:sp>
      <p:grpSp>
        <p:nvGrpSpPr>
          <p:cNvPr id="5" name="îṡḷïḋè"/>
          <p:cNvGrpSpPr/>
          <p:nvPr/>
        </p:nvGrpSpPr>
        <p:grpSpPr>
          <a:xfrm rot="0">
            <a:off x="8992870" y="1757680"/>
            <a:ext cx="2592070" cy="3694430"/>
            <a:chOff x="4169666" y="2268389"/>
            <a:chExt cx="1673212" cy="2384748"/>
          </a:xfrm>
        </p:grpSpPr>
        <p:sp>
          <p:nvSpPr>
            <p:cNvPr id="23" name="íSļiḍè"/>
            <p:cNvSpPr>
              <a:spLocks noChangeAspect="1" noChangeArrowheads="1" noTextEdit="1"/>
            </p:cNvSpPr>
            <p:nvPr/>
          </p:nvSpPr>
          <p:spPr bwMode="auto">
            <a:xfrm>
              <a:off x="4171659" y="2271379"/>
              <a:ext cx="1669226" cy="2379765"/>
            </a:xfrm>
            <a:prstGeom prst="rect">
              <a:avLst/>
            </a:prstGeom>
            <a:noFill/>
            <a:ln w="9525">
              <a:noFill/>
              <a:miter lim="800000"/>
            </a:ln>
          </p:spPr>
          <p:txBody>
            <a:bodyPr vert="horz" wrap="square" lIns="121920" tIns="60960" rIns="121920" bIns="60960" numCol="1" anchor="t" anchorCtr="0" compatLnSpc="1"/>
            <a:lstStyle/>
            <a:p>
              <a:endParaRPr lang="en-US" sz="3200"/>
            </a:p>
          </p:txBody>
        </p:sp>
        <p:sp>
          <p:nvSpPr>
            <p:cNvPr id="24" name="îSľíďé"/>
            <p:cNvSpPr/>
            <p:nvPr/>
          </p:nvSpPr>
          <p:spPr bwMode="auto">
            <a:xfrm>
              <a:off x="4691860" y="3253979"/>
              <a:ext cx="437487" cy="282024"/>
            </a:xfrm>
            <a:custGeom>
              <a:avLst/>
              <a:gdLst/>
              <a:ahLst/>
              <a:cxnLst>
                <a:cxn ang="0">
                  <a:pos x="474" y="335"/>
                </a:cxn>
                <a:cxn ang="0">
                  <a:pos x="525" y="323"/>
                </a:cxn>
                <a:cxn ang="0">
                  <a:pos x="512" y="270"/>
                </a:cxn>
                <a:cxn ang="0">
                  <a:pos x="61" y="10"/>
                </a:cxn>
                <a:cxn ang="0">
                  <a:pos x="11" y="22"/>
                </a:cxn>
                <a:cxn ang="0">
                  <a:pos x="23" y="75"/>
                </a:cxn>
                <a:cxn ang="0">
                  <a:pos x="474" y="335"/>
                </a:cxn>
              </a:cxnLst>
              <a:rect l="0" t="0" r="r" b="b"/>
              <a:pathLst>
                <a:path w="535" h="345">
                  <a:moveTo>
                    <a:pt x="474" y="335"/>
                  </a:moveTo>
                  <a:cubicBezTo>
                    <a:pt x="492" y="345"/>
                    <a:pt x="514" y="341"/>
                    <a:pt x="525" y="323"/>
                  </a:cubicBezTo>
                  <a:cubicBezTo>
                    <a:pt x="535" y="305"/>
                    <a:pt x="530" y="281"/>
                    <a:pt x="512" y="270"/>
                  </a:cubicBezTo>
                  <a:cubicBezTo>
                    <a:pt x="61" y="10"/>
                    <a:pt x="61" y="10"/>
                    <a:pt x="61" y="10"/>
                  </a:cubicBezTo>
                  <a:cubicBezTo>
                    <a:pt x="43" y="0"/>
                    <a:pt x="21" y="5"/>
                    <a:pt x="11" y="22"/>
                  </a:cubicBezTo>
                  <a:cubicBezTo>
                    <a:pt x="0" y="40"/>
                    <a:pt x="5" y="64"/>
                    <a:pt x="23" y="75"/>
                  </a:cubicBezTo>
                  <a:lnTo>
                    <a:pt x="474" y="335"/>
                  </a:ln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25" name="ïS1idé"/>
            <p:cNvSpPr/>
            <p:nvPr/>
          </p:nvSpPr>
          <p:spPr bwMode="auto">
            <a:xfrm>
              <a:off x="4646018" y="3332706"/>
              <a:ext cx="437487" cy="283021"/>
            </a:xfrm>
            <a:custGeom>
              <a:avLst/>
              <a:gdLst/>
              <a:ahLst/>
              <a:cxnLst>
                <a:cxn ang="0">
                  <a:pos x="24" y="76"/>
                </a:cxn>
                <a:cxn ang="0">
                  <a:pos x="474" y="336"/>
                </a:cxn>
                <a:cxn ang="0">
                  <a:pos x="525" y="323"/>
                </a:cxn>
                <a:cxn ang="0">
                  <a:pos x="512" y="271"/>
                </a:cxn>
                <a:cxn ang="0">
                  <a:pos x="61" y="11"/>
                </a:cxn>
                <a:cxn ang="0">
                  <a:pos x="11" y="23"/>
                </a:cxn>
                <a:cxn ang="0">
                  <a:pos x="24" y="76"/>
                </a:cxn>
              </a:cxnLst>
              <a:rect l="0" t="0" r="r" b="b"/>
              <a:pathLst>
                <a:path w="535" h="346">
                  <a:moveTo>
                    <a:pt x="24" y="76"/>
                  </a:moveTo>
                  <a:cubicBezTo>
                    <a:pt x="474" y="336"/>
                    <a:pt x="474" y="336"/>
                    <a:pt x="474" y="336"/>
                  </a:cubicBezTo>
                  <a:cubicBezTo>
                    <a:pt x="492" y="346"/>
                    <a:pt x="514" y="341"/>
                    <a:pt x="525" y="323"/>
                  </a:cubicBezTo>
                  <a:cubicBezTo>
                    <a:pt x="535" y="306"/>
                    <a:pt x="530" y="281"/>
                    <a:pt x="512" y="271"/>
                  </a:cubicBezTo>
                  <a:cubicBezTo>
                    <a:pt x="61" y="11"/>
                    <a:pt x="61" y="11"/>
                    <a:pt x="61" y="11"/>
                  </a:cubicBezTo>
                  <a:cubicBezTo>
                    <a:pt x="43" y="0"/>
                    <a:pt x="21" y="5"/>
                    <a:pt x="11" y="23"/>
                  </a:cubicBezTo>
                  <a:cubicBezTo>
                    <a:pt x="0" y="41"/>
                    <a:pt x="6" y="65"/>
                    <a:pt x="24" y="76"/>
                  </a:cubicBez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26" name="íşliďe"/>
            <p:cNvSpPr>
              <a:spLocks noEditPoints="1"/>
            </p:cNvSpPr>
            <p:nvPr/>
          </p:nvSpPr>
          <p:spPr bwMode="auto">
            <a:xfrm>
              <a:off x="4169666" y="3412430"/>
              <a:ext cx="875970" cy="1240707"/>
            </a:xfrm>
            <a:custGeom>
              <a:avLst/>
              <a:gdLst/>
              <a:ahLst/>
              <a:cxnLst>
                <a:cxn ang="0">
                  <a:pos x="1068" y="298"/>
                </a:cxn>
                <a:cxn ang="0">
                  <a:pos x="1058" y="284"/>
                </a:cxn>
                <a:cxn ang="0">
                  <a:pos x="1038" y="271"/>
                </a:cxn>
                <a:cxn ang="0">
                  <a:pos x="587" y="11"/>
                </a:cxn>
                <a:cxn ang="0">
                  <a:pos x="567" y="3"/>
                </a:cxn>
                <a:cxn ang="0">
                  <a:pos x="536" y="17"/>
                </a:cxn>
                <a:cxn ang="0">
                  <a:pos x="24" y="903"/>
                </a:cxn>
                <a:cxn ang="0">
                  <a:pos x="24" y="903"/>
                </a:cxn>
                <a:cxn ang="0">
                  <a:pos x="1" y="1456"/>
                </a:cxn>
                <a:cxn ang="0">
                  <a:pos x="29" y="1507"/>
                </a:cxn>
                <a:cxn ang="0">
                  <a:pos x="87" y="1506"/>
                </a:cxn>
                <a:cxn ang="0">
                  <a:pos x="554" y="1209"/>
                </a:cxn>
                <a:cxn ang="0">
                  <a:pos x="554" y="1209"/>
                </a:cxn>
                <a:cxn ang="0">
                  <a:pos x="1066" y="323"/>
                </a:cxn>
                <a:cxn ang="0">
                  <a:pos x="1069" y="304"/>
                </a:cxn>
                <a:cxn ang="0">
                  <a:pos x="1068" y="298"/>
                </a:cxn>
                <a:cxn ang="0">
                  <a:pos x="509" y="1167"/>
                </a:cxn>
                <a:cxn ang="0">
                  <a:pos x="509" y="1167"/>
                </a:cxn>
                <a:cxn ang="0">
                  <a:pos x="195" y="1367"/>
                </a:cxn>
                <a:cxn ang="0">
                  <a:pos x="194" y="1366"/>
                </a:cxn>
                <a:cxn ang="0">
                  <a:pos x="142" y="1310"/>
                </a:cxn>
                <a:cxn ang="0">
                  <a:pos x="68" y="1289"/>
                </a:cxn>
                <a:cxn ang="0">
                  <a:pos x="68" y="1289"/>
                </a:cxn>
                <a:cxn ang="0">
                  <a:pos x="83" y="921"/>
                </a:cxn>
                <a:cxn ang="0">
                  <a:pos x="83" y="921"/>
                </a:cxn>
                <a:cxn ang="0">
                  <a:pos x="87" y="914"/>
                </a:cxn>
                <a:cxn ang="0">
                  <a:pos x="87" y="914"/>
                </a:cxn>
                <a:cxn ang="0">
                  <a:pos x="229" y="896"/>
                </a:cxn>
                <a:cxn ang="0">
                  <a:pos x="237" y="898"/>
                </a:cxn>
                <a:cxn ang="0">
                  <a:pos x="241" y="905"/>
                </a:cxn>
                <a:cxn ang="0">
                  <a:pos x="255" y="1023"/>
                </a:cxn>
                <a:cxn ang="0">
                  <a:pos x="281" y="1063"/>
                </a:cxn>
                <a:cxn ang="0">
                  <a:pos x="281" y="1063"/>
                </a:cxn>
                <a:cxn ang="0">
                  <a:pos x="328" y="1067"/>
                </a:cxn>
                <a:cxn ang="0">
                  <a:pos x="446" y="1021"/>
                </a:cxn>
                <a:cxn ang="0">
                  <a:pos x="457" y="1025"/>
                </a:cxn>
                <a:cxn ang="0">
                  <a:pos x="513" y="1161"/>
                </a:cxn>
                <a:cxn ang="0">
                  <a:pos x="513" y="1161"/>
                </a:cxn>
                <a:cxn ang="0">
                  <a:pos x="509" y="1167"/>
                </a:cxn>
                <a:cxn ang="0">
                  <a:pos x="538" y="1117"/>
                </a:cxn>
                <a:cxn ang="0">
                  <a:pos x="538" y="1117"/>
                </a:cxn>
                <a:cxn ang="0">
                  <a:pos x="494" y="1010"/>
                </a:cxn>
                <a:cxn ang="0">
                  <a:pos x="432" y="984"/>
                </a:cxn>
                <a:cxn ang="0">
                  <a:pos x="314" y="1030"/>
                </a:cxn>
                <a:cxn ang="0">
                  <a:pos x="301" y="1029"/>
                </a:cxn>
                <a:cxn ang="0">
                  <a:pos x="294" y="1018"/>
                </a:cxn>
                <a:cxn ang="0">
                  <a:pos x="280" y="901"/>
                </a:cxn>
                <a:cxn ang="0">
                  <a:pos x="267" y="872"/>
                </a:cxn>
                <a:cxn ang="0">
                  <a:pos x="224" y="856"/>
                </a:cxn>
                <a:cxn ang="0">
                  <a:pos x="113" y="871"/>
                </a:cxn>
                <a:cxn ang="0">
                  <a:pos x="112" y="870"/>
                </a:cxn>
                <a:cxn ang="0">
                  <a:pos x="566" y="85"/>
                </a:cxn>
                <a:cxn ang="0">
                  <a:pos x="566" y="85"/>
                </a:cxn>
                <a:cxn ang="0">
                  <a:pos x="992" y="331"/>
                </a:cxn>
                <a:cxn ang="0">
                  <a:pos x="992" y="331"/>
                </a:cxn>
                <a:cxn ang="0">
                  <a:pos x="538" y="1117"/>
                </a:cxn>
              </a:cxnLst>
              <a:rect l="0" t="0" r="r" b="b"/>
              <a:pathLst>
                <a:path w="1070" h="1517">
                  <a:moveTo>
                    <a:pt x="1068" y="298"/>
                  </a:moveTo>
                  <a:cubicBezTo>
                    <a:pt x="1066" y="293"/>
                    <a:pt x="1063" y="288"/>
                    <a:pt x="1058" y="284"/>
                  </a:cubicBezTo>
                  <a:cubicBezTo>
                    <a:pt x="1053" y="280"/>
                    <a:pt x="1046" y="275"/>
                    <a:pt x="1038" y="271"/>
                  </a:cubicBezTo>
                  <a:cubicBezTo>
                    <a:pt x="587" y="11"/>
                    <a:pt x="587" y="11"/>
                    <a:pt x="587" y="11"/>
                  </a:cubicBezTo>
                  <a:cubicBezTo>
                    <a:pt x="580" y="6"/>
                    <a:pt x="573" y="4"/>
                    <a:pt x="567" y="3"/>
                  </a:cubicBezTo>
                  <a:cubicBezTo>
                    <a:pt x="555" y="0"/>
                    <a:pt x="542" y="6"/>
                    <a:pt x="536" y="17"/>
                  </a:cubicBezTo>
                  <a:cubicBezTo>
                    <a:pt x="24" y="903"/>
                    <a:pt x="24" y="903"/>
                    <a:pt x="24" y="903"/>
                  </a:cubicBezTo>
                  <a:cubicBezTo>
                    <a:pt x="24" y="903"/>
                    <a:pt x="24" y="903"/>
                    <a:pt x="24" y="903"/>
                  </a:cubicBezTo>
                  <a:cubicBezTo>
                    <a:pt x="1" y="1456"/>
                    <a:pt x="1" y="1456"/>
                    <a:pt x="1" y="1456"/>
                  </a:cubicBezTo>
                  <a:cubicBezTo>
                    <a:pt x="0" y="1477"/>
                    <a:pt x="11" y="1496"/>
                    <a:pt x="29" y="1507"/>
                  </a:cubicBezTo>
                  <a:cubicBezTo>
                    <a:pt x="47" y="1517"/>
                    <a:pt x="70" y="1517"/>
                    <a:pt x="87" y="1506"/>
                  </a:cubicBezTo>
                  <a:cubicBezTo>
                    <a:pt x="554" y="1209"/>
                    <a:pt x="554" y="1209"/>
                    <a:pt x="554" y="1209"/>
                  </a:cubicBezTo>
                  <a:cubicBezTo>
                    <a:pt x="554" y="1209"/>
                    <a:pt x="554" y="1209"/>
                    <a:pt x="554" y="1209"/>
                  </a:cubicBezTo>
                  <a:cubicBezTo>
                    <a:pt x="1066" y="323"/>
                    <a:pt x="1066" y="323"/>
                    <a:pt x="1066" y="323"/>
                  </a:cubicBezTo>
                  <a:cubicBezTo>
                    <a:pt x="1069" y="317"/>
                    <a:pt x="1070" y="311"/>
                    <a:pt x="1069" y="304"/>
                  </a:cubicBezTo>
                  <a:cubicBezTo>
                    <a:pt x="1069" y="302"/>
                    <a:pt x="1069" y="300"/>
                    <a:pt x="1068" y="298"/>
                  </a:cubicBezTo>
                  <a:close/>
                  <a:moveTo>
                    <a:pt x="509" y="1167"/>
                  </a:moveTo>
                  <a:cubicBezTo>
                    <a:pt x="509" y="1167"/>
                    <a:pt x="509" y="1167"/>
                    <a:pt x="509" y="1167"/>
                  </a:cubicBezTo>
                  <a:cubicBezTo>
                    <a:pt x="195" y="1367"/>
                    <a:pt x="195" y="1367"/>
                    <a:pt x="195" y="1367"/>
                  </a:cubicBezTo>
                  <a:cubicBezTo>
                    <a:pt x="194" y="1366"/>
                    <a:pt x="194" y="1366"/>
                    <a:pt x="194" y="1366"/>
                  </a:cubicBezTo>
                  <a:cubicBezTo>
                    <a:pt x="179" y="1342"/>
                    <a:pt x="158" y="1320"/>
                    <a:pt x="142" y="1310"/>
                  </a:cubicBezTo>
                  <a:cubicBezTo>
                    <a:pt x="124" y="1300"/>
                    <a:pt x="95" y="1292"/>
                    <a:pt x="68" y="1289"/>
                  </a:cubicBezTo>
                  <a:cubicBezTo>
                    <a:pt x="68" y="1289"/>
                    <a:pt x="68" y="1289"/>
                    <a:pt x="68" y="1289"/>
                  </a:cubicBezTo>
                  <a:cubicBezTo>
                    <a:pt x="83" y="921"/>
                    <a:pt x="83" y="921"/>
                    <a:pt x="83" y="921"/>
                  </a:cubicBezTo>
                  <a:cubicBezTo>
                    <a:pt x="83" y="921"/>
                    <a:pt x="83" y="921"/>
                    <a:pt x="83" y="921"/>
                  </a:cubicBezTo>
                  <a:cubicBezTo>
                    <a:pt x="87" y="914"/>
                    <a:pt x="87" y="914"/>
                    <a:pt x="87" y="914"/>
                  </a:cubicBezTo>
                  <a:cubicBezTo>
                    <a:pt x="87" y="914"/>
                    <a:pt x="87" y="914"/>
                    <a:pt x="87" y="914"/>
                  </a:cubicBezTo>
                  <a:cubicBezTo>
                    <a:pt x="229" y="896"/>
                    <a:pt x="229" y="896"/>
                    <a:pt x="229" y="896"/>
                  </a:cubicBezTo>
                  <a:cubicBezTo>
                    <a:pt x="233" y="896"/>
                    <a:pt x="235" y="897"/>
                    <a:pt x="237" y="898"/>
                  </a:cubicBezTo>
                  <a:cubicBezTo>
                    <a:pt x="238" y="899"/>
                    <a:pt x="240" y="901"/>
                    <a:pt x="241" y="905"/>
                  </a:cubicBezTo>
                  <a:cubicBezTo>
                    <a:pt x="255" y="1023"/>
                    <a:pt x="255" y="1023"/>
                    <a:pt x="255" y="1023"/>
                  </a:cubicBezTo>
                  <a:cubicBezTo>
                    <a:pt x="257" y="1040"/>
                    <a:pt x="266" y="1054"/>
                    <a:pt x="281" y="1063"/>
                  </a:cubicBezTo>
                  <a:cubicBezTo>
                    <a:pt x="281" y="1063"/>
                    <a:pt x="281" y="1063"/>
                    <a:pt x="281" y="1063"/>
                  </a:cubicBezTo>
                  <a:cubicBezTo>
                    <a:pt x="296" y="1072"/>
                    <a:pt x="313" y="1073"/>
                    <a:pt x="328" y="1067"/>
                  </a:cubicBezTo>
                  <a:cubicBezTo>
                    <a:pt x="446" y="1021"/>
                    <a:pt x="446" y="1021"/>
                    <a:pt x="446" y="1021"/>
                  </a:cubicBezTo>
                  <a:cubicBezTo>
                    <a:pt x="450" y="1019"/>
                    <a:pt x="455" y="1021"/>
                    <a:pt x="457" y="1025"/>
                  </a:cubicBezTo>
                  <a:cubicBezTo>
                    <a:pt x="513" y="1161"/>
                    <a:pt x="513" y="1161"/>
                    <a:pt x="513" y="1161"/>
                  </a:cubicBezTo>
                  <a:cubicBezTo>
                    <a:pt x="513" y="1161"/>
                    <a:pt x="513" y="1161"/>
                    <a:pt x="513" y="1161"/>
                  </a:cubicBezTo>
                  <a:lnTo>
                    <a:pt x="509" y="1167"/>
                  </a:lnTo>
                  <a:close/>
                  <a:moveTo>
                    <a:pt x="538" y="1117"/>
                  </a:moveTo>
                  <a:cubicBezTo>
                    <a:pt x="538" y="1117"/>
                    <a:pt x="538" y="1117"/>
                    <a:pt x="538" y="1117"/>
                  </a:cubicBezTo>
                  <a:cubicBezTo>
                    <a:pt x="494" y="1010"/>
                    <a:pt x="494" y="1010"/>
                    <a:pt x="494" y="1010"/>
                  </a:cubicBezTo>
                  <a:cubicBezTo>
                    <a:pt x="484" y="986"/>
                    <a:pt x="456" y="974"/>
                    <a:pt x="432" y="984"/>
                  </a:cubicBezTo>
                  <a:cubicBezTo>
                    <a:pt x="314" y="1030"/>
                    <a:pt x="314" y="1030"/>
                    <a:pt x="314" y="1030"/>
                  </a:cubicBezTo>
                  <a:cubicBezTo>
                    <a:pt x="308" y="1032"/>
                    <a:pt x="303" y="1030"/>
                    <a:pt x="301" y="1029"/>
                  </a:cubicBezTo>
                  <a:cubicBezTo>
                    <a:pt x="299" y="1027"/>
                    <a:pt x="295" y="1024"/>
                    <a:pt x="294" y="1018"/>
                  </a:cubicBezTo>
                  <a:cubicBezTo>
                    <a:pt x="280" y="901"/>
                    <a:pt x="280" y="901"/>
                    <a:pt x="280" y="901"/>
                  </a:cubicBezTo>
                  <a:cubicBezTo>
                    <a:pt x="279" y="891"/>
                    <a:pt x="275" y="880"/>
                    <a:pt x="267" y="872"/>
                  </a:cubicBezTo>
                  <a:cubicBezTo>
                    <a:pt x="256" y="860"/>
                    <a:pt x="240" y="854"/>
                    <a:pt x="224" y="856"/>
                  </a:cubicBezTo>
                  <a:cubicBezTo>
                    <a:pt x="113" y="871"/>
                    <a:pt x="113" y="871"/>
                    <a:pt x="113" y="871"/>
                  </a:cubicBezTo>
                  <a:cubicBezTo>
                    <a:pt x="112" y="871"/>
                    <a:pt x="112" y="871"/>
                    <a:pt x="112" y="870"/>
                  </a:cubicBezTo>
                  <a:cubicBezTo>
                    <a:pt x="566" y="85"/>
                    <a:pt x="566" y="85"/>
                    <a:pt x="566" y="85"/>
                  </a:cubicBezTo>
                  <a:cubicBezTo>
                    <a:pt x="566" y="85"/>
                    <a:pt x="566" y="85"/>
                    <a:pt x="566" y="85"/>
                  </a:cubicBezTo>
                  <a:cubicBezTo>
                    <a:pt x="992" y="331"/>
                    <a:pt x="992" y="331"/>
                    <a:pt x="992" y="331"/>
                  </a:cubicBezTo>
                  <a:cubicBezTo>
                    <a:pt x="992" y="331"/>
                    <a:pt x="992" y="331"/>
                    <a:pt x="992" y="331"/>
                  </a:cubicBezTo>
                  <a:lnTo>
                    <a:pt x="538" y="1117"/>
                  </a:ln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27" name="îSlïḋê"/>
            <p:cNvSpPr/>
            <p:nvPr/>
          </p:nvSpPr>
          <p:spPr bwMode="auto">
            <a:xfrm>
              <a:off x="5688412" y="2720823"/>
              <a:ext cx="154466" cy="84707"/>
            </a:xfrm>
            <a:custGeom>
              <a:avLst/>
              <a:gdLst/>
              <a:ahLst/>
              <a:cxnLst>
                <a:cxn ang="0">
                  <a:pos x="33" y="33"/>
                </a:cxn>
                <a:cxn ang="0">
                  <a:pos x="5" y="76"/>
                </a:cxn>
                <a:cxn ang="0">
                  <a:pos x="51" y="99"/>
                </a:cxn>
                <a:cxn ang="0">
                  <a:pos x="155" y="71"/>
                </a:cxn>
                <a:cxn ang="0">
                  <a:pos x="184" y="28"/>
                </a:cxn>
                <a:cxn ang="0">
                  <a:pos x="138" y="5"/>
                </a:cxn>
                <a:cxn ang="0">
                  <a:pos x="33" y="33"/>
                </a:cxn>
              </a:cxnLst>
              <a:rect l="0" t="0" r="r" b="b"/>
              <a:pathLst>
                <a:path w="189" h="104">
                  <a:moveTo>
                    <a:pt x="33" y="33"/>
                  </a:moveTo>
                  <a:cubicBezTo>
                    <a:pt x="13" y="39"/>
                    <a:pt x="0" y="58"/>
                    <a:pt x="5" y="76"/>
                  </a:cubicBezTo>
                  <a:cubicBezTo>
                    <a:pt x="10" y="94"/>
                    <a:pt x="31" y="104"/>
                    <a:pt x="51" y="99"/>
                  </a:cubicBezTo>
                  <a:cubicBezTo>
                    <a:pt x="155" y="71"/>
                    <a:pt x="155" y="71"/>
                    <a:pt x="155" y="71"/>
                  </a:cubicBezTo>
                  <a:cubicBezTo>
                    <a:pt x="176" y="65"/>
                    <a:pt x="189" y="46"/>
                    <a:pt x="184" y="28"/>
                  </a:cubicBezTo>
                  <a:cubicBezTo>
                    <a:pt x="179" y="10"/>
                    <a:pt x="158" y="0"/>
                    <a:pt x="138" y="5"/>
                  </a:cubicBezTo>
                  <a:lnTo>
                    <a:pt x="33" y="33"/>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28" name="í$ļïḓè"/>
            <p:cNvSpPr/>
            <p:nvPr/>
          </p:nvSpPr>
          <p:spPr bwMode="auto">
            <a:xfrm>
              <a:off x="4999794" y="2268389"/>
              <a:ext cx="84707" cy="154465"/>
            </a:xfrm>
            <a:custGeom>
              <a:avLst/>
              <a:gdLst/>
              <a:ahLst/>
              <a:cxnLst>
                <a:cxn ang="0">
                  <a:pos x="99" y="138"/>
                </a:cxn>
                <a:cxn ang="0">
                  <a:pos x="76" y="184"/>
                </a:cxn>
                <a:cxn ang="0">
                  <a:pos x="33" y="155"/>
                </a:cxn>
                <a:cxn ang="0">
                  <a:pos x="5" y="51"/>
                </a:cxn>
                <a:cxn ang="0">
                  <a:pos x="28" y="5"/>
                </a:cxn>
                <a:cxn ang="0">
                  <a:pos x="71" y="33"/>
                </a:cxn>
                <a:cxn ang="0">
                  <a:pos x="99" y="138"/>
                </a:cxn>
              </a:cxnLst>
              <a:rect l="0" t="0" r="r" b="b"/>
              <a:pathLst>
                <a:path w="104" h="189">
                  <a:moveTo>
                    <a:pt x="99" y="138"/>
                  </a:moveTo>
                  <a:cubicBezTo>
                    <a:pt x="104" y="158"/>
                    <a:pt x="94" y="179"/>
                    <a:pt x="76" y="184"/>
                  </a:cubicBezTo>
                  <a:cubicBezTo>
                    <a:pt x="58" y="189"/>
                    <a:pt x="39" y="176"/>
                    <a:pt x="33" y="155"/>
                  </a:cubicBezTo>
                  <a:cubicBezTo>
                    <a:pt x="5" y="51"/>
                    <a:pt x="5" y="51"/>
                    <a:pt x="5" y="51"/>
                  </a:cubicBezTo>
                  <a:cubicBezTo>
                    <a:pt x="0" y="31"/>
                    <a:pt x="10" y="10"/>
                    <a:pt x="28" y="5"/>
                  </a:cubicBezTo>
                  <a:cubicBezTo>
                    <a:pt x="46" y="0"/>
                    <a:pt x="65" y="13"/>
                    <a:pt x="71" y="33"/>
                  </a:cubicBezTo>
                  <a:lnTo>
                    <a:pt x="99" y="138"/>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29" name="íŝ1íḑè"/>
            <p:cNvSpPr/>
            <p:nvPr/>
          </p:nvSpPr>
          <p:spPr bwMode="auto">
            <a:xfrm>
              <a:off x="5290788" y="3397482"/>
              <a:ext cx="85704" cy="153469"/>
            </a:xfrm>
            <a:custGeom>
              <a:avLst/>
              <a:gdLst/>
              <a:ahLst/>
              <a:cxnLst>
                <a:cxn ang="0">
                  <a:pos x="5" y="51"/>
                </a:cxn>
                <a:cxn ang="0">
                  <a:pos x="28" y="5"/>
                </a:cxn>
                <a:cxn ang="0">
                  <a:pos x="71" y="33"/>
                </a:cxn>
                <a:cxn ang="0">
                  <a:pos x="99" y="137"/>
                </a:cxn>
                <a:cxn ang="0">
                  <a:pos x="76" y="183"/>
                </a:cxn>
                <a:cxn ang="0">
                  <a:pos x="33" y="155"/>
                </a:cxn>
                <a:cxn ang="0">
                  <a:pos x="5" y="51"/>
                </a:cxn>
              </a:cxnLst>
              <a:rect l="0" t="0" r="r" b="b"/>
              <a:pathLst>
                <a:path w="104" h="188">
                  <a:moveTo>
                    <a:pt x="5" y="51"/>
                  </a:moveTo>
                  <a:cubicBezTo>
                    <a:pt x="0" y="30"/>
                    <a:pt x="10" y="10"/>
                    <a:pt x="28" y="5"/>
                  </a:cubicBezTo>
                  <a:cubicBezTo>
                    <a:pt x="46" y="0"/>
                    <a:pt x="65" y="13"/>
                    <a:pt x="71" y="33"/>
                  </a:cubicBezTo>
                  <a:cubicBezTo>
                    <a:pt x="99" y="137"/>
                    <a:pt x="99" y="137"/>
                    <a:pt x="99" y="137"/>
                  </a:cubicBezTo>
                  <a:cubicBezTo>
                    <a:pt x="104" y="158"/>
                    <a:pt x="94" y="179"/>
                    <a:pt x="76" y="183"/>
                  </a:cubicBezTo>
                  <a:cubicBezTo>
                    <a:pt x="58" y="188"/>
                    <a:pt x="39" y="175"/>
                    <a:pt x="33" y="155"/>
                  </a:cubicBezTo>
                  <a:lnTo>
                    <a:pt x="5" y="51"/>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0" name="ïṡľíḓe"/>
            <p:cNvSpPr/>
            <p:nvPr/>
          </p:nvSpPr>
          <p:spPr bwMode="auto">
            <a:xfrm>
              <a:off x="4561311" y="3030751"/>
              <a:ext cx="154466" cy="85703"/>
            </a:xfrm>
            <a:custGeom>
              <a:avLst/>
              <a:gdLst/>
              <a:ahLst/>
              <a:cxnLst>
                <a:cxn ang="0">
                  <a:pos x="155" y="72"/>
                </a:cxn>
                <a:cxn ang="0">
                  <a:pos x="184" y="29"/>
                </a:cxn>
                <a:cxn ang="0">
                  <a:pos x="138" y="6"/>
                </a:cxn>
                <a:cxn ang="0">
                  <a:pos x="34" y="34"/>
                </a:cxn>
                <a:cxn ang="0">
                  <a:pos x="5" y="77"/>
                </a:cxn>
                <a:cxn ang="0">
                  <a:pos x="51" y="99"/>
                </a:cxn>
                <a:cxn ang="0">
                  <a:pos x="155" y="72"/>
                </a:cxn>
              </a:cxnLst>
              <a:rect l="0" t="0" r="r" b="b"/>
              <a:pathLst>
                <a:path w="189" h="105">
                  <a:moveTo>
                    <a:pt x="155" y="72"/>
                  </a:moveTo>
                  <a:cubicBezTo>
                    <a:pt x="176" y="66"/>
                    <a:pt x="189" y="47"/>
                    <a:pt x="184" y="29"/>
                  </a:cubicBezTo>
                  <a:cubicBezTo>
                    <a:pt x="179" y="11"/>
                    <a:pt x="158" y="0"/>
                    <a:pt x="138" y="6"/>
                  </a:cubicBezTo>
                  <a:cubicBezTo>
                    <a:pt x="34" y="34"/>
                    <a:pt x="34" y="34"/>
                    <a:pt x="34" y="34"/>
                  </a:cubicBezTo>
                  <a:cubicBezTo>
                    <a:pt x="13" y="39"/>
                    <a:pt x="0" y="59"/>
                    <a:pt x="5" y="77"/>
                  </a:cubicBezTo>
                  <a:cubicBezTo>
                    <a:pt x="10" y="95"/>
                    <a:pt x="31" y="105"/>
                    <a:pt x="51" y="99"/>
                  </a:cubicBezTo>
                  <a:lnTo>
                    <a:pt x="155" y="72"/>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1" name="îšļiḋe"/>
            <p:cNvSpPr/>
            <p:nvPr/>
          </p:nvSpPr>
          <p:spPr bwMode="auto">
            <a:xfrm>
              <a:off x="5448243" y="2317220"/>
              <a:ext cx="109621" cy="146493"/>
            </a:xfrm>
            <a:custGeom>
              <a:avLst/>
              <a:gdLst/>
              <a:ahLst/>
              <a:cxnLst>
                <a:cxn ang="0">
                  <a:pos x="10" y="119"/>
                </a:cxn>
                <a:cxn ang="0">
                  <a:pos x="21" y="170"/>
                </a:cxn>
                <a:cxn ang="0">
                  <a:pos x="69" y="153"/>
                </a:cxn>
                <a:cxn ang="0">
                  <a:pos x="123" y="60"/>
                </a:cxn>
                <a:cxn ang="0">
                  <a:pos x="113" y="9"/>
                </a:cxn>
                <a:cxn ang="0">
                  <a:pos x="64" y="26"/>
                </a:cxn>
                <a:cxn ang="0">
                  <a:pos x="10" y="119"/>
                </a:cxn>
              </a:cxnLst>
              <a:rect l="0" t="0" r="r" b="b"/>
              <a:pathLst>
                <a:path w="134" h="179">
                  <a:moveTo>
                    <a:pt x="10" y="119"/>
                  </a:moveTo>
                  <a:cubicBezTo>
                    <a:pt x="0" y="138"/>
                    <a:pt x="4" y="160"/>
                    <a:pt x="21" y="170"/>
                  </a:cubicBezTo>
                  <a:cubicBezTo>
                    <a:pt x="37" y="179"/>
                    <a:pt x="59" y="171"/>
                    <a:pt x="69" y="153"/>
                  </a:cubicBezTo>
                  <a:cubicBezTo>
                    <a:pt x="123" y="60"/>
                    <a:pt x="123" y="60"/>
                    <a:pt x="123" y="60"/>
                  </a:cubicBezTo>
                  <a:cubicBezTo>
                    <a:pt x="134" y="41"/>
                    <a:pt x="129" y="19"/>
                    <a:pt x="113" y="9"/>
                  </a:cubicBezTo>
                  <a:cubicBezTo>
                    <a:pt x="97" y="0"/>
                    <a:pt x="75" y="7"/>
                    <a:pt x="64" y="26"/>
                  </a:cubicBezTo>
                  <a:lnTo>
                    <a:pt x="10" y="119"/>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2" name="ïś1íḑè"/>
            <p:cNvSpPr/>
            <p:nvPr/>
          </p:nvSpPr>
          <p:spPr bwMode="auto">
            <a:xfrm>
              <a:off x="4613132" y="2606220"/>
              <a:ext cx="146493" cy="109621"/>
            </a:xfrm>
            <a:custGeom>
              <a:avLst/>
              <a:gdLst/>
              <a:ahLst/>
              <a:cxnLst>
                <a:cxn ang="0">
                  <a:pos x="59" y="11"/>
                </a:cxn>
                <a:cxn ang="0">
                  <a:pos x="9" y="21"/>
                </a:cxn>
                <a:cxn ang="0">
                  <a:pos x="25" y="69"/>
                </a:cxn>
                <a:cxn ang="0">
                  <a:pos x="119" y="123"/>
                </a:cxn>
                <a:cxn ang="0">
                  <a:pos x="169" y="113"/>
                </a:cxn>
                <a:cxn ang="0">
                  <a:pos x="153" y="65"/>
                </a:cxn>
                <a:cxn ang="0">
                  <a:pos x="59" y="11"/>
                </a:cxn>
              </a:cxnLst>
              <a:rect l="0" t="0" r="r" b="b"/>
              <a:pathLst>
                <a:path w="179" h="134">
                  <a:moveTo>
                    <a:pt x="59" y="11"/>
                  </a:moveTo>
                  <a:cubicBezTo>
                    <a:pt x="41" y="0"/>
                    <a:pt x="18" y="5"/>
                    <a:pt x="9" y="21"/>
                  </a:cubicBezTo>
                  <a:cubicBezTo>
                    <a:pt x="0" y="37"/>
                    <a:pt x="7" y="59"/>
                    <a:pt x="25" y="69"/>
                  </a:cubicBezTo>
                  <a:cubicBezTo>
                    <a:pt x="119" y="123"/>
                    <a:pt x="119" y="123"/>
                    <a:pt x="119" y="123"/>
                  </a:cubicBezTo>
                  <a:cubicBezTo>
                    <a:pt x="137" y="134"/>
                    <a:pt x="160" y="129"/>
                    <a:pt x="169" y="113"/>
                  </a:cubicBezTo>
                  <a:cubicBezTo>
                    <a:pt x="179" y="97"/>
                    <a:pt x="171" y="75"/>
                    <a:pt x="153" y="65"/>
                  </a:cubicBezTo>
                  <a:lnTo>
                    <a:pt x="59" y="11"/>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3" name="ïṥḻîďé"/>
            <p:cNvSpPr/>
            <p:nvPr/>
          </p:nvSpPr>
          <p:spPr bwMode="auto">
            <a:xfrm>
              <a:off x="5592743" y="3172261"/>
              <a:ext cx="146493" cy="109621"/>
            </a:xfrm>
            <a:custGeom>
              <a:avLst/>
              <a:gdLst/>
              <a:ahLst/>
              <a:cxnLst>
                <a:cxn ang="0">
                  <a:pos x="60" y="10"/>
                </a:cxn>
                <a:cxn ang="0">
                  <a:pos x="9" y="21"/>
                </a:cxn>
                <a:cxn ang="0">
                  <a:pos x="26" y="69"/>
                </a:cxn>
                <a:cxn ang="0">
                  <a:pos x="119" y="123"/>
                </a:cxn>
                <a:cxn ang="0">
                  <a:pos x="169" y="113"/>
                </a:cxn>
                <a:cxn ang="0">
                  <a:pos x="153" y="64"/>
                </a:cxn>
                <a:cxn ang="0">
                  <a:pos x="60" y="10"/>
                </a:cxn>
              </a:cxnLst>
              <a:rect l="0" t="0" r="r" b="b"/>
              <a:pathLst>
                <a:path w="179" h="134">
                  <a:moveTo>
                    <a:pt x="60" y="10"/>
                  </a:moveTo>
                  <a:cubicBezTo>
                    <a:pt x="41" y="0"/>
                    <a:pt x="19" y="4"/>
                    <a:pt x="9" y="21"/>
                  </a:cubicBezTo>
                  <a:cubicBezTo>
                    <a:pt x="0" y="37"/>
                    <a:pt x="7" y="59"/>
                    <a:pt x="26" y="69"/>
                  </a:cubicBezTo>
                  <a:cubicBezTo>
                    <a:pt x="119" y="123"/>
                    <a:pt x="119" y="123"/>
                    <a:pt x="119" y="123"/>
                  </a:cubicBezTo>
                  <a:cubicBezTo>
                    <a:pt x="137" y="134"/>
                    <a:pt x="160" y="129"/>
                    <a:pt x="169" y="113"/>
                  </a:cubicBezTo>
                  <a:cubicBezTo>
                    <a:pt x="179" y="97"/>
                    <a:pt x="171" y="75"/>
                    <a:pt x="153" y="64"/>
                  </a:cubicBezTo>
                  <a:lnTo>
                    <a:pt x="60" y="10"/>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4" name="islîḓè"/>
            <p:cNvSpPr>
              <a:spLocks noEditPoints="1"/>
            </p:cNvSpPr>
            <p:nvPr/>
          </p:nvSpPr>
          <p:spPr bwMode="auto">
            <a:xfrm>
              <a:off x="4733715" y="2441789"/>
              <a:ext cx="942739" cy="1026448"/>
            </a:xfrm>
            <a:custGeom>
              <a:avLst/>
              <a:gdLst/>
              <a:ahLst/>
              <a:cxnLst>
                <a:cxn ang="0">
                  <a:pos x="510" y="1256"/>
                </a:cxn>
                <a:cxn ang="0">
                  <a:pos x="0" y="961"/>
                </a:cxn>
                <a:cxn ang="0">
                  <a:pos x="13" y="937"/>
                </a:cxn>
                <a:cxn ang="0">
                  <a:pos x="32" y="713"/>
                </a:cxn>
                <a:cxn ang="0">
                  <a:pos x="73" y="317"/>
                </a:cxn>
                <a:cxn ang="0">
                  <a:pos x="373" y="37"/>
                </a:cxn>
                <a:cxn ang="0">
                  <a:pos x="616" y="7"/>
                </a:cxn>
                <a:cxn ang="0">
                  <a:pos x="848" y="77"/>
                </a:cxn>
                <a:cxn ang="0">
                  <a:pos x="852" y="80"/>
                </a:cxn>
                <a:cxn ang="0">
                  <a:pos x="853" y="80"/>
                </a:cxn>
                <a:cxn ang="0">
                  <a:pos x="1029" y="245"/>
                </a:cxn>
                <a:cxn ang="0">
                  <a:pos x="1125" y="470"/>
                </a:cxn>
                <a:cxn ang="0">
                  <a:pos x="1032" y="870"/>
                </a:cxn>
                <a:cxn ang="0">
                  <a:pos x="710" y="1104"/>
                </a:cxn>
                <a:cxn ang="0">
                  <a:pos x="524" y="1232"/>
                </a:cxn>
                <a:cxn ang="0">
                  <a:pos x="510" y="1256"/>
                </a:cxn>
                <a:cxn ang="0">
                  <a:pos x="75" y="939"/>
                </a:cxn>
                <a:cxn ang="0">
                  <a:pos x="492" y="1180"/>
                </a:cxn>
                <a:cxn ang="0">
                  <a:pos x="686" y="1053"/>
                </a:cxn>
                <a:cxn ang="0">
                  <a:pos x="987" y="836"/>
                </a:cxn>
                <a:cxn ang="0">
                  <a:pos x="1069" y="481"/>
                </a:cxn>
                <a:cxn ang="0">
                  <a:pos x="824" y="128"/>
                </a:cxn>
                <a:cxn ang="0">
                  <a:pos x="820" y="126"/>
                </a:cxn>
                <a:cxn ang="0">
                  <a:pos x="392" y="90"/>
                </a:cxn>
                <a:cxn ang="0">
                  <a:pos x="125" y="339"/>
                </a:cxn>
                <a:cxn ang="0">
                  <a:pos x="88" y="708"/>
                </a:cxn>
                <a:cxn ang="0">
                  <a:pos x="75" y="939"/>
                </a:cxn>
              </a:cxnLst>
              <a:rect l="0" t="0" r="r" b="b"/>
              <a:pathLst>
                <a:path w="1152" h="1256">
                  <a:moveTo>
                    <a:pt x="510" y="1256"/>
                  </a:moveTo>
                  <a:cubicBezTo>
                    <a:pt x="0" y="961"/>
                    <a:pt x="0" y="961"/>
                    <a:pt x="0" y="961"/>
                  </a:cubicBezTo>
                  <a:cubicBezTo>
                    <a:pt x="13" y="937"/>
                    <a:pt x="13" y="937"/>
                    <a:pt x="13" y="937"/>
                  </a:cubicBezTo>
                  <a:cubicBezTo>
                    <a:pt x="46" y="877"/>
                    <a:pt x="40" y="801"/>
                    <a:pt x="32" y="713"/>
                  </a:cubicBezTo>
                  <a:cubicBezTo>
                    <a:pt x="23" y="604"/>
                    <a:pt x="11" y="468"/>
                    <a:pt x="73" y="317"/>
                  </a:cubicBezTo>
                  <a:cubicBezTo>
                    <a:pt x="128" y="184"/>
                    <a:pt x="234" y="85"/>
                    <a:pt x="373" y="37"/>
                  </a:cubicBezTo>
                  <a:cubicBezTo>
                    <a:pt x="449" y="10"/>
                    <a:pt x="533" y="0"/>
                    <a:pt x="616" y="7"/>
                  </a:cubicBezTo>
                  <a:cubicBezTo>
                    <a:pt x="699" y="14"/>
                    <a:pt x="779" y="38"/>
                    <a:pt x="848" y="77"/>
                  </a:cubicBezTo>
                  <a:cubicBezTo>
                    <a:pt x="852" y="80"/>
                    <a:pt x="852" y="80"/>
                    <a:pt x="852" y="80"/>
                  </a:cubicBezTo>
                  <a:cubicBezTo>
                    <a:pt x="853" y="80"/>
                    <a:pt x="853" y="80"/>
                    <a:pt x="853" y="80"/>
                  </a:cubicBezTo>
                  <a:cubicBezTo>
                    <a:pt x="920" y="120"/>
                    <a:pt x="981" y="177"/>
                    <a:pt x="1029" y="245"/>
                  </a:cubicBezTo>
                  <a:cubicBezTo>
                    <a:pt x="1076" y="313"/>
                    <a:pt x="1109" y="391"/>
                    <a:pt x="1125" y="470"/>
                  </a:cubicBezTo>
                  <a:cubicBezTo>
                    <a:pt x="1152" y="615"/>
                    <a:pt x="1119" y="757"/>
                    <a:pt x="1032" y="870"/>
                  </a:cubicBezTo>
                  <a:cubicBezTo>
                    <a:pt x="932" y="1000"/>
                    <a:pt x="809" y="1057"/>
                    <a:pt x="710" y="1104"/>
                  </a:cubicBezTo>
                  <a:cubicBezTo>
                    <a:pt x="629" y="1141"/>
                    <a:pt x="560" y="1174"/>
                    <a:pt x="524" y="1232"/>
                  </a:cubicBezTo>
                  <a:lnTo>
                    <a:pt x="510" y="1256"/>
                  </a:lnTo>
                  <a:close/>
                  <a:moveTo>
                    <a:pt x="75" y="939"/>
                  </a:moveTo>
                  <a:cubicBezTo>
                    <a:pt x="492" y="1180"/>
                    <a:pt x="492" y="1180"/>
                    <a:pt x="492" y="1180"/>
                  </a:cubicBezTo>
                  <a:cubicBezTo>
                    <a:pt x="538" y="1122"/>
                    <a:pt x="607" y="1090"/>
                    <a:pt x="686" y="1053"/>
                  </a:cubicBezTo>
                  <a:cubicBezTo>
                    <a:pt x="784" y="1007"/>
                    <a:pt x="896" y="955"/>
                    <a:pt x="987" y="836"/>
                  </a:cubicBezTo>
                  <a:cubicBezTo>
                    <a:pt x="1087" y="707"/>
                    <a:pt x="1087" y="572"/>
                    <a:pt x="1069" y="481"/>
                  </a:cubicBezTo>
                  <a:cubicBezTo>
                    <a:pt x="1042" y="337"/>
                    <a:pt x="948" y="201"/>
                    <a:pt x="824" y="128"/>
                  </a:cubicBezTo>
                  <a:cubicBezTo>
                    <a:pt x="820" y="126"/>
                    <a:pt x="820" y="126"/>
                    <a:pt x="820" y="126"/>
                  </a:cubicBezTo>
                  <a:cubicBezTo>
                    <a:pt x="695" y="55"/>
                    <a:pt x="530" y="41"/>
                    <a:pt x="392" y="90"/>
                  </a:cubicBezTo>
                  <a:cubicBezTo>
                    <a:pt x="304" y="120"/>
                    <a:pt x="187" y="188"/>
                    <a:pt x="125" y="339"/>
                  </a:cubicBezTo>
                  <a:cubicBezTo>
                    <a:pt x="68" y="477"/>
                    <a:pt x="79" y="600"/>
                    <a:pt x="88" y="708"/>
                  </a:cubicBezTo>
                  <a:cubicBezTo>
                    <a:pt x="96" y="795"/>
                    <a:pt x="102" y="871"/>
                    <a:pt x="75" y="939"/>
                  </a:cubicBez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35" name="îSľïḋé"/>
            <p:cNvSpPr/>
            <p:nvPr/>
          </p:nvSpPr>
          <p:spPr bwMode="auto">
            <a:xfrm>
              <a:off x="5280822" y="2620172"/>
              <a:ext cx="303949" cy="350786"/>
            </a:xfrm>
            <a:custGeom>
              <a:avLst/>
              <a:gdLst/>
              <a:ahLst/>
              <a:cxnLst>
                <a:cxn ang="0">
                  <a:pos x="90" y="42"/>
                </a:cxn>
                <a:cxn ang="0">
                  <a:pos x="16" y="171"/>
                </a:cxn>
                <a:cxn ang="0">
                  <a:pos x="15" y="174"/>
                </a:cxn>
                <a:cxn ang="0">
                  <a:pos x="4" y="267"/>
                </a:cxn>
                <a:cxn ang="0">
                  <a:pos x="40" y="375"/>
                </a:cxn>
                <a:cxn ang="0">
                  <a:pos x="44" y="375"/>
                </a:cxn>
                <a:cxn ang="0">
                  <a:pos x="112" y="379"/>
                </a:cxn>
                <a:cxn ang="0">
                  <a:pos x="149" y="332"/>
                </a:cxn>
                <a:cxn ang="0">
                  <a:pos x="149" y="331"/>
                </a:cxn>
                <a:cxn ang="0">
                  <a:pos x="148" y="330"/>
                </a:cxn>
                <a:cxn ang="0">
                  <a:pos x="131" y="312"/>
                </a:cxn>
                <a:cxn ang="0">
                  <a:pos x="134" y="301"/>
                </a:cxn>
                <a:cxn ang="0">
                  <a:pos x="145" y="304"/>
                </a:cxn>
                <a:cxn ang="0">
                  <a:pos x="192" y="323"/>
                </a:cxn>
                <a:cxn ang="0">
                  <a:pos x="202" y="327"/>
                </a:cxn>
                <a:cxn ang="0">
                  <a:pos x="197" y="337"/>
                </a:cxn>
                <a:cxn ang="0">
                  <a:pos x="171" y="340"/>
                </a:cxn>
                <a:cxn ang="0">
                  <a:pos x="137" y="391"/>
                </a:cxn>
                <a:cxn ang="0">
                  <a:pos x="254" y="416"/>
                </a:cxn>
                <a:cxn ang="0">
                  <a:pos x="319" y="366"/>
                </a:cxn>
                <a:cxn ang="0">
                  <a:pos x="320" y="365"/>
                </a:cxn>
                <a:cxn ang="0">
                  <a:pos x="312" y="237"/>
                </a:cxn>
                <a:cxn ang="0">
                  <a:pos x="306" y="232"/>
                </a:cxn>
                <a:cxn ang="0">
                  <a:pos x="307" y="226"/>
                </a:cxn>
                <a:cxn ang="0">
                  <a:pos x="247" y="115"/>
                </a:cxn>
                <a:cxn ang="0">
                  <a:pos x="227" y="149"/>
                </a:cxn>
                <a:cxn ang="0">
                  <a:pos x="180" y="179"/>
                </a:cxn>
                <a:cxn ang="0">
                  <a:pos x="108" y="171"/>
                </a:cxn>
                <a:cxn ang="0">
                  <a:pos x="106" y="171"/>
                </a:cxn>
                <a:cxn ang="0">
                  <a:pos x="104" y="169"/>
                </a:cxn>
                <a:cxn ang="0">
                  <a:pos x="85" y="182"/>
                </a:cxn>
                <a:cxn ang="0">
                  <a:pos x="78" y="181"/>
                </a:cxn>
                <a:cxn ang="0">
                  <a:pos x="75" y="178"/>
                </a:cxn>
                <a:cxn ang="0">
                  <a:pos x="79" y="168"/>
                </a:cxn>
                <a:cxn ang="0">
                  <a:pos x="106" y="126"/>
                </a:cxn>
                <a:cxn ang="0">
                  <a:pos x="114" y="118"/>
                </a:cxn>
                <a:cxn ang="0">
                  <a:pos x="122" y="125"/>
                </a:cxn>
                <a:cxn ang="0">
                  <a:pos x="118" y="150"/>
                </a:cxn>
                <a:cxn ang="0">
                  <a:pos x="210" y="134"/>
                </a:cxn>
                <a:cxn ang="0">
                  <a:pos x="229" y="96"/>
                </a:cxn>
                <a:cxn ang="0">
                  <a:pos x="192" y="14"/>
                </a:cxn>
                <a:cxn ang="0">
                  <a:pos x="164" y="4"/>
                </a:cxn>
                <a:cxn ang="0">
                  <a:pos x="110" y="18"/>
                </a:cxn>
                <a:cxn ang="0">
                  <a:pos x="90" y="42"/>
                </a:cxn>
              </a:cxnLst>
              <a:rect l="0" t="0" r="r" b="b"/>
              <a:pathLst>
                <a:path w="372" h="428">
                  <a:moveTo>
                    <a:pt x="90" y="42"/>
                  </a:moveTo>
                  <a:cubicBezTo>
                    <a:pt x="16" y="171"/>
                    <a:pt x="16" y="171"/>
                    <a:pt x="16" y="171"/>
                  </a:cubicBezTo>
                  <a:cubicBezTo>
                    <a:pt x="16" y="172"/>
                    <a:pt x="16" y="173"/>
                    <a:pt x="15" y="174"/>
                  </a:cubicBezTo>
                  <a:cubicBezTo>
                    <a:pt x="15" y="175"/>
                    <a:pt x="0" y="215"/>
                    <a:pt x="4" y="267"/>
                  </a:cubicBezTo>
                  <a:cubicBezTo>
                    <a:pt x="6" y="307"/>
                    <a:pt x="19" y="343"/>
                    <a:pt x="40" y="375"/>
                  </a:cubicBezTo>
                  <a:cubicBezTo>
                    <a:pt x="42" y="375"/>
                    <a:pt x="43" y="375"/>
                    <a:pt x="44" y="375"/>
                  </a:cubicBezTo>
                  <a:cubicBezTo>
                    <a:pt x="71" y="387"/>
                    <a:pt x="93" y="388"/>
                    <a:pt x="112" y="379"/>
                  </a:cubicBezTo>
                  <a:cubicBezTo>
                    <a:pt x="139" y="366"/>
                    <a:pt x="149" y="333"/>
                    <a:pt x="149" y="332"/>
                  </a:cubicBezTo>
                  <a:cubicBezTo>
                    <a:pt x="149" y="332"/>
                    <a:pt x="149" y="332"/>
                    <a:pt x="149" y="331"/>
                  </a:cubicBezTo>
                  <a:cubicBezTo>
                    <a:pt x="149" y="331"/>
                    <a:pt x="148" y="331"/>
                    <a:pt x="148" y="330"/>
                  </a:cubicBezTo>
                  <a:cubicBezTo>
                    <a:pt x="137" y="322"/>
                    <a:pt x="131" y="312"/>
                    <a:pt x="131" y="312"/>
                  </a:cubicBezTo>
                  <a:cubicBezTo>
                    <a:pt x="129" y="308"/>
                    <a:pt x="130" y="303"/>
                    <a:pt x="134" y="301"/>
                  </a:cubicBezTo>
                  <a:cubicBezTo>
                    <a:pt x="138" y="299"/>
                    <a:pt x="142" y="300"/>
                    <a:pt x="145" y="304"/>
                  </a:cubicBezTo>
                  <a:cubicBezTo>
                    <a:pt x="145" y="305"/>
                    <a:pt x="162" y="334"/>
                    <a:pt x="192" y="323"/>
                  </a:cubicBezTo>
                  <a:cubicBezTo>
                    <a:pt x="196" y="321"/>
                    <a:pt x="200" y="323"/>
                    <a:pt x="202" y="327"/>
                  </a:cubicBezTo>
                  <a:cubicBezTo>
                    <a:pt x="203" y="331"/>
                    <a:pt x="201" y="336"/>
                    <a:pt x="197" y="337"/>
                  </a:cubicBezTo>
                  <a:cubicBezTo>
                    <a:pt x="188" y="341"/>
                    <a:pt x="179" y="342"/>
                    <a:pt x="171" y="340"/>
                  </a:cubicBezTo>
                  <a:cubicBezTo>
                    <a:pt x="168" y="348"/>
                    <a:pt x="159" y="373"/>
                    <a:pt x="137" y="391"/>
                  </a:cubicBezTo>
                  <a:cubicBezTo>
                    <a:pt x="171" y="421"/>
                    <a:pt x="223" y="428"/>
                    <a:pt x="254" y="416"/>
                  </a:cubicBezTo>
                  <a:cubicBezTo>
                    <a:pt x="298" y="400"/>
                    <a:pt x="319" y="366"/>
                    <a:pt x="319" y="366"/>
                  </a:cubicBezTo>
                  <a:cubicBezTo>
                    <a:pt x="320" y="365"/>
                    <a:pt x="320" y="365"/>
                    <a:pt x="320" y="365"/>
                  </a:cubicBezTo>
                  <a:cubicBezTo>
                    <a:pt x="372" y="283"/>
                    <a:pt x="314" y="238"/>
                    <a:pt x="312" y="237"/>
                  </a:cubicBezTo>
                  <a:cubicBezTo>
                    <a:pt x="306" y="232"/>
                    <a:pt x="306" y="232"/>
                    <a:pt x="306" y="232"/>
                  </a:cubicBezTo>
                  <a:cubicBezTo>
                    <a:pt x="307" y="226"/>
                    <a:pt x="307" y="226"/>
                    <a:pt x="307" y="226"/>
                  </a:cubicBezTo>
                  <a:cubicBezTo>
                    <a:pt x="316" y="167"/>
                    <a:pt x="272" y="131"/>
                    <a:pt x="247" y="115"/>
                  </a:cubicBezTo>
                  <a:cubicBezTo>
                    <a:pt x="244" y="125"/>
                    <a:pt x="237" y="137"/>
                    <a:pt x="227" y="149"/>
                  </a:cubicBezTo>
                  <a:cubicBezTo>
                    <a:pt x="214" y="164"/>
                    <a:pt x="198" y="174"/>
                    <a:pt x="180" y="179"/>
                  </a:cubicBezTo>
                  <a:cubicBezTo>
                    <a:pt x="158" y="185"/>
                    <a:pt x="133" y="182"/>
                    <a:pt x="108" y="171"/>
                  </a:cubicBezTo>
                  <a:cubicBezTo>
                    <a:pt x="107" y="171"/>
                    <a:pt x="107" y="171"/>
                    <a:pt x="106" y="171"/>
                  </a:cubicBezTo>
                  <a:cubicBezTo>
                    <a:pt x="106" y="170"/>
                    <a:pt x="105" y="170"/>
                    <a:pt x="104" y="169"/>
                  </a:cubicBezTo>
                  <a:cubicBezTo>
                    <a:pt x="95" y="178"/>
                    <a:pt x="86" y="182"/>
                    <a:pt x="85" y="182"/>
                  </a:cubicBezTo>
                  <a:cubicBezTo>
                    <a:pt x="83" y="183"/>
                    <a:pt x="81" y="183"/>
                    <a:pt x="78" y="181"/>
                  </a:cubicBezTo>
                  <a:cubicBezTo>
                    <a:pt x="77" y="181"/>
                    <a:pt x="76" y="179"/>
                    <a:pt x="75" y="178"/>
                  </a:cubicBezTo>
                  <a:cubicBezTo>
                    <a:pt x="74" y="174"/>
                    <a:pt x="75" y="169"/>
                    <a:pt x="79" y="168"/>
                  </a:cubicBezTo>
                  <a:cubicBezTo>
                    <a:pt x="81" y="167"/>
                    <a:pt x="108" y="155"/>
                    <a:pt x="106" y="126"/>
                  </a:cubicBezTo>
                  <a:cubicBezTo>
                    <a:pt x="106" y="122"/>
                    <a:pt x="109" y="118"/>
                    <a:pt x="114" y="118"/>
                  </a:cubicBezTo>
                  <a:cubicBezTo>
                    <a:pt x="118" y="118"/>
                    <a:pt x="122" y="121"/>
                    <a:pt x="122" y="125"/>
                  </a:cubicBezTo>
                  <a:cubicBezTo>
                    <a:pt x="123" y="135"/>
                    <a:pt x="121" y="143"/>
                    <a:pt x="118" y="150"/>
                  </a:cubicBezTo>
                  <a:cubicBezTo>
                    <a:pt x="167" y="171"/>
                    <a:pt x="196" y="149"/>
                    <a:pt x="210" y="134"/>
                  </a:cubicBezTo>
                  <a:cubicBezTo>
                    <a:pt x="224" y="117"/>
                    <a:pt x="229" y="97"/>
                    <a:pt x="229" y="96"/>
                  </a:cubicBezTo>
                  <a:cubicBezTo>
                    <a:pt x="236" y="63"/>
                    <a:pt x="221" y="31"/>
                    <a:pt x="192" y="14"/>
                  </a:cubicBezTo>
                  <a:cubicBezTo>
                    <a:pt x="183" y="10"/>
                    <a:pt x="174" y="6"/>
                    <a:pt x="164" y="4"/>
                  </a:cubicBezTo>
                  <a:cubicBezTo>
                    <a:pt x="145" y="0"/>
                    <a:pt x="127" y="5"/>
                    <a:pt x="110" y="18"/>
                  </a:cubicBezTo>
                  <a:cubicBezTo>
                    <a:pt x="97" y="29"/>
                    <a:pt x="90" y="42"/>
                    <a:pt x="90" y="42"/>
                  </a:cubicBezTo>
                  <a:close/>
                </a:path>
              </a:pathLst>
            </a:custGeom>
            <a:solidFill>
              <a:schemeClr val="accent2"/>
            </a:solidFill>
            <a:ln w="9525">
              <a:noFill/>
              <a:round/>
            </a:ln>
          </p:spPr>
          <p:txBody>
            <a:bodyPr vert="horz" wrap="square" lIns="121920" tIns="60960" rIns="121920" bIns="60960" numCol="1" anchor="t" anchorCtr="0" compatLnSpc="1"/>
            <a:lstStyle/>
            <a:p>
              <a:endParaRPr lang="en-US" sz="3200"/>
            </a:p>
          </p:txBody>
        </p:sp>
        <p:sp>
          <p:nvSpPr>
            <p:cNvPr id="36" name="ïśliḍè"/>
            <p:cNvSpPr/>
            <p:nvPr/>
          </p:nvSpPr>
          <p:spPr bwMode="auto">
            <a:xfrm>
              <a:off x="5095463" y="2810513"/>
              <a:ext cx="457418" cy="421541"/>
            </a:xfrm>
            <a:custGeom>
              <a:avLst/>
              <a:gdLst/>
              <a:ahLst/>
              <a:cxnLst>
                <a:cxn ang="0">
                  <a:pos x="362" y="381"/>
                </a:cxn>
                <a:cxn ang="0">
                  <a:pos x="272" y="324"/>
                </a:cxn>
                <a:cxn ang="0">
                  <a:pos x="187" y="270"/>
                </a:cxn>
                <a:cxn ang="0">
                  <a:pos x="206" y="257"/>
                </a:cxn>
                <a:cxn ang="0">
                  <a:pos x="310" y="296"/>
                </a:cxn>
                <a:cxn ang="0">
                  <a:pos x="325" y="302"/>
                </a:cxn>
                <a:cxn ang="0">
                  <a:pos x="409" y="373"/>
                </a:cxn>
                <a:cxn ang="0">
                  <a:pos x="464" y="367"/>
                </a:cxn>
                <a:cxn ang="0">
                  <a:pos x="513" y="267"/>
                </a:cxn>
                <a:cxn ang="0">
                  <a:pos x="518" y="254"/>
                </a:cxn>
                <a:cxn ang="0">
                  <a:pos x="488" y="206"/>
                </a:cxn>
                <a:cxn ang="0">
                  <a:pos x="370" y="192"/>
                </a:cxn>
                <a:cxn ang="0">
                  <a:pos x="294" y="175"/>
                </a:cxn>
                <a:cxn ang="0">
                  <a:pos x="330" y="218"/>
                </a:cxn>
                <a:cxn ang="0">
                  <a:pos x="313" y="221"/>
                </a:cxn>
                <a:cxn ang="0">
                  <a:pos x="206" y="36"/>
                </a:cxn>
                <a:cxn ang="0">
                  <a:pos x="34" y="300"/>
                </a:cxn>
                <a:cxn ang="0">
                  <a:pos x="24" y="452"/>
                </a:cxn>
                <a:cxn ang="0">
                  <a:pos x="67" y="488"/>
                </a:cxn>
                <a:cxn ang="0">
                  <a:pos x="182" y="495"/>
                </a:cxn>
                <a:cxn ang="0">
                  <a:pos x="188" y="492"/>
                </a:cxn>
                <a:cxn ang="0">
                  <a:pos x="251" y="369"/>
                </a:cxn>
                <a:cxn ang="0">
                  <a:pos x="208" y="383"/>
                </a:cxn>
                <a:cxn ang="0">
                  <a:pos x="202" y="374"/>
                </a:cxn>
                <a:cxn ang="0">
                  <a:pos x="227" y="366"/>
                </a:cxn>
                <a:cxn ang="0">
                  <a:pos x="258" y="336"/>
                </a:cxn>
                <a:cxn ang="0">
                  <a:pos x="270" y="346"/>
                </a:cxn>
                <a:cxn ang="0">
                  <a:pos x="215" y="502"/>
                </a:cxn>
                <a:cxn ang="0">
                  <a:pos x="345" y="463"/>
                </a:cxn>
                <a:cxn ang="0">
                  <a:pos x="365" y="414"/>
                </a:cxn>
                <a:cxn ang="0">
                  <a:pos x="388" y="414"/>
                </a:cxn>
                <a:cxn ang="0">
                  <a:pos x="426" y="416"/>
                </a:cxn>
                <a:cxn ang="0">
                  <a:pos x="406" y="396"/>
                </a:cxn>
              </a:cxnLst>
              <a:rect l="0" t="0" r="r" b="b"/>
              <a:pathLst>
                <a:path w="559" h="516">
                  <a:moveTo>
                    <a:pt x="406" y="396"/>
                  </a:moveTo>
                  <a:cubicBezTo>
                    <a:pt x="393" y="394"/>
                    <a:pt x="377" y="390"/>
                    <a:pt x="362" y="381"/>
                  </a:cubicBezTo>
                  <a:cubicBezTo>
                    <a:pt x="342" y="370"/>
                    <a:pt x="323" y="351"/>
                    <a:pt x="308" y="321"/>
                  </a:cubicBezTo>
                  <a:cubicBezTo>
                    <a:pt x="300" y="323"/>
                    <a:pt x="287" y="325"/>
                    <a:pt x="272" y="324"/>
                  </a:cubicBezTo>
                  <a:cubicBezTo>
                    <a:pt x="260" y="323"/>
                    <a:pt x="244" y="320"/>
                    <a:pt x="228" y="311"/>
                  </a:cubicBezTo>
                  <a:cubicBezTo>
                    <a:pt x="214" y="303"/>
                    <a:pt x="199" y="290"/>
                    <a:pt x="187" y="270"/>
                  </a:cubicBezTo>
                  <a:cubicBezTo>
                    <a:pt x="183" y="264"/>
                    <a:pt x="185" y="257"/>
                    <a:pt x="190" y="254"/>
                  </a:cubicBezTo>
                  <a:cubicBezTo>
                    <a:pt x="196" y="250"/>
                    <a:pt x="203" y="252"/>
                    <a:pt x="206" y="257"/>
                  </a:cubicBezTo>
                  <a:cubicBezTo>
                    <a:pt x="243" y="315"/>
                    <a:pt x="295" y="301"/>
                    <a:pt x="308" y="297"/>
                  </a:cubicBezTo>
                  <a:cubicBezTo>
                    <a:pt x="308" y="296"/>
                    <a:pt x="309" y="296"/>
                    <a:pt x="310" y="296"/>
                  </a:cubicBezTo>
                  <a:cubicBezTo>
                    <a:pt x="313" y="294"/>
                    <a:pt x="316" y="294"/>
                    <a:pt x="319" y="296"/>
                  </a:cubicBezTo>
                  <a:cubicBezTo>
                    <a:pt x="322" y="297"/>
                    <a:pt x="324" y="299"/>
                    <a:pt x="325" y="302"/>
                  </a:cubicBezTo>
                  <a:cubicBezTo>
                    <a:pt x="326" y="303"/>
                    <a:pt x="326" y="303"/>
                    <a:pt x="326" y="304"/>
                  </a:cubicBezTo>
                  <a:cubicBezTo>
                    <a:pt x="344" y="345"/>
                    <a:pt x="372" y="368"/>
                    <a:pt x="409" y="373"/>
                  </a:cubicBezTo>
                  <a:cubicBezTo>
                    <a:pt x="438" y="376"/>
                    <a:pt x="461" y="368"/>
                    <a:pt x="462" y="368"/>
                  </a:cubicBezTo>
                  <a:cubicBezTo>
                    <a:pt x="462" y="367"/>
                    <a:pt x="463" y="367"/>
                    <a:pt x="464" y="367"/>
                  </a:cubicBezTo>
                  <a:cubicBezTo>
                    <a:pt x="490" y="353"/>
                    <a:pt x="506" y="333"/>
                    <a:pt x="512" y="308"/>
                  </a:cubicBezTo>
                  <a:cubicBezTo>
                    <a:pt x="517" y="285"/>
                    <a:pt x="513" y="267"/>
                    <a:pt x="513" y="267"/>
                  </a:cubicBezTo>
                  <a:cubicBezTo>
                    <a:pt x="511" y="259"/>
                    <a:pt x="511" y="259"/>
                    <a:pt x="511" y="259"/>
                  </a:cubicBezTo>
                  <a:cubicBezTo>
                    <a:pt x="518" y="254"/>
                    <a:pt x="518" y="254"/>
                    <a:pt x="518" y="254"/>
                  </a:cubicBezTo>
                  <a:cubicBezTo>
                    <a:pt x="559" y="224"/>
                    <a:pt x="557" y="186"/>
                    <a:pt x="551" y="163"/>
                  </a:cubicBezTo>
                  <a:cubicBezTo>
                    <a:pt x="539" y="177"/>
                    <a:pt x="518" y="195"/>
                    <a:pt x="488" y="206"/>
                  </a:cubicBezTo>
                  <a:cubicBezTo>
                    <a:pt x="465" y="214"/>
                    <a:pt x="438" y="215"/>
                    <a:pt x="410" y="208"/>
                  </a:cubicBezTo>
                  <a:cubicBezTo>
                    <a:pt x="396" y="205"/>
                    <a:pt x="382" y="199"/>
                    <a:pt x="370" y="192"/>
                  </a:cubicBezTo>
                  <a:cubicBezTo>
                    <a:pt x="359" y="186"/>
                    <a:pt x="350" y="179"/>
                    <a:pt x="342" y="171"/>
                  </a:cubicBezTo>
                  <a:cubicBezTo>
                    <a:pt x="327" y="176"/>
                    <a:pt x="311" y="178"/>
                    <a:pt x="294" y="175"/>
                  </a:cubicBezTo>
                  <a:cubicBezTo>
                    <a:pt x="304" y="184"/>
                    <a:pt x="315" y="193"/>
                    <a:pt x="327" y="202"/>
                  </a:cubicBezTo>
                  <a:cubicBezTo>
                    <a:pt x="332" y="205"/>
                    <a:pt x="333" y="213"/>
                    <a:pt x="330" y="218"/>
                  </a:cubicBezTo>
                  <a:cubicBezTo>
                    <a:pt x="326" y="223"/>
                    <a:pt x="319" y="224"/>
                    <a:pt x="314" y="221"/>
                  </a:cubicBezTo>
                  <a:cubicBezTo>
                    <a:pt x="314" y="221"/>
                    <a:pt x="314" y="221"/>
                    <a:pt x="313" y="221"/>
                  </a:cubicBezTo>
                  <a:cubicBezTo>
                    <a:pt x="277" y="195"/>
                    <a:pt x="249" y="165"/>
                    <a:pt x="231" y="129"/>
                  </a:cubicBezTo>
                  <a:cubicBezTo>
                    <a:pt x="217" y="101"/>
                    <a:pt x="209" y="69"/>
                    <a:pt x="206" y="36"/>
                  </a:cubicBezTo>
                  <a:cubicBezTo>
                    <a:pt x="206" y="23"/>
                    <a:pt x="206" y="11"/>
                    <a:pt x="207" y="0"/>
                  </a:cubicBezTo>
                  <a:cubicBezTo>
                    <a:pt x="34" y="300"/>
                    <a:pt x="34" y="300"/>
                    <a:pt x="34" y="300"/>
                  </a:cubicBezTo>
                  <a:cubicBezTo>
                    <a:pt x="17" y="329"/>
                    <a:pt x="2" y="357"/>
                    <a:pt x="1" y="389"/>
                  </a:cubicBezTo>
                  <a:cubicBezTo>
                    <a:pt x="0" y="427"/>
                    <a:pt x="24" y="452"/>
                    <a:pt x="24" y="452"/>
                  </a:cubicBezTo>
                  <a:cubicBezTo>
                    <a:pt x="24" y="453"/>
                    <a:pt x="24" y="453"/>
                    <a:pt x="24" y="453"/>
                  </a:cubicBezTo>
                  <a:cubicBezTo>
                    <a:pt x="38" y="467"/>
                    <a:pt x="52" y="479"/>
                    <a:pt x="67" y="488"/>
                  </a:cubicBezTo>
                  <a:cubicBezTo>
                    <a:pt x="93" y="502"/>
                    <a:pt x="120" y="508"/>
                    <a:pt x="148" y="505"/>
                  </a:cubicBezTo>
                  <a:cubicBezTo>
                    <a:pt x="169" y="502"/>
                    <a:pt x="182" y="495"/>
                    <a:pt x="182" y="495"/>
                  </a:cubicBezTo>
                  <a:cubicBezTo>
                    <a:pt x="187" y="492"/>
                    <a:pt x="187" y="492"/>
                    <a:pt x="187" y="492"/>
                  </a:cubicBezTo>
                  <a:cubicBezTo>
                    <a:pt x="188" y="492"/>
                    <a:pt x="188" y="492"/>
                    <a:pt x="188" y="492"/>
                  </a:cubicBezTo>
                  <a:cubicBezTo>
                    <a:pt x="193" y="489"/>
                    <a:pt x="202" y="484"/>
                    <a:pt x="210" y="476"/>
                  </a:cubicBezTo>
                  <a:cubicBezTo>
                    <a:pt x="225" y="462"/>
                    <a:pt x="257" y="424"/>
                    <a:pt x="251" y="369"/>
                  </a:cubicBezTo>
                  <a:cubicBezTo>
                    <a:pt x="244" y="375"/>
                    <a:pt x="237" y="379"/>
                    <a:pt x="231" y="381"/>
                  </a:cubicBezTo>
                  <a:cubicBezTo>
                    <a:pt x="219" y="384"/>
                    <a:pt x="209" y="383"/>
                    <a:pt x="208" y="383"/>
                  </a:cubicBezTo>
                  <a:cubicBezTo>
                    <a:pt x="207" y="382"/>
                    <a:pt x="206" y="382"/>
                    <a:pt x="205" y="382"/>
                  </a:cubicBezTo>
                  <a:cubicBezTo>
                    <a:pt x="203" y="380"/>
                    <a:pt x="201" y="377"/>
                    <a:pt x="202" y="374"/>
                  </a:cubicBezTo>
                  <a:cubicBezTo>
                    <a:pt x="202" y="369"/>
                    <a:pt x="206" y="367"/>
                    <a:pt x="211" y="367"/>
                  </a:cubicBezTo>
                  <a:cubicBezTo>
                    <a:pt x="211" y="367"/>
                    <a:pt x="218" y="368"/>
                    <a:pt x="227" y="366"/>
                  </a:cubicBezTo>
                  <a:cubicBezTo>
                    <a:pt x="237" y="362"/>
                    <a:pt x="245" y="354"/>
                    <a:pt x="248" y="341"/>
                  </a:cubicBezTo>
                  <a:cubicBezTo>
                    <a:pt x="249" y="337"/>
                    <a:pt x="254" y="335"/>
                    <a:pt x="258" y="336"/>
                  </a:cubicBezTo>
                  <a:cubicBezTo>
                    <a:pt x="259" y="336"/>
                    <a:pt x="259" y="337"/>
                    <a:pt x="260" y="337"/>
                  </a:cubicBezTo>
                  <a:cubicBezTo>
                    <a:pt x="265" y="338"/>
                    <a:pt x="269" y="341"/>
                    <a:pt x="270" y="346"/>
                  </a:cubicBezTo>
                  <a:cubicBezTo>
                    <a:pt x="289" y="422"/>
                    <a:pt x="246" y="474"/>
                    <a:pt x="226" y="493"/>
                  </a:cubicBezTo>
                  <a:cubicBezTo>
                    <a:pt x="222" y="497"/>
                    <a:pt x="218" y="500"/>
                    <a:pt x="215" y="502"/>
                  </a:cubicBezTo>
                  <a:cubicBezTo>
                    <a:pt x="262" y="516"/>
                    <a:pt x="306" y="503"/>
                    <a:pt x="343" y="465"/>
                  </a:cubicBezTo>
                  <a:cubicBezTo>
                    <a:pt x="343" y="464"/>
                    <a:pt x="344" y="463"/>
                    <a:pt x="345" y="463"/>
                  </a:cubicBezTo>
                  <a:cubicBezTo>
                    <a:pt x="345" y="462"/>
                    <a:pt x="346" y="461"/>
                    <a:pt x="346" y="461"/>
                  </a:cubicBezTo>
                  <a:cubicBezTo>
                    <a:pt x="351" y="456"/>
                    <a:pt x="365" y="436"/>
                    <a:pt x="365" y="414"/>
                  </a:cubicBezTo>
                  <a:cubicBezTo>
                    <a:pt x="365" y="408"/>
                    <a:pt x="370" y="403"/>
                    <a:pt x="377" y="403"/>
                  </a:cubicBezTo>
                  <a:cubicBezTo>
                    <a:pt x="383" y="402"/>
                    <a:pt x="388" y="408"/>
                    <a:pt x="388" y="414"/>
                  </a:cubicBezTo>
                  <a:cubicBezTo>
                    <a:pt x="389" y="428"/>
                    <a:pt x="385" y="441"/>
                    <a:pt x="380" y="451"/>
                  </a:cubicBezTo>
                  <a:cubicBezTo>
                    <a:pt x="398" y="444"/>
                    <a:pt x="413" y="433"/>
                    <a:pt x="426" y="416"/>
                  </a:cubicBezTo>
                  <a:cubicBezTo>
                    <a:pt x="432" y="409"/>
                    <a:pt x="436" y="402"/>
                    <a:pt x="439" y="396"/>
                  </a:cubicBezTo>
                  <a:cubicBezTo>
                    <a:pt x="430" y="397"/>
                    <a:pt x="418" y="397"/>
                    <a:pt x="406" y="396"/>
                  </a:cubicBezTo>
                  <a:close/>
                </a:path>
              </a:pathLst>
            </a:custGeom>
            <a:solidFill>
              <a:schemeClr val="accent4"/>
            </a:solidFill>
            <a:ln w="9525">
              <a:noFill/>
              <a:round/>
            </a:ln>
          </p:spPr>
          <p:txBody>
            <a:bodyPr vert="horz" wrap="square" lIns="121920" tIns="60960" rIns="121920" bIns="60960" numCol="1" anchor="t" anchorCtr="0" compatLnSpc="1"/>
            <a:lstStyle/>
            <a:p>
              <a:endParaRPr lang="en-US" sz="3200"/>
            </a:p>
          </p:txBody>
        </p:sp>
        <p:sp>
          <p:nvSpPr>
            <p:cNvPr id="37" name="iśḻídè"/>
            <p:cNvSpPr/>
            <p:nvPr/>
          </p:nvSpPr>
          <p:spPr bwMode="auto">
            <a:xfrm>
              <a:off x="4856291" y="2548420"/>
              <a:ext cx="491300" cy="567038"/>
            </a:xfrm>
            <a:custGeom>
              <a:avLst/>
              <a:gdLst/>
              <a:ahLst/>
              <a:cxnLst>
                <a:cxn ang="0">
                  <a:pos x="234" y="325"/>
                </a:cxn>
                <a:cxn ang="0">
                  <a:pos x="132" y="258"/>
                </a:cxn>
                <a:cxn ang="0">
                  <a:pos x="171" y="259"/>
                </a:cxn>
                <a:cxn ang="0">
                  <a:pos x="457" y="297"/>
                </a:cxn>
                <a:cxn ang="0">
                  <a:pos x="511" y="248"/>
                </a:cxn>
                <a:cxn ang="0">
                  <a:pos x="588" y="117"/>
                </a:cxn>
                <a:cxn ang="0">
                  <a:pos x="593" y="106"/>
                </a:cxn>
                <a:cxn ang="0">
                  <a:pos x="562" y="16"/>
                </a:cxn>
                <a:cxn ang="0">
                  <a:pos x="471" y="25"/>
                </a:cxn>
                <a:cxn ang="0">
                  <a:pos x="449" y="107"/>
                </a:cxn>
                <a:cxn ang="0">
                  <a:pos x="509" y="138"/>
                </a:cxn>
                <a:cxn ang="0">
                  <a:pos x="485" y="180"/>
                </a:cxn>
                <a:cxn ang="0">
                  <a:pos x="470" y="191"/>
                </a:cxn>
                <a:cxn ang="0">
                  <a:pos x="423" y="100"/>
                </a:cxn>
                <a:cxn ang="0">
                  <a:pos x="431" y="10"/>
                </a:cxn>
                <a:cxn ang="0">
                  <a:pos x="316" y="25"/>
                </a:cxn>
                <a:cxn ang="0">
                  <a:pos x="310" y="23"/>
                </a:cxn>
                <a:cxn ang="0">
                  <a:pos x="260" y="21"/>
                </a:cxn>
                <a:cxn ang="0">
                  <a:pos x="196" y="83"/>
                </a:cxn>
                <a:cxn ang="0">
                  <a:pos x="224" y="164"/>
                </a:cxn>
                <a:cxn ang="0">
                  <a:pos x="301" y="139"/>
                </a:cxn>
                <a:cxn ang="0">
                  <a:pos x="308" y="109"/>
                </a:cxn>
                <a:cxn ang="0">
                  <a:pos x="350" y="139"/>
                </a:cxn>
                <a:cxn ang="0">
                  <a:pos x="324" y="149"/>
                </a:cxn>
                <a:cxn ang="0">
                  <a:pos x="322" y="151"/>
                </a:cxn>
                <a:cxn ang="0">
                  <a:pos x="302" y="213"/>
                </a:cxn>
                <a:cxn ang="0">
                  <a:pos x="294" y="251"/>
                </a:cxn>
                <a:cxn ang="0">
                  <a:pos x="175" y="131"/>
                </a:cxn>
                <a:cxn ang="0">
                  <a:pos x="113" y="134"/>
                </a:cxn>
                <a:cxn ang="0">
                  <a:pos x="95" y="175"/>
                </a:cxn>
                <a:cxn ang="0">
                  <a:pos x="92" y="176"/>
                </a:cxn>
                <a:cxn ang="0">
                  <a:pos x="32" y="268"/>
                </a:cxn>
                <a:cxn ang="0">
                  <a:pos x="33" y="274"/>
                </a:cxn>
                <a:cxn ang="0">
                  <a:pos x="108" y="350"/>
                </a:cxn>
                <a:cxn ang="0">
                  <a:pos x="185" y="332"/>
                </a:cxn>
                <a:cxn ang="0">
                  <a:pos x="181" y="386"/>
                </a:cxn>
                <a:cxn ang="0">
                  <a:pos x="180" y="400"/>
                </a:cxn>
                <a:cxn ang="0">
                  <a:pos x="103" y="373"/>
                </a:cxn>
                <a:cxn ang="0">
                  <a:pos x="1" y="357"/>
                </a:cxn>
                <a:cxn ang="0">
                  <a:pos x="45" y="361"/>
                </a:cxn>
                <a:cxn ang="0">
                  <a:pos x="10" y="417"/>
                </a:cxn>
                <a:cxn ang="0">
                  <a:pos x="8" y="421"/>
                </a:cxn>
                <a:cxn ang="0">
                  <a:pos x="39" y="551"/>
                </a:cxn>
                <a:cxn ang="0">
                  <a:pos x="147" y="425"/>
                </a:cxn>
                <a:cxn ang="0">
                  <a:pos x="220" y="424"/>
                </a:cxn>
                <a:cxn ang="0">
                  <a:pos x="289" y="498"/>
                </a:cxn>
                <a:cxn ang="0">
                  <a:pos x="154" y="448"/>
                </a:cxn>
                <a:cxn ang="0">
                  <a:pos x="79" y="505"/>
                </a:cxn>
                <a:cxn ang="0">
                  <a:pos x="62" y="576"/>
                </a:cxn>
                <a:cxn ang="0">
                  <a:pos x="62" y="576"/>
                </a:cxn>
                <a:cxn ang="0">
                  <a:pos x="63" y="578"/>
                </a:cxn>
                <a:cxn ang="0">
                  <a:pos x="177" y="692"/>
                </a:cxn>
                <a:cxn ang="0">
                  <a:pos x="241" y="681"/>
                </a:cxn>
                <a:cxn ang="0">
                  <a:pos x="306" y="607"/>
                </a:cxn>
              </a:cxnLst>
              <a:rect l="0" t="0" r="r" b="b"/>
              <a:pathLst>
                <a:path w="600" h="693">
                  <a:moveTo>
                    <a:pt x="475" y="312"/>
                  </a:moveTo>
                  <a:cubicBezTo>
                    <a:pt x="469" y="317"/>
                    <a:pt x="462" y="321"/>
                    <a:pt x="455" y="325"/>
                  </a:cubicBezTo>
                  <a:cubicBezTo>
                    <a:pt x="439" y="334"/>
                    <a:pt x="420" y="341"/>
                    <a:pt x="398" y="346"/>
                  </a:cubicBezTo>
                  <a:cubicBezTo>
                    <a:pt x="370" y="353"/>
                    <a:pt x="337" y="354"/>
                    <a:pt x="300" y="347"/>
                  </a:cubicBezTo>
                  <a:cubicBezTo>
                    <a:pt x="279" y="343"/>
                    <a:pt x="257" y="336"/>
                    <a:pt x="234" y="325"/>
                  </a:cubicBezTo>
                  <a:cubicBezTo>
                    <a:pt x="234" y="325"/>
                    <a:pt x="234" y="325"/>
                    <a:pt x="234" y="325"/>
                  </a:cubicBezTo>
                  <a:cubicBezTo>
                    <a:pt x="234" y="325"/>
                    <a:pt x="234" y="325"/>
                    <a:pt x="234" y="325"/>
                  </a:cubicBezTo>
                  <a:cubicBezTo>
                    <a:pt x="234" y="325"/>
                    <a:pt x="222" y="319"/>
                    <a:pt x="206" y="310"/>
                  </a:cubicBezTo>
                  <a:cubicBezTo>
                    <a:pt x="195" y="304"/>
                    <a:pt x="183" y="296"/>
                    <a:pt x="170" y="287"/>
                  </a:cubicBezTo>
                  <a:cubicBezTo>
                    <a:pt x="157" y="279"/>
                    <a:pt x="144" y="269"/>
                    <a:pt x="132" y="258"/>
                  </a:cubicBezTo>
                  <a:cubicBezTo>
                    <a:pt x="124" y="251"/>
                    <a:pt x="116" y="244"/>
                    <a:pt x="110" y="237"/>
                  </a:cubicBezTo>
                  <a:cubicBezTo>
                    <a:pt x="106" y="232"/>
                    <a:pt x="107" y="224"/>
                    <a:pt x="111" y="220"/>
                  </a:cubicBezTo>
                  <a:cubicBezTo>
                    <a:pt x="116" y="216"/>
                    <a:pt x="124" y="217"/>
                    <a:pt x="128" y="222"/>
                  </a:cubicBezTo>
                  <a:cubicBezTo>
                    <a:pt x="133" y="228"/>
                    <a:pt x="140" y="235"/>
                    <a:pt x="147" y="241"/>
                  </a:cubicBezTo>
                  <a:cubicBezTo>
                    <a:pt x="154" y="247"/>
                    <a:pt x="162" y="254"/>
                    <a:pt x="171" y="259"/>
                  </a:cubicBezTo>
                  <a:cubicBezTo>
                    <a:pt x="187" y="271"/>
                    <a:pt x="204" y="282"/>
                    <a:pt x="217" y="290"/>
                  </a:cubicBezTo>
                  <a:cubicBezTo>
                    <a:pt x="232" y="298"/>
                    <a:pt x="243" y="303"/>
                    <a:pt x="244" y="304"/>
                  </a:cubicBezTo>
                  <a:cubicBezTo>
                    <a:pt x="280" y="321"/>
                    <a:pt x="313" y="328"/>
                    <a:pt x="342" y="328"/>
                  </a:cubicBezTo>
                  <a:cubicBezTo>
                    <a:pt x="371" y="329"/>
                    <a:pt x="396" y="324"/>
                    <a:pt x="418" y="316"/>
                  </a:cubicBezTo>
                  <a:cubicBezTo>
                    <a:pt x="432" y="311"/>
                    <a:pt x="445" y="304"/>
                    <a:pt x="457" y="297"/>
                  </a:cubicBezTo>
                  <a:cubicBezTo>
                    <a:pt x="472" y="287"/>
                    <a:pt x="484" y="277"/>
                    <a:pt x="493" y="269"/>
                  </a:cubicBezTo>
                  <a:cubicBezTo>
                    <a:pt x="505" y="257"/>
                    <a:pt x="511" y="249"/>
                    <a:pt x="511" y="248"/>
                  </a:cubicBezTo>
                  <a:cubicBezTo>
                    <a:pt x="511" y="248"/>
                    <a:pt x="511" y="248"/>
                    <a:pt x="511" y="248"/>
                  </a:cubicBezTo>
                  <a:cubicBezTo>
                    <a:pt x="511" y="248"/>
                    <a:pt x="511" y="248"/>
                    <a:pt x="511" y="248"/>
                  </a:cubicBezTo>
                  <a:cubicBezTo>
                    <a:pt x="511" y="248"/>
                    <a:pt x="511" y="248"/>
                    <a:pt x="511" y="248"/>
                  </a:cubicBezTo>
                  <a:cubicBezTo>
                    <a:pt x="511" y="248"/>
                    <a:pt x="511" y="248"/>
                    <a:pt x="511" y="248"/>
                  </a:cubicBezTo>
                  <a:cubicBezTo>
                    <a:pt x="511" y="248"/>
                    <a:pt x="511" y="248"/>
                    <a:pt x="511" y="248"/>
                  </a:cubicBezTo>
                  <a:cubicBezTo>
                    <a:pt x="512" y="247"/>
                    <a:pt x="513" y="247"/>
                    <a:pt x="514" y="246"/>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9" y="115"/>
                    <a:pt x="591" y="112"/>
                    <a:pt x="593" y="106"/>
                  </a:cubicBezTo>
                  <a:cubicBezTo>
                    <a:pt x="596" y="101"/>
                    <a:pt x="598" y="94"/>
                    <a:pt x="599" y="86"/>
                  </a:cubicBezTo>
                  <a:cubicBezTo>
                    <a:pt x="600" y="81"/>
                    <a:pt x="600" y="75"/>
                    <a:pt x="600" y="70"/>
                  </a:cubicBezTo>
                  <a:cubicBezTo>
                    <a:pt x="599" y="62"/>
                    <a:pt x="597" y="55"/>
                    <a:pt x="593" y="47"/>
                  </a:cubicBezTo>
                  <a:cubicBezTo>
                    <a:pt x="591" y="43"/>
                    <a:pt x="588" y="38"/>
                    <a:pt x="584" y="34"/>
                  </a:cubicBezTo>
                  <a:cubicBezTo>
                    <a:pt x="577" y="26"/>
                    <a:pt x="570" y="20"/>
                    <a:pt x="562" y="16"/>
                  </a:cubicBezTo>
                  <a:cubicBezTo>
                    <a:pt x="551" y="9"/>
                    <a:pt x="539" y="6"/>
                    <a:pt x="527" y="5"/>
                  </a:cubicBezTo>
                  <a:cubicBezTo>
                    <a:pt x="515" y="4"/>
                    <a:pt x="504" y="6"/>
                    <a:pt x="493" y="11"/>
                  </a:cubicBezTo>
                  <a:cubicBezTo>
                    <a:pt x="486" y="14"/>
                    <a:pt x="479" y="18"/>
                    <a:pt x="472" y="24"/>
                  </a:cubicBezTo>
                  <a:cubicBezTo>
                    <a:pt x="472" y="24"/>
                    <a:pt x="472" y="24"/>
                    <a:pt x="472" y="24"/>
                  </a:cubicBezTo>
                  <a:cubicBezTo>
                    <a:pt x="472" y="24"/>
                    <a:pt x="472" y="24"/>
                    <a:pt x="471" y="25"/>
                  </a:cubicBezTo>
                  <a:cubicBezTo>
                    <a:pt x="470" y="26"/>
                    <a:pt x="469" y="27"/>
                    <a:pt x="467" y="29"/>
                  </a:cubicBezTo>
                  <a:cubicBezTo>
                    <a:pt x="464" y="32"/>
                    <a:pt x="460" y="37"/>
                    <a:pt x="456" y="44"/>
                  </a:cubicBezTo>
                  <a:cubicBezTo>
                    <a:pt x="454" y="49"/>
                    <a:pt x="451" y="54"/>
                    <a:pt x="449" y="60"/>
                  </a:cubicBezTo>
                  <a:cubicBezTo>
                    <a:pt x="447" y="67"/>
                    <a:pt x="445" y="74"/>
                    <a:pt x="445" y="82"/>
                  </a:cubicBezTo>
                  <a:cubicBezTo>
                    <a:pt x="445" y="90"/>
                    <a:pt x="446" y="99"/>
                    <a:pt x="449" y="107"/>
                  </a:cubicBezTo>
                  <a:cubicBezTo>
                    <a:pt x="452" y="113"/>
                    <a:pt x="454" y="119"/>
                    <a:pt x="459" y="125"/>
                  </a:cubicBezTo>
                  <a:cubicBezTo>
                    <a:pt x="464" y="132"/>
                    <a:pt x="471" y="140"/>
                    <a:pt x="481" y="148"/>
                  </a:cubicBezTo>
                  <a:cubicBezTo>
                    <a:pt x="482" y="146"/>
                    <a:pt x="484" y="144"/>
                    <a:pt x="486" y="143"/>
                  </a:cubicBezTo>
                  <a:cubicBezTo>
                    <a:pt x="489" y="139"/>
                    <a:pt x="494" y="136"/>
                    <a:pt x="499" y="134"/>
                  </a:cubicBezTo>
                  <a:cubicBezTo>
                    <a:pt x="503" y="132"/>
                    <a:pt x="508" y="134"/>
                    <a:pt x="509" y="138"/>
                  </a:cubicBezTo>
                  <a:cubicBezTo>
                    <a:pt x="511" y="142"/>
                    <a:pt x="509" y="146"/>
                    <a:pt x="505" y="148"/>
                  </a:cubicBezTo>
                  <a:cubicBezTo>
                    <a:pt x="502" y="150"/>
                    <a:pt x="499" y="152"/>
                    <a:pt x="496" y="154"/>
                  </a:cubicBezTo>
                  <a:cubicBezTo>
                    <a:pt x="494" y="156"/>
                    <a:pt x="492" y="159"/>
                    <a:pt x="490" y="161"/>
                  </a:cubicBezTo>
                  <a:cubicBezTo>
                    <a:pt x="489" y="164"/>
                    <a:pt x="487" y="168"/>
                    <a:pt x="486" y="171"/>
                  </a:cubicBezTo>
                  <a:cubicBezTo>
                    <a:pt x="486" y="174"/>
                    <a:pt x="485" y="177"/>
                    <a:pt x="485" y="180"/>
                  </a:cubicBezTo>
                  <a:cubicBezTo>
                    <a:pt x="484" y="185"/>
                    <a:pt x="485" y="189"/>
                    <a:pt x="485" y="189"/>
                  </a:cubicBezTo>
                  <a:cubicBezTo>
                    <a:pt x="485" y="189"/>
                    <a:pt x="485" y="189"/>
                    <a:pt x="485" y="189"/>
                  </a:cubicBezTo>
                  <a:cubicBezTo>
                    <a:pt x="485" y="189"/>
                    <a:pt x="485" y="189"/>
                    <a:pt x="485" y="189"/>
                  </a:cubicBezTo>
                  <a:cubicBezTo>
                    <a:pt x="486" y="194"/>
                    <a:pt x="483" y="197"/>
                    <a:pt x="478" y="198"/>
                  </a:cubicBezTo>
                  <a:cubicBezTo>
                    <a:pt x="474" y="199"/>
                    <a:pt x="470" y="196"/>
                    <a:pt x="470" y="191"/>
                  </a:cubicBezTo>
                  <a:cubicBezTo>
                    <a:pt x="470" y="191"/>
                    <a:pt x="469" y="188"/>
                    <a:pt x="469" y="184"/>
                  </a:cubicBezTo>
                  <a:cubicBezTo>
                    <a:pt x="469" y="180"/>
                    <a:pt x="470" y="174"/>
                    <a:pt x="471" y="169"/>
                  </a:cubicBezTo>
                  <a:cubicBezTo>
                    <a:pt x="470" y="168"/>
                    <a:pt x="469" y="168"/>
                    <a:pt x="468" y="167"/>
                  </a:cubicBezTo>
                  <a:cubicBezTo>
                    <a:pt x="454" y="157"/>
                    <a:pt x="444" y="146"/>
                    <a:pt x="437" y="135"/>
                  </a:cubicBezTo>
                  <a:cubicBezTo>
                    <a:pt x="430" y="123"/>
                    <a:pt x="425" y="112"/>
                    <a:pt x="423" y="100"/>
                  </a:cubicBezTo>
                  <a:cubicBezTo>
                    <a:pt x="422" y="93"/>
                    <a:pt x="422" y="85"/>
                    <a:pt x="422" y="78"/>
                  </a:cubicBezTo>
                  <a:cubicBezTo>
                    <a:pt x="423" y="69"/>
                    <a:pt x="425" y="60"/>
                    <a:pt x="427" y="52"/>
                  </a:cubicBezTo>
                  <a:cubicBezTo>
                    <a:pt x="430" y="45"/>
                    <a:pt x="433" y="38"/>
                    <a:pt x="436" y="32"/>
                  </a:cubicBezTo>
                  <a:cubicBezTo>
                    <a:pt x="440" y="27"/>
                    <a:pt x="443" y="22"/>
                    <a:pt x="446" y="18"/>
                  </a:cubicBezTo>
                  <a:cubicBezTo>
                    <a:pt x="442" y="15"/>
                    <a:pt x="437" y="13"/>
                    <a:pt x="431" y="10"/>
                  </a:cubicBezTo>
                  <a:cubicBezTo>
                    <a:pt x="421" y="7"/>
                    <a:pt x="410" y="3"/>
                    <a:pt x="399" y="2"/>
                  </a:cubicBezTo>
                  <a:cubicBezTo>
                    <a:pt x="391" y="0"/>
                    <a:pt x="383" y="0"/>
                    <a:pt x="374" y="1"/>
                  </a:cubicBezTo>
                  <a:cubicBezTo>
                    <a:pt x="363" y="1"/>
                    <a:pt x="352" y="4"/>
                    <a:pt x="340" y="9"/>
                  </a:cubicBezTo>
                  <a:cubicBezTo>
                    <a:pt x="334" y="12"/>
                    <a:pt x="327" y="16"/>
                    <a:pt x="321" y="21"/>
                  </a:cubicBezTo>
                  <a:cubicBezTo>
                    <a:pt x="316" y="25"/>
                    <a:pt x="316" y="25"/>
                    <a:pt x="316" y="25"/>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09" y="23"/>
                    <a:pt x="308" y="23"/>
                  </a:cubicBezTo>
                  <a:cubicBezTo>
                    <a:pt x="307" y="22"/>
                    <a:pt x="305" y="22"/>
                    <a:pt x="302" y="21"/>
                  </a:cubicBezTo>
                  <a:cubicBezTo>
                    <a:pt x="296" y="20"/>
                    <a:pt x="288" y="19"/>
                    <a:pt x="279" y="19"/>
                  </a:cubicBezTo>
                  <a:cubicBezTo>
                    <a:pt x="273" y="19"/>
                    <a:pt x="267" y="20"/>
                    <a:pt x="260" y="21"/>
                  </a:cubicBezTo>
                  <a:cubicBezTo>
                    <a:pt x="252" y="22"/>
                    <a:pt x="243" y="25"/>
                    <a:pt x="235" y="30"/>
                  </a:cubicBezTo>
                  <a:cubicBezTo>
                    <a:pt x="230" y="33"/>
                    <a:pt x="225" y="36"/>
                    <a:pt x="221" y="41"/>
                  </a:cubicBezTo>
                  <a:cubicBezTo>
                    <a:pt x="216" y="45"/>
                    <a:pt x="211" y="51"/>
                    <a:pt x="207" y="59"/>
                  </a:cubicBezTo>
                  <a:cubicBezTo>
                    <a:pt x="203" y="65"/>
                    <a:pt x="200" y="72"/>
                    <a:pt x="197" y="81"/>
                  </a:cubicBezTo>
                  <a:cubicBezTo>
                    <a:pt x="196" y="83"/>
                    <a:pt x="196" y="83"/>
                    <a:pt x="196" y="83"/>
                  </a:cubicBezTo>
                  <a:cubicBezTo>
                    <a:pt x="196" y="83"/>
                    <a:pt x="196" y="83"/>
                    <a:pt x="196" y="83"/>
                  </a:cubicBezTo>
                  <a:cubicBezTo>
                    <a:pt x="196" y="85"/>
                    <a:pt x="195" y="87"/>
                    <a:pt x="195" y="90"/>
                  </a:cubicBezTo>
                  <a:cubicBezTo>
                    <a:pt x="194" y="96"/>
                    <a:pt x="193" y="104"/>
                    <a:pt x="195" y="114"/>
                  </a:cubicBezTo>
                  <a:cubicBezTo>
                    <a:pt x="196" y="120"/>
                    <a:pt x="198" y="127"/>
                    <a:pt x="201" y="134"/>
                  </a:cubicBezTo>
                  <a:cubicBezTo>
                    <a:pt x="206" y="144"/>
                    <a:pt x="213" y="154"/>
                    <a:pt x="224" y="164"/>
                  </a:cubicBezTo>
                  <a:cubicBezTo>
                    <a:pt x="231" y="169"/>
                    <a:pt x="238" y="175"/>
                    <a:pt x="248" y="181"/>
                  </a:cubicBezTo>
                  <a:cubicBezTo>
                    <a:pt x="256" y="185"/>
                    <a:pt x="266" y="190"/>
                    <a:pt x="278" y="195"/>
                  </a:cubicBezTo>
                  <a:cubicBezTo>
                    <a:pt x="278" y="189"/>
                    <a:pt x="279" y="183"/>
                    <a:pt x="280" y="178"/>
                  </a:cubicBezTo>
                  <a:cubicBezTo>
                    <a:pt x="283" y="169"/>
                    <a:pt x="287" y="161"/>
                    <a:pt x="291" y="154"/>
                  </a:cubicBezTo>
                  <a:cubicBezTo>
                    <a:pt x="294" y="148"/>
                    <a:pt x="298" y="143"/>
                    <a:pt x="301" y="139"/>
                  </a:cubicBezTo>
                  <a:cubicBezTo>
                    <a:pt x="302" y="137"/>
                    <a:pt x="304" y="136"/>
                    <a:pt x="304" y="135"/>
                  </a:cubicBezTo>
                  <a:cubicBezTo>
                    <a:pt x="304" y="134"/>
                    <a:pt x="303" y="134"/>
                    <a:pt x="303" y="133"/>
                  </a:cubicBezTo>
                  <a:cubicBezTo>
                    <a:pt x="298" y="128"/>
                    <a:pt x="295" y="121"/>
                    <a:pt x="293" y="113"/>
                  </a:cubicBezTo>
                  <a:cubicBezTo>
                    <a:pt x="292" y="109"/>
                    <a:pt x="295" y="104"/>
                    <a:pt x="299" y="103"/>
                  </a:cubicBezTo>
                  <a:cubicBezTo>
                    <a:pt x="303" y="103"/>
                    <a:pt x="307" y="105"/>
                    <a:pt x="308" y="109"/>
                  </a:cubicBezTo>
                  <a:cubicBezTo>
                    <a:pt x="310" y="115"/>
                    <a:pt x="312" y="120"/>
                    <a:pt x="315" y="123"/>
                  </a:cubicBezTo>
                  <a:cubicBezTo>
                    <a:pt x="318" y="127"/>
                    <a:pt x="321" y="130"/>
                    <a:pt x="325" y="132"/>
                  </a:cubicBezTo>
                  <a:cubicBezTo>
                    <a:pt x="331" y="135"/>
                    <a:pt x="337" y="137"/>
                    <a:pt x="342" y="138"/>
                  </a:cubicBezTo>
                  <a:cubicBezTo>
                    <a:pt x="346" y="139"/>
                    <a:pt x="350" y="139"/>
                    <a:pt x="350" y="139"/>
                  </a:cubicBezTo>
                  <a:cubicBezTo>
                    <a:pt x="350" y="139"/>
                    <a:pt x="350" y="139"/>
                    <a:pt x="350" y="139"/>
                  </a:cubicBezTo>
                  <a:cubicBezTo>
                    <a:pt x="350" y="139"/>
                    <a:pt x="350" y="139"/>
                    <a:pt x="350" y="139"/>
                  </a:cubicBezTo>
                  <a:cubicBezTo>
                    <a:pt x="354" y="139"/>
                    <a:pt x="357" y="143"/>
                    <a:pt x="357" y="147"/>
                  </a:cubicBezTo>
                  <a:cubicBezTo>
                    <a:pt x="357" y="151"/>
                    <a:pt x="354" y="155"/>
                    <a:pt x="349" y="155"/>
                  </a:cubicBezTo>
                  <a:cubicBezTo>
                    <a:pt x="349" y="155"/>
                    <a:pt x="345" y="154"/>
                    <a:pt x="339" y="153"/>
                  </a:cubicBezTo>
                  <a:cubicBezTo>
                    <a:pt x="335" y="152"/>
                    <a:pt x="329" y="151"/>
                    <a:pt x="324" y="149"/>
                  </a:cubicBezTo>
                  <a:cubicBezTo>
                    <a:pt x="323" y="149"/>
                    <a:pt x="323" y="149"/>
                    <a:pt x="323" y="150"/>
                  </a:cubicBezTo>
                  <a:cubicBezTo>
                    <a:pt x="323" y="150"/>
                    <a:pt x="323" y="150"/>
                    <a:pt x="323" y="150"/>
                  </a:cubicBezTo>
                  <a:cubicBezTo>
                    <a:pt x="323" y="150"/>
                    <a:pt x="323" y="150"/>
                    <a:pt x="323" y="150"/>
                  </a:cubicBezTo>
                  <a:cubicBezTo>
                    <a:pt x="323" y="150"/>
                    <a:pt x="323" y="150"/>
                    <a:pt x="322" y="150"/>
                  </a:cubicBezTo>
                  <a:cubicBezTo>
                    <a:pt x="322" y="150"/>
                    <a:pt x="322" y="150"/>
                    <a:pt x="322" y="151"/>
                  </a:cubicBezTo>
                  <a:cubicBezTo>
                    <a:pt x="321" y="151"/>
                    <a:pt x="320" y="152"/>
                    <a:pt x="319" y="154"/>
                  </a:cubicBezTo>
                  <a:cubicBezTo>
                    <a:pt x="317" y="156"/>
                    <a:pt x="314" y="161"/>
                    <a:pt x="311" y="166"/>
                  </a:cubicBezTo>
                  <a:cubicBezTo>
                    <a:pt x="308" y="170"/>
                    <a:pt x="306" y="175"/>
                    <a:pt x="304" y="181"/>
                  </a:cubicBezTo>
                  <a:cubicBezTo>
                    <a:pt x="302" y="187"/>
                    <a:pt x="301" y="193"/>
                    <a:pt x="301" y="200"/>
                  </a:cubicBezTo>
                  <a:cubicBezTo>
                    <a:pt x="301" y="204"/>
                    <a:pt x="301" y="209"/>
                    <a:pt x="302" y="213"/>
                  </a:cubicBezTo>
                  <a:cubicBezTo>
                    <a:pt x="303" y="220"/>
                    <a:pt x="306" y="226"/>
                    <a:pt x="310" y="233"/>
                  </a:cubicBezTo>
                  <a:cubicBezTo>
                    <a:pt x="316" y="242"/>
                    <a:pt x="325" y="252"/>
                    <a:pt x="338" y="262"/>
                  </a:cubicBezTo>
                  <a:cubicBezTo>
                    <a:pt x="343" y="266"/>
                    <a:pt x="344" y="273"/>
                    <a:pt x="340" y="278"/>
                  </a:cubicBezTo>
                  <a:cubicBezTo>
                    <a:pt x="336" y="283"/>
                    <a:pt x="329" y="284"/>
                    <a:pt x="324" y="280"/>
                  </a:cubicBezTo>
                  <a:cubicBezTo>
                    <a:pt x="311" y="271"/>
                    <a:pt x="301" y="261"/>
                    <a:pt x="294" y="251"/>
                  </a:cubicBezTo>
                  <a:cubicBezTo>
                    <a:pt x="287" y="241"/>
                    <a:pt x="282" y="231"/>
                    <a:pt x="280" y="221"/>
                  </a:cubicBezTo>
                  <a:cubicBezTo>
                    <a:pt x="280" y="221"/>
                    <a:pt x="280" y="220"/>
                    <a:pt x="280" y="220"/>
                  </a:cubicBezTo>
                  <a:cubicBezTo>
                    <a:pt x="263" y="214"/>
                    <a:pt x="248" y="208"/>
                    <a:pt x="236" y="201"/>
                  </a:cubicBezTo>
                  <a:cubicBezTo>
                    <a:pt x="218" y="190"/>
                    <a:pt x="205" y="179"/>
                    <a:pt x="195" y="167"/>
                  </a:cubicBezTo>
                  <a:cubicBezTo>
                    <a:pt x="185" y="155"/>
                    <a:pt x="179" y="142"/>
                    <a:pt x="175" y="131"/>
                  </a:cubicBezTo>
                  <a:cubicBezTo>
                    <a:pt x="173" y="123"/>
                    <a:pt x="172" y="116"/>
                    <a:pt x="171" y="109"/>
                  </a:cubicBezTo>
                  <a:cubicBezTo>
                    <a:pt x="171" y="103"/>
                    <a:pt x="171" y="97"/>
                    <a:pt x="171" y="92"/>
                  </a:cubicBezTo>
                  <a:cubicBezTo>
                    <a:pt x="166" y="94"/>
                    <a:pt x="159" y="96"/>
                    <a:pt x="153" y="99"/>
                  </a:cubicBezTo>
                  <a:cubicBezTo>
                    <a:pt x="146" y="102"/>
                    <a:pt x="140" y="106"/>
                    <a:pt x="134" y="110"/>
                  </a:cubicBezTo>
                  <a:cubicBezTo>
                    <a:pt x="126" y="117"/>
                    <a:pt x="119" y="124"/>
                    <a:pt x="113" y="134"/>
                  </a:cubicBezTo>
                  <a:cubicBezTo>
                    <a:pt x="108" y="143"/>
                    <a:pt x="104" y="153"/>
                    <a:pt x="103" y="165"/>
                  </a:cubicBezTo>
                  <a:cubicBezTo>
                    <a:pt x="102" y="173"/>
                    <a:pt x="102" y="173"/>
                    <a:pt x="102" y="173"/>
                  </a:cubicBezTo>
                  <a:cubicBezTo>
                    <a:pt x="95" y="175"/>
                    <a:pt x="95" y="175"/>
                    <a:pt x="95" y="175"/>
                  </a:cubicBezTo>
                  <a:cubicBezTo>
                    <a:pt x="95" y="175"/>
                    <a:pt x="95" y="175"/>
                    <a:pt x="95" y="175"/>
                  </a:cubicBezTo>
                  <a:cubicBezTo>
                    <a:pt x="95" y="175"/>
                    <a:pt x="95" y="175"/>
                    <a:pt x="95" y="175"/>
                  </a:cubicBezTo>
                  <a:cubicBezTo>
                    <a:pt x="95" y="175"/>
                    <a:pt x="95" y="175"/>
                    <a:pt x="95" y="175"/>
                  </a:cubicBezTo>
                  <a:cubicBezTo>
                    <a:pt x="95" y="175"/>
                    <a:pt x="95" y="175"/>
                    <a:pt x="95" y="175"/>
                  </a:cubicBezTo>
                  <a:cubicBezTo>
                    <a:pt x="94" y="175"/>
                    <a:pt x="94" y="175"/>
                    <a:pt x="94" y="175"/>
                  </a:cubicBezTo>
                  <a:cubicBezTo>
                    <a:pt x="94" y="175"/>
                    <a:pt x="94" y="175"/>
                    <a:pt x="94" y="175"/>
                  </a:cubicBezTo>
                  <a:cubicBezTo>
                    <a:pt x="94" y="175"/>
                    <a:pt x="93" y="176"/>
                    <a:pt x="92" y="176"/>
                  </a:cubicBezTo>
                  <a:cubicBezTo>
                    <a:pt x="90" y="177"/>
                    <a:pt x="87" y="178"/>
                    <a:pt x="84" y="180"/>
                  </a:cubicBezTo>
                  <a:cubicBezTo>
                    <a:pt x="77" y="183"/>
                    <a:pt x="68" y="188"/>
                    <a:pt x="59" y="196"/>
                  </a:cubicBezTo>
                  <a:cubicBezTo>
                    <a:pt x="54" y="202"/>
                    <a:pt x="48" y="208"/>
                    <a:pt x="44" y="216"/>
                  </a:cubicBezTo>
                  <a:cubicBezTo>
                    <a:pt x="39" y="224"/>
                    <a:pt x="36" y="232"/>
                    <a:pt x="34" y="243"/>
                  </a:cubicBezTo>
                  <a:cubicBezTo>
                    <a:pt x="32" y="250"/>
                    <a:pt x="32" y="258"/>
                    <a:pt x="32" y="268"/>
                  </a:cubicBezTo>
                  <a:cubicBezTo>
                    <a:pt x="33" y="269"/>
                    <a:pt x="33" y="271"/>
                    <a:pt x="33" y="272"/>
                  </a:cubicBezTo>
                  <a:cubicBezTo>
                    <a:pt x="33" y="272"/>
                    <a:pt x="33" y="272"/>
                    <a:pt x="33" y="272"/>
                  </a:cubicBezTo>
                  <a:cubicBezTo>
                    <a:pt x="33" y="272"/>
                    <a:pt x="33" y="272"/>
                    <a:pt x="33" y="272"/>
                  </a:cubicBezTo>
                  <a:cubicBezTo>
                    <a:pt x="33" y="272"/>
                    <a:pt x="33" y="273"/>
                    <a:pt x="33" y="273"/>
                  </a:cubicBezTo>
                  <a:cubicBezTo>
                    <a:pt x="33" y="273"/>
                    <a:pt x="33" y="273"/>
                    <a:pt x="33" y="274"/>
                  </a:cubicBezTo>
                  <a:cubicBezTo>
                    <a:pt x="33" y="275"/>
                    <a:pt x="33" y="277"/>
                    <a:pt x="33" y="280"/>
                  </a:cubicBezTo>
                  <a:cubicBezTo>
                    <a:pt x="34" y="285"/>
                    <a:pt x="36" y="292"/>
                    <a:pt x="39" y="300"/>
                  </a:cubicBezTo>
                  <a:cubicBezTo>
                    <a:pt x="42" y="305"/>
                    <a:pt x="45" y="311"/>
                    <a:pt x="49" y="316"/>
                  </a:cubicBezTo>
                  <a:cubicBezTo>
                    <a:pt x="55" y="323"/>
                    <a:pt x="62" y="330"/>
                    <a:pt x="73" y="337"/>
                  </a:cubicBezTo>
                  <a:cubicBezTo>
                    <a:pt x="82" y="342"/>
                    <a:pt x="94" y="347"/>
                    <a:pt x="108" y="350"/>
                  </a:cubicBezTo>
                  <a:cubicBezTo>
                    <a:pt x="122" y="353"/>
                    <a:pt x="139" y="355"/>
                    <a:pt x="160" y="355"/>
                  </a:cubicBezTo>
                  <a:cubicBezTo>
                    <a:pt x="161" y="355"/>
                    <a:pt x="162" y="356"/>
                    <a:pt x="163" y="356"/>
                  </a:cubicBezTo>
                  <a:cubicBezTo>
                    <a:pt x="164" y="351"/>
                    <a:pt x="166" y="346"/>
                    <a:pt x="168" y="341"/>
                  </a:cubicBezTo>
                  <a:cubicBezTo>
                    <a:pt x="170" y="338"/>
                    <a:pt x="172" y="336"/>
                    <a:pt x="174" y="333"/>
                  </a:cubicBezTo>
                  <a:cubicBezTo>
                    <a:pt x="177" y="330"/>
                    <a:pt x="182" y="329"/>
                    <a:pt x="185" y="332"/>
                  </a:cubicBezTo>
                  <a:cubicBezTo>
                    <a:pt x="188" y="335"/>
                    <a:pt x="189" y="340"/>
                    <a:pt x="186" y="343"/>
                  </a:cubicBezTo>
                  <a:cubicBezTo>
                    <a:pt x="184" y="345"/>
                    <a:pt x="183" y="347"/>
                    <a:pt x="182" y="349"/>
                  </a:cubicBezTo>
                  <a:cubicBezTo>
                    <a:pt x="180" y="353"/>
                    <a:pt x="178" y="356"/>
                    <a:pt x="178" y="360"/>
                  </a:cubicBezTo>
                  <a:cubicBezTo>
                    <a:pt x="177" y="363"/>
                    <a:pt x="177" y="367"/>
                    <a:pt x="177" y="370"/>
                  </a:cubicBezTo>
                  <a:cubicBezTo>
                    <a:pt x="177" y="377"/>
                    <a:pt x="179" y="382"/>
                    <a:pt x="181" y="386"/>
                  </a:cubicBezTo>
                  <a:cubicBezTo>
                    <a:pt x="182" y="388"/>
                    <a:pt x="183" y="390"/>
                    <a:pt x="183" y="390"/>
                  </a:cubicBezTo>
                  <a:cubicBezTo>
                    <a:pt x="183" y="390"/>
                    <a:pt x="183" y="390"/>
                    <a:pt x="183" y="390"/>
                  </a:cubicBezTo>
                  <a:cubicBezTo>
                    <a:pt x="183" y="390"/>
                    <a:pt x="183" y="390"/>
                    <a:pt x="183" y="390"/>
                  </a:cubicBezTo>
                  <a:cubicBezTo>
                    <a:pt x="183" y="390"/>
                    <a:pt x="183" y="390"/>
                    <a:pt x="183" y="390"/>
                  </a:cubicBezTo>
                  <a:cubicBezTo>
                    <a:pt x="185" y="393"/>
                    <a:pt x="184" y="398"/>
                    <a:pt x="180" y="400"/>
                  </a:cubicBezTo>
                  <a:cubicBezTo>
                    <a:pt x="177" y="403"/>
                    <a:pt x="172" y="402"/>
                    <a:pt x="170" y="398"/>
                  </a:cubicBezTo>
                  <a:cubicBezTo>
                    <a:pt x="169" y="398"/>
                    <a:pt x="168" y="395"/>
                    <a:pt x="166" y="392"/>
                  </a:cubicBezTo>
                  <a:cubicBezTo>
                    <a:pt x="165" y="388"/>
                    <a:pt x="163" y="384"/>
                    <a:pt x="162" y="378"/>
                  </a:cubicBezTo>
                  <a:cubicBezTo>
                    <a:pt x="162" y="379"/>
                    <a:pt x="161" y="379"/>
                    <a:pt x="160" y="379"/>
                  </a:cubicBezTo>
                  <a:cubicBezTo>
                    <a:pt x="138" y="379"/>
                    <a:pt x="119" y="376"/>
                    <a:pt x="103" y="373"/>
                  </a:cubicBezTo>
                  <a:cubicBezTo>
                    <a:pt x="86" y="369"/>
                    <a:pt x="73" y="363"/>
                    <a:pt x="62" y="357"/>
                  </a:cubicBezTo>
                  <a:cubicBezTo>
                    <a:pt x="47" y="348"/>
                    <a:pt x="36" y="338"/>
                    <a:pt x="28" y="327"/>
                  </a:cubicBezTo>
                  <a:cubicBezTo>
                    <a:pt x="23" y="320"/>
                    <a:pt x="20" y="314"/>
                    <a:pt x="17" y="307"/>
                  </a:cubicBezTo>
                  <a:cubicBezTo>
                    <a:pt x="14" y="313"/>
                    <a:pt x="10" y="321"/>
                    <a:pt x="7" y="329"/>
                  </a:cubicBezTo>
                  <a:cubicBezTo>
                    <a:pt x="4" y="337"/>
                    <a:pt x="2" y="347"/>
                    <a:pt x="1" y="357"/>
                  </a:cubicBezTo>
                  <a:cubicBezTo>
                    <a:pt x="0" y="363"/>
                    <a:pt x="0" y="370"/>
                    <a:pt x="1" y="377"/>
                  </a:cubicBezTo>
                  <a:cubicBezTo>
                    <a:pt x="1" y="379"/>
                    <a:pt x="1" y="380"/>
                    <a:pt x="1" y="382"/>
                  </a:cubicBezTo>
                  <a:cubicBezTo>
                    <a:pt x="4" y="379"/>
                    <a:pt x="6" y="376"/>
                    <a:pt x="9" y="373"/>
                  </a:cubicBezTo>
                  <a:cubicBezTo>
                    <a:pt x="14" y="367"/>
                    <a:pt x="21" y="361"/>
                    <a:pt x="29" y="357"/>
                  </a:cubicBezTo>
                  <a:cubicBezTo>
                    <a:pt x="35" y="354"/>
                    <a:pt x="42" y="356"/>
                    <a:pt x="45" y="361"/>
                  </a:cubicBezTo>
                  <a:cubicBezTo>
                    <a:pt x="48" y="367"/>
                    <a:pt x="46" y="374"/>
                    <a:pt x="41" y="377"/>
                  </a:cubicBezTo>
                  <a:cubicBezTo>
                    <a:pt x="35" y="380"/>
                    <a:pt x="30" y="384"/>
                    <a:pt x="26" y="389"/>
                  </a:cubicBezTo>
                  <a:cubicBezTo>
                    <a:pt x="22" y="393"/>
                    <a:pt x="19" y="398"/>
                    <a:pt x="16" y="402"/>
                  </a:cubicBezTo>
                  <a:cubicBezTo>
                    <a:pt x="13" y="407"/>
                    <a:pt x="11" y="412"/>
                    <a:pt x="10" y="415"/>
                  </a:cubicBezTo>
                  <a:cubicBezTo>
                    <a:pt x="10" y="416"/>
                    <a:pt x="10" y="416"/>
                    <a:pt x="10" y="417"/>
                  </a:cubicBezTo>
                  <a:cubicBezTo>
                    <a:pt x="9" y="418"/>
                    <a:pt x="9" y="418"/>
                    <a:pt x="9" y="419"/>
                  </a:cubicBezTo>
                  <a:cubicBezTo>
                    <a:pt x="9" y="419"/>
                    <a:pt x="9" y="419"/>
                    <a:pt x="9" y="419"/>
                  </a:cubicBezTo>
                  <a:cubicBezTo>
                    <a:pt x="9" y="420"/>
                    <a:pt x="9" y="420"/>
                    <a:pt x="8" y="420"/>
                  </a:cubicBezTo>
                  <a:cubicBezTo>
                    <a:pt x="8" y="420"/>
                    <a:pt x="8" y="420"/>
                    <a:pt x="8" y="421"/>
                  </a:cubicBezTo>
                  <a:cubicBezTo>
                    <a:pt x="8" y="421"/>
                    <a:pt x="8" y="421"/>
                    <a:pt x="8" y="421"/>
                  </a:cubicBezTo>
                  <a:cubicBezTo>
                    <a:pt x="7" y="425"/>
                    <a:pt x="5" y="430"/>
                    <a:pt x="4" y="436"/>
                  </a:cubicBezTo>
                  <a:cubicBezTo>
                    <a:pt x="2" y="448"/>
                    <a:pt x="0" y="465"/>
                    <a:pt x="3" y="483"/>
                  </a:cubicBezTo>
                  <a:cubicBezTo>
                    <a:pt x="5" y="495"/>
                    <a:pt x="9" y="508"/>
                    <a:pt x="16" y="520"/>
                  </a:cubicBezTo>
                  <a:cubicBezTo>
                    <a:pt x="19" y="528"/>
                    <a:pt x="24" y="535"/>
                    <a:pt x="31" y="542"/>
                  </a:cubicBezTo>
                  <a:cubicBezTo>
                    <a:pt x="33" y="545"/>
                    <a:pt x="36" y="548"/>
                    <a:pt x="39" y="551"/>
                  </a:cubicBezTo>
                  <a:cubicBezTo>
                    <a:pt x="40" y="547"/>
                    <a:pt x="41" y="542"/>
                    <a:pt x="42" y="537"/>
                  </a:cubicBezTo>
                  <a:cubicBezTo>
                    <a:pt x="45" y="524"/>
                    <a:pt x="51" y="508"/>
                    <a:pt x="59" y="493"/>
                  </a:cubicBezTo>
                  <a:cubicBezTo>
                    <a:pt x="67" y="479"/>
                    <a:pt x="78" y="465"/>
                    <a:pt x="93" y="453"/>
                  </a:cubicBezTo>
                  <a:cubicBezTo>
                    <a:pt x="107" y="441"/>
                    <a:pt x="125" y="431"/>
                    <a:pt x="147" y="425"/>
                  </a:cubicBezTo>
                  <a:cubicBezTo>
                    <a:pt x="147" y="425"/>
                    <a:pt x="147" y="425"/>
                    <a:pt x="147" y="425"/>
                  </a:cubicBezTo>
                  <a:cubicBezTo>
                    <a:pt x="147" y="425"/>
                    <a:pt x="147" y="425"/>
                    <a:pt x="147" y="425"/>
                  </a:cubicBezTo>
                  <a:cubicBezTo>
                    <a:pt x="147" y="425"/>
                    <a:pt x="147" y="425"/>
                    <a:pt x="147" y="425"/>
                  </a:cubicBezTo>
                  <a:cubicBezTo>
                    <a:pt x="147" y="425"/>
                    <a:pt x="147" y="425"/>
                    <a:pt x="147" y="425"/>
                  </a:cubicBezTo>
                  <a:cubicBezTo>
                    <a:pt x="149" y="425"/>
                    <a:pt x="157" y="423"/>
                    <a:pt x="169" y="421"/>
                  </a:cubicBezTo>
                  <a:cubicBezTo>
                    <a:pt x="182" y="420"/>
                    <a:pt x="200" y="420"/>
                    <a:pt x="220" y="424"/>
                  </a:cubicBezTo>
                  <a:cubicBezTo>
                    <a:pt x="233" y="426"/>
                    <a:pt x="247" y="431"/>
                    <a:pt x="260" y="439"/>
                  </a:cubicBezTo>
                  <a:cubicBezTo>
                    <a:pt x="269" y="444"/>
                    <a:pt x="278" y="450"/>
                    <a:pt x="286" y="458"/>
                  </a:cubicBezTo>
                  <a:cubicBezTo>
                    <a:pt x="294" y="466"/>
                    <a:pt x="301" y="475"/>
                    <a:pt x="308" y="486"/>
                  </a:cubicBezTo>
                  <a:cubicBezTo>
                    <a:pt x="312" y="491"/>
                    <a:pt x="310" y="499"/>
                    <a:pt x="305" y="502"/>
                  </a:cubicBezTo>
                  <a:cubicBezTo>
                    <a:pt x="299" y="505"/>
                    <a:pt x="292" y="504"/>
                    <a:pt x="289" y="498"/>
                  </a:cubicBezTo>
                  <a:cubicBezTo>
                    <a:pt x="283" y="489"/>
                    <a:pt x="276" y="481"/>
                    <a:pt x="270" y="475"/>
                  </a:cubicBezTo>
                  <a:cubicBezTo>
                    <a:pt x="263" y="468"/>
                    <a:pt x="256" y="463"/>
                    <a:pt x="249" y="459"/>
                  </a:cubicBezTo>
                  <a:cubicBezTo>
                    <a:pt x="238" y="453"/>
                    <a:pt x="226" y="449"/>
                    <a:pt x="215" y="447"/>
                  </a:cubicBezTo>
                  <a:cubicBezTo>
                    <a:pt x="205" y="444"/>
                    <a:pt x="194" y="444"/>
                    <a:pt x="185" y="444"/>
                  </a:cubicBezTo>
                  <a:cubicBezTo>
                    <a:pt x="167" y="444"/>
                    <a:pt x="154" y="448"/>
                    <a:pt x="154" y="448"/>
                  </a:cubicBezTo>
                  <a:cubicBezTo>
                    <a:pt x="154" y="448"/>
                    <a:pt x="154" y="448"/>
                    <a:pt x="154" y="448"/>
                  </a:cubicBezTo>
                  <a:cubicBezTo>
                    <a:pt x="154" y="448"/>
                    <a:pt x="154" y="448"/>
                    <a:pt x="154" y="448"/>
                  </a:cubicBezTo>
                  <a:cubicBezTo>
                    <a:pt x="154" y="448"/>
                    <a:pt x="154" y="448"/>
                    <a:pt x="154" y="448"/>
                  </a:cubicBezTo>
                  <a:cubicBezTo>
                    <a:pt x="135" y="453"/>
                    <a:pt x="120" y="461"/>
                    <a:pt x="108" y="471"/>
                  </a:cubicBezTo>
                  <a:cubicBezTo>
                    <a:pt x="96" y="481"/>
                    <a:pt x="86" y="493"/>
                    <a:pt x="79" y="505"/>
                  </a:cubicBezTo>
                  <a:cubicBezTo>
                    <a:pt x="72" y="518"/>
                    <a:pt x="67" y="531"/>
                    <a:pt x="65" y="542"/>
                  </a:cubicBezTo>
                  <a:cubicBezTo>
                    <a:pt x="62" y="551"/>
                    <a:pt x="62" y="559"/>
                    <a:pt x="62" y="565"/>
                  </a:cubicBezTo>
                  <a:cubicBezTo>
                    <a:pt x="62" y="566"/>
                    <a:pt x="62" y="568"/>
                    <a:pt x="62" y="569"/>
                  </a:cubicBezTo>
                  <a:cubicBezTo>
                    <a:pt x="62" y="570"/>
                    <a:pt x="62" y="570"/>
                    <a:pt x="62" y="570"/>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7"/>
                    <a:pt x="63" y="577"/>
                    <a:pt x="63" y="578"/>
                  </a:cubicBezTo>
                  <a:cubicBezTo>
                    <a:pt x="63" y="581"/>
                    <a:pt x="63" y="584"/>
                    <a:pt x="64" y="588"/>
                  </a:cubicBezTo>
                  <a:cubicBezTo>
                    <a:pt x="65" y="595"/>
                    <a:pt x="68" y="606"/>
                    <a:pt x="74" y="618"/>
                  </a:cubicBezTo>
                  <a:cubicBezTo>
                    <a:pt x="78" y="626"/>
                    <a:pt x="83" y="634"/>
                    <a:pt x="89" y="642"/>
                  </a:cubicBezTo>
                  <a:cubicBezTo>
                    <a:pt x="98" y="653"/>
                    <a:pt x="110" y="664"/>
                    <a:pt x="126" y="673"/>
                  </a:cubicBezTo>
                  <a:cubicBezTo>
                    <a:pt x="139" y="681"/>
                    <a:pt x="156" y="688"/>
                    <a:pt x="177" y="692"/>
                  </a:cubicBezTo>
                  <a:cubicBezTo>
                    <a:pt x="177" y="692"/>
                    <a:pt x="177" y="692"/>
                    <a:pt x="177" y="692"/>
                  </a:cubicBezTo>
                  <a:cubicBezTo>
                    <a:pt x="178" y="692"/>
                    <a:pt x="178" y="693"/>
                    <a:pt x="180" y="693"/>
                  </a:cubicBezTo>
                  <a:cubicBezTo>
                    <a:pt x="182" y="693"/>
                    <a:pt x="185" y="693"/>
                    <a:pt x="189" y="693"/>
                  </a:cubicBezTo>
                  <a:cubicBezTo>
                    <a:pt x="197" y="693"/>
                    <a:pt x="208" y="693"/>
                    <a:pt x="219" y="690"/>
                  </a:cubicBezTo>
                  <a:cubicBezTo>
                    <a:pt x="227" y="688"/>
                    <a:pt x="234" y="685"/>
                    <a:pt x="241" y="681"/>
                  </a:cubicBezTo>
                  <a:cubicBezTo>
                    <a:pt x="247" y="678"/>
                    <a:pt x="252" y="675"/>
                    <a:pt x="256" y="672"/>
                  </a:cubicBezTo>
                  <a:cubicBezTo>
                    <a:pt x="260" y="669"/>
                    <a:pt x="263" y="666"/>
                    <a:pt x="267" y="662"/>
                  </a:cubicBezTo>
                  <a:cubicBezTo>
                    <a:pt x="270" y="660"/>
                    <a:pt x="272" y="657"/>
                    <a:pt x="275" y="654"/>
                  </a:cubicBezTo>
                  <a:cubicBezTo>
                    <a:pt x="278" y="650"/>
                    <a:pt x="282" y="645"/>
                    <a:pt x="286" y="638"/>
                  </a:cubicBezTo>
                  <a:cubicBezTo>
                    <a:pt x="292" y="630"/>
                    <a:pt x="298" y="620"/>
                    <a:pt x="306" y="607"/>
                  </a:cubicBezTo>
                  <a:cubicBezTo>
                    <a:pt x="306" y="607"/>
                    <a:pt x="306" y="607"/>
                    <a:pt x="306" y="607"/>
                  </a:cubicBezTo>
                  <a:lnTo>
                    <a:pt x="475" y="312"/>
                  </a:lnTo>
                  <a:close/>
                </a:path>
              </a:pathLst>
            </a:custGeom>
            <a:solidFill>
              <a:schemeClr val="accent3"/>
            </a:solidFill>
            <a:ln w="9525">
              <a:noFill/>
              <a:round/>
            </a:ln>
          </p:spPr>
          <p:txBody>
            <a:bodyPr vert="horz" wrap="square" lIns="121920" tIns="60960" rIns="121920" bIns="60960" numCol="1" anchor="t" anchorCtr="0" compatLnSpc="1"/>
            <a:lstStyle/>
            <a:p>
              <a:endParaRPr lang="en-US" sz="3200"/>
            </a:p>
          </p:txBody>
        </p:sp>
        <p:sp>
          <p:nvSpPr>
            <p:cNvPr id="38" name="íş1îḍê"/>
            <p:cNvSpPr/>
            <p:nvPr/>
          </p:nvSpPr>
          <p:spPr bwMode="auto">
            <a:xfrm>
              <a:off x="4896153" y="3102503"/>
              <a:ext cx="92679" cy="166424"/>
            </a:xfrm>
            <a:custGeom>
              <a:avLst/>
              <a:gdLst/>
              <a:ahLst/>
              <a:cxnLst>
                <a:cxn ang="0">
                  <a:pos x="18" y="197"/>
                </a:cxn>
                <a:cxn ang="0">
                  <a:pos x="14" y="195"/>
                </a:cxn>
                <a:cxn ang="0">
                  <a:pos x="9" y="156"/>
                </a:cxn>
                <a:cxn ang="0">
                  <a:pos x="44" y="35"/>
                </a:cxn>
                <a:cxn ang="0">
                  <a:pos x="67" y="3"/>
                </a:cxn>
                <a:cxn ang="0">
                  <a:pos x="99" y="26"/>
                </a:cxn>
                <a:cxn ang="0">
                  <a:pos x="54" y="190"/>
                </a:cxn>
                <a:cxn ang="0">
                  <a:pos x="18" y="197"/>
                </a:cxn>
              </a:cxnLst>
              <a:rect l="0" t="0" r="r" b="b"/>
              <a:pathLst>
                <a:path w="113" h="204">
                  <a:moveTo>
                    <a:pt x="18" y="197"/>
                  </a:moveTo>
                  <a:cubicBezTo>
                    <a:pt x="17" y="197"/>
                    <a:pt x="16" y="196"/>
                    <a:pt x="14" y="195"/>
                  </a:cubicBezTo>
                  <a:cubicBezTo>
                    <a:pt x="2" y="186"/>
                    <a:pt x="0" y="168"/>
                    <a:pt x="9" y="156"/>
                  </a:cubicBezTo>
                  <a:cubicBezTo>
                    <a:pt x="10" y="155"/>
                    <a:pt x="54" y="97"/>
                    <a:pt x="44" y="35"/>
                  </a:cubicBezTo>
                  <a:cubicBezTo>
                    <a:pt x="41" y="20"/>
                    <a:pt x="52" y="5"/>
                    <a:pt x="67" y="3"/>
                  </a:cubicBezTo>
                  <a:cubicBezTo>
                    <a:pt x="83" y="0"/>
                    <a:pt x="97" y="11"/>
                    <a:pt x="99" y="26"/>
                  </a:cubicBezTo>
                  <a:cubicBezTo>
                    <a:pt x="113" y="112"/>
                    <a:pt x="56" y="187"/>
                    <a:pt x="54" y="190"/>
                  </a:cubicBezTo>
                  <a:cubicBezTo>
                    <a:pt x="45" y="202"/>
                    <a:pt x="30" y="204"/>
                    <a:pt x="18" y="197"/>
                  </a:cubicBezTo>
                  <a:close/>
                </a:path>
              </a:pathLst>
            </a:custGeom>
            <a:solidFill>
              <a:schemeClr val="tx2"/>
            </a:solidFill>
            <a:ln w="9525">
              <a:noFill/>
              <a:round/>
            </a:ln>
          </p:spPr>
          <p:txBody>
            <a:bodyPr vert="horz" wrap="square" lIns="121920" tIns="60960" rIns="121920" bIns="60960" numCol="1" anchor="t" anchorCtr="0" compatLnSpc="1"/>
            <a:lstStyle/>
            <a:p>
              <a:endParaRPr lang="en-US" sz="3200"/>
            </a:p>
          </p:txBody>
        </p:sp>
        <p:sp>
          <p:nvSpPr>
            <p:cNvPr id="39" name="îsľîḋé"/>
            <p:cNvSpPr/>
            <p:nvPr/>
          </p:nvSpPr>
          <p:spPr bwMode="auto">
            <a:xfrm>
              <a:off x="5016736" y="3200165"/>
              <a:ext cx="136528" cy="139517"/>
            </a:xfrm>
            <a:custGeom>
              <a:avLst/>
              <a:gdLst/>
              <a:ahLst/>
              <a:cxnLst>
                <a:cxn ang="0">
                  <a:pos x="18" y="162"/>
                </a:cxn>
                <a:cxn ang="0">
                  <a:pos x="6" y="127"/>
                </a:cxn>
                <a:cxn ang="0">
                  <a:pos x="125" y="6"/>
                </a:cxn>
                <a:cxn ang="0">
                  <a:pos x="161" y="22"/>
                </a:cxn>
                <a:cxn ang="0">
                  <a:pos x="145" y="58"/>
                </a:cxn>
                <a:cxn ang="0">
                  <a:pos x="58" y="149"/>
                </a:cxn>
                <a:cxn ang="0">
                  <a:pos x="21" y="164"/>
                </a:cxn>
                <a:cxn ang="0">
                  <a:pos x="18" y="162"/>
                </a:cxn>
              </a:cxnLst>
              <a:rect l="0" t="0" r="r" b="b"/>
              <a:pathLst>
                <a:path w="167" h="170">
                  <a:moveTo>
                    <a:pt x="18" y="162"/>
                  </a:moveTo>
                  <a:cubicBezTo>
                    <a:pt x="6" y="155"/>
                    <a:pt x="0" y="140"/>
                    <a:pt x="6" y="127"/>
                  </a:cubicBezTo>
                  <a:cubicBezTo>
                    <a:pt x="7" y="124"/>
                    <a:pt x="44" y="37"/>
                    <a:pt x="125" y="6"/>
                  </a:cubicBezTo>
                  <a:cubicBezTo>
                    <a:pt x="140" y="0"/>
                    <a:pt x="156" y="8"/>
                    <a:pt x="161" y="22"/>
                  </a:cubicBezTo>
                  <a:cubicBezTo>
                    <a:pt x="167" y="37"/>
                    <a:pt x="160" y="53"/>
                    <a:pt x="145" y="58"/>
                  </a:cubicBezTo>
                  <a:cubicBezTo>
                    <a:pt x="87" y="81"/>
                    <a:pt x="58" y="148"/>
                    <a:pt x="58" y="149"/>
                  </a:cubicBezTo>
                  <a:cubicBezTo>
                    <a:pt x="52" y="163"/>
                    <a:pt x="35" y="170"/>
                    <a:pt x="21" y="164"/>
                  </a:cubicBezTo>
                  <a:cubicBezTo>
                    <a:pt x="20" y="163"/>
                    <a:pt x="19" y="163"/>
                    <a:pt x="18" y="162"/>
                  </a:cubicBezTo>
                  <a:close/>
                </a:path>
              </a:pathLst>
            </a:custGeom>
            <a:solidFill>
              <a:schemeClr val="tx2"/>
            </a:solidFill>
            <a:ln w="9525">
              <a:noFill/>
              <a:round/>
            </a:ln>
          </p:spPr>
          <p:txBody>
            <a:bodyPr vert="horz" wrap="square" lIns="121920" tIns="60960" rIns="121920" bIns="60960" numCol="1" anchor="t" anchorCtr="0" compatLnSpc="1"/>
            <a:lstStyle/>
            <a:p>
              <a:endParaRPr lang="en-US" sz="3200"/>
            </a:p>
          </p:txBody>
        </p:sp>
      </p:grpSp>
      <p:sp>
        <p:nvSpPr>
          <p:cNvPr id="40" name="文本框 39"/>
          <p:cNvSpPr txBox="1"/>
          <p:nvPr/>
        </p:nvSpPr>
        <p:spPr>
          <a:xfrm>
            <a:off x="609600" y="1997075"/>
            <a:ext cx="8659495" cy="4092575"/>
          </a:xfrm>
          <a:prstGeom prst="rect">
            <a:avLst/>
          </a:prstGeom>
          <a:noFill/>
        </p:spPr>
        <p:txBody>
          <a:bodyPr wrap="square" rtlCol="0">
            <a:spAutoFit/>
          </a:bodyPr>
          <a:p>
            <a:r>
              <a:rPr lang="en-US" altLang="zh-CN" sz="2000"/>
              <a:t>         </a:t>
            </a:r>
            <a:r>
              <a:rPr lang="zh-CN" altLang="en-US"/>
              <a:t>生产者消费者问题是一个经典的、多线程同步问题。</a:t>
            </a:r>
            <a:endParaRPr lang="zh-CN" altLang="en-US"/>
          </a:p>
          <a:p>
            <a:endParaRPr lang="zh-CN" altLang="en-US"/>
          </a:p>
          <a:p>
            <a:r>
              <a:rPr lang="zh-CN" altLang="en-US"/>
              <a:t>         有两个线程：一个生产者线程和一个消费者线程。两个线程共享一个初始为空、固定大小为n的缓存区。</a:t>
            </a:r>
            <a:endParaRPr lang="zh-CN" altLang="en-US"/>
          </a:p>
          <a:p>
            <a:r>
              <a:rPr lang="zh-CN" altLang="en-US"/>
              <a:t>        生产者的工作是</a:t>
            </a:r>
            <a:r>
              <a:rPr lang="en-US" altLang="zh-CN"/>
              <a:t>“</a:t>
            </a:r>
            <a:r>
              <a:rPr lang="zh-CN" altLang="en-US"/>
              <a:t>生产</a:t>
            </a:r>
            <a:r>
              <a:rPr lang="en-US" altLang="zh-CN"/>
              <a:t>”</a:t>
            </a:r>
            <a:r>
              <a:rPr lang="zh-CN" altLang="en-US"/>
              <a:t>一段数据，只有缓冲区没满时，生产者才能把消息放入到缓冲区，否则必须等待，如此反复; </a:t>
            </a:r>
            <a:endParaRPr lang="zh-CN" altLang="en-US"/>
          </a:p>
          <a:p>
            <a:r>
              <a:rPr lang="zh-CN" altLang="en-US"/>
              <a:t>        同时，只有缓冲区非空时，消费者才能从中取出数据，一次消费一段数据，否则必须等待，如此反复。</a:t>
            </a:r>
            <a:endParaRPr lang="zh-CN" altLang="en-US" sz="2000"/>
          </a:p>
          <a:p>
            <a:r>
              <a:rPr lang="zh-CN" altLang="en-US" sz="2000"/>
              <a:t>        </a:t>
            </a:r>
            <a:endParaRPr lang="zh-CN" altLang="en-US" sz="2000"/>
          </a:p>
          <a:p>
            <a:r>
              <a:rPr lang="zh-CN" altLang="en-US"/>
              <a:t>问题的核心是：</a:t>
            </a:r>
            <a:endParaRPr lang="zh-CN" altLang="en-US" sz="2000"/>
          </a:p>
          <a:p>
            <a:r>
              <a:rPr lang="zh-CN" altLang="en-US" b="1"/>
              <a:t>1</a:t>
            </a:r>
            <a:r>
              <a:rPr lang="zh-CN" altLang="en-US"/>
              <a:t>.</a:t>
            </a:r>
            <a:r>
              <a:rPr lang="zh-CN" altLang="en-US" b="1"/>
              <a:t>要保证不让生产者在缓存还是满的时候仍然要向内写数据</a:t>
            </a:r>
            <a:r>
              <a:rPr lang="zh-CN" altLang="en-US"/>
              <a:t>;</a:t>
            </a:r>
            <a:endParaRPr lang="zh-CN" altLang="en-US"/>
          </a:p>
          <a:p>
            <a:r>
              <a:rPr lang="zh-CN" altLang="en-US" b="1"/>
              <a:t>2</a:t>
            </a:r>
            <a:r>
              <a:rPr lang="zh-CN" altLang="en-US"/>
              <a:t>.</a:t>
            </a:r>
            <a:r>
              <a:rPr lang="zh-CN" altLang="en-US" b="1"/>
              <a:t>不让消费者试图从空的缓存中取出数据</a:t>
            </a:r>
            <a:r>
              <a:rPr lang="zh-CN" altLang="en-US"/>
              <a:t>。</a:t>
            </a:r>
            <a:endParaRPr lang="zh-CN" altLang="en-US" sz="2000"/>
          </a:p>
          <a:p>
            <a:endParaRPr lang="zh-CN" altLang="en-US" sz="2000"/>
          </a:p>
          <a:p>
            <a:r>
              <a:rPr lang="zh-CN" altLang="en-US" sz="2000"/>
              <a:t>         </a:t>
            </a:r>
            <a:endParaRPr lang="zh-CN" altLang="en-US"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生产者消费者问题本质</a:t>
            </a:r>
            <a:endParaRPr lang="zh-CN" altLang="en-US"/>
          </a:p>
        </p:txBody>
      </p:sp>
      <p:grpSp>
        <p:nvGrpSpPr>
          <p:cNvPr id="5" name="îṡḷïḋè"/>
          <p:cNvGrpSpPr/>
          <p:nvPr/>
        </p:nvGrpSpPr>
        <p:grpSpPr>
          <a:xfrm rot="0">
            <a:off x="8992870" y="1757680"/>
            <a:ext cx="2592070" cy="3694430"/>
            <a:chOff x="4169666" y="2268389"/>
            <a:chExt cx="1673212" cy="2384748"/>
          </a:xfrm>
        </p:grpSpPr>
        <p:sp>
          <p:nvSpPr>
            <p:cNvPr id="23" name="íSļiḍè"/>
            <p:cNvSpPr>
              <a:spLocks noChangeAspect="1" noChangeArrowheads="1" noTextEdit="1"/>
            </p:cNvSpPr>
            <p:nvPr/>
          </p:nvSpPr>
          <p:spPr bwMode="auto">
            <a:xfrm>
              <a:off x="4171659" y="2271379"/>
              <a:ext cx="1669226" cy="2379765"/>
            </a:xfrm>
            <a:prstGeom prst="rect">
              <a:avLst/>
            </a:prstGeom>
            <a:noFill/>
            <a:ln w="9525">
              <a:noFill/>
              <a:miter lim="800000"/>
            </a:ln>
          </p:spPr>
          <p:txBody>
            <a:bodyPr vert="horz" wrap="square" lIns="121920" tIns="60960" rIns="121920" bIns="60960" numCol="1" anchor="t" anchorCtr="0" compatLnSpc="1"/>
            <a:lstStyle/>
            <a:p>
              <a:endParaRPr lang="en-US" sz="3200"/>
            </a:p>
          </p:txBody>
        </p:sp>
        <p:sp>
          <p:nvSpPr>
            <p:cNvPr id="24" name="îSľíďé"/>
            <p:cNvSpPr/>
            <p:nvPr/>
          </p:nvSpPr>
          <p:spPr bwMode="auto">
            <a:xfrm>
              <a:off x="4691860" y="3253979"/>
              <a:ext cx="437487" cy="282024"/>
            </a:xfrm>
            <a:custGeom>
              <a:avLst/>
              <a:gdLst/>
              <a:ahLst/>
              <a:cxnLst>
                <a:cxn ang="0">
                  <a:pos x="474" y="335"/>
                </a:cxn>
                <a:cxn ang="0">
                  <a:pos x="525" y="323"/>
                </a:cxn>
                <a:cxn ang="0">
                  <a:pos x="512" y="270"/>
                </a:cxn>
                <a:cxn ang="0">
                  <a:pos x="61" y="10"/>
                </a:cxn>
                <a:cxn ang="0">
                  <a:pos x="11" y="22"/>
                </a:cxn>
                <a:cxn ang="0">
                  <a:pos x="23" y="75"/>
                </a:cxn>
                <a:cxn ang="0">
                  <a:pos x="474" y="335"/>
                </a:cxn>
              </a:cxnLst>
              <a:rect l="0" t="0" r="r" b="b"/>
              <a:pathLst>
                <a:path w="535" h="345">
                  <a:moveTo>
                    <a:pt x="474" y="335"/>
                  </a:moveTo>
                  <a:cubicBezTo>
                    <a:pt x="492" y="345"/>
                    <a:pt x="514" y="341"/>
                    <a:pt x="525" y="323"/>
                  </a:cubicBezTo>
                  <a:cubicBezTo>
                    <a:pt x="535" y="305"/>
                    <a:pt x="530" y="281"/>
                    <a:pt x="512" y="270"/>
                  </a:cubicBezTo>
                  <a:cubicBezTo>
                    <a:pt x="61" y="10"/>
                    <a:pt x="61" y="10"/>
                    <a:pt x="61" y="10"/>
                  </a:cubicBezTo>
                  <a:cubicBezTo>
                    <a:pt x="43" y="0"/>
                    <a:pt x="21" y="5"/>
                    <a:pt x="11" y="22"/>
                  </a:cubicBezTo>
                  <a:cubicBezTo>
                    <a:pt x="0" y="40"/>
                    <a:pt x="5" y="64"/>
                    <a:pt x="23" y="75"/>
                  </a:cubicBezTo>
                  <a:lnTo>
                    <a:pt x="474" y="335"/>
                  </a:ln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25" name="ïS1idé"/>
            <p:cNvSpPr/>
            <p:nvPr/>
          </p:nvSpPr>
          <p:spPr bwMode="auto">
            <a:xfrm>
              <a:off x="4646018" y="3332706"/>
              <a:ext cx="437487" cy="283021"/>
            </a:xfrm>
            <a:custGeom>
              <a:avLst/>
              <a:gdLst/>
              <a:ahLst/>
              <a:cxnLst>
                <a:cxn ang="0">
                  <a:pos x="24" y="76"/>
                </a:cxn>
                <a:cxn ang="0">
                  <a:pos x="474" y="336"/>
                </a:cxn>
                <a:cxn ang="0">
                  <a:pos x="525" y="323"/>
                </a:cxn>
                <a:cxn ang="0">
                  <a:pos x="512" y="271"/>
                </a:cxn>
                <a:cxn ang="0">
                  <a:pos x="61" y="11"/>
                </a:cxn>
                <a:cxn ang="0">
                  <a:pos x="11" y="23"/>
                </a:cxn>
                <a:cxn ang="0">
                  <a:pos x="24" y="76"/>
                </a:cxn>
              </a:cxnLst>
              <a:rect l="0" t="0" r="r" b="b"/>
              <a:pathLst>
                <a:path w="535" h="346">
                  <a:moveTo>
                    <a:pt x="24" y="76"/>
                  </a:moveTo>
                  <a:cubicBezTo>
                    <a:pt x="474" y="336"/>
                    <a:pt x="474" y="336"/>
                    <a:pt x="474" y="336"/>
                  </a:cubicBezTo>
                  <a:cubicBezTo>
                    <a:pt x="492" y="346"/>
                    <a:pt x="514" y="341"/>
                    <a:pt x="525" y="323"/>
                  </a:cubicBezTo>
                  <a:cubicBezTo>
                    <a:pt x="535" y="306"/>
                    <a:pt x="530" y="281"/>
                    <a:pt x="512" y="271"/>
                  </a:cubicBezTo>
                  <a:cubicBezTo>
                    <a:pt x="61" y="11"/>
                    <a:pt x="61" y="11"/>
                    <a:pt x="61" y="11"/>
                  </a:cubicBezTo>
                  <a:cubicBezTo>
                    <a:pt x="43" y="0"/>
                    <a:pt x="21" y="5"/>
                    <a:pt x="11" y="23"/>
                  </a:cubicBezTo>
                  <a:cubicBezTo>
                    <a:pt x="0" y="41"/>
                    <a:pt x="6" y="65"/>
                    <a:pt x="24" y="76"/>
                  </a:cubicBez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26" name="íşliďe"/>
            <p:cNvSpPr>
              <a:spLocks noEditPoints="1"/>
            </p:cNvSpPr>
            <p:nvPr/>
          </p:nvSpPr>
          <p:spPr bwMode="auto">
            <a:xfrm>
              <a:off x="4169666" y="3412430"/>
              <a:ext cx="875970" cy="1240707"/>
            </a:xfrm>
            <a:custGeom>
              <a:avLst/>
              <a:gdLst/>
              <a:ahLst/>
              <a:cxnLst>
                <a:cxn ang="0">
                  <a:pos x="1068" y="298"/>
                </a:cxn>
                <a:cxn ang="0">
                  <a:pos x="1058" y="284"/>
                </a:cxn>
                <a:cxn ang="0">
                  <a:pos x="1038" y="271"/>
                </a:cxn>
                <a:cxn ang="0">
                  <a:pos x="587" y="11"/>
                </a:cxn>
                <a:cxn ang="0">
                  <a:pos x="567" y="3"/>
                </a:cxn>
                <a:cxn ang="0">
                  <a:pos x="536" y="17"/>
                </a:cxn>
                <a:cxn ang="0">
                  <a:pos x="24" y="903"/>
                </a:cxn>
                <a:cxn ang="0">
                  <a:pos x="24" y="903"/>
                </a:cxn>
                <a:cxn ang="0">
                  <a:pos x="1" y="1456"/>
                </a:cxn>
                <a:cxn ang="0">
                  <a:pos x="29" y="1507"/>
                </a:cxn>
                <a:cxn ang="0">
                  <a:pos x="87" y="1506"/>
                </a:cxn>
                <a:cxn ang="0">
                  <a:pos x="554" y="1209"/>
                </a:cxn>
                <a:cxn ang="0">
                  <a:pos x="554" y="1209"/>
                </a:cxn>
                <a:cxn ang="0">
                  <a:pos x="1066" y="323"/>
                </a:cxn>
                <a:cxn ang="0">
                  <a:pos x="1069" y="304"/>
                </a:cxn>
                <a:cxn ang="0">
                  <a:pos x="1068" y="298"/>
                </a:cxn>
                <a:cxn ang="0">
                  <a:pos x="509" y="1167"/>
                </a:cxn>
                <a:cxn ang="0">
                  <a:pos x="509" y="1167"/>
                </a:cxn>
                <a:cxn ang="0">
                  <a:pos x="195" y="1367"/>
                </a:cxn>
                <a:cxn ang="0">
                  <a:pos x="194" y="1366"/>
                </a:cxn>
                <a:cxn ang="0">
                  <a:pos x="142" y="1310"/>
                </a:cxn>
                <a:cxn ang="0">
                  <a:pos x="68" y="1289"/>
                </a:cxn>
                <a:cxn ang="0">
                  <a:pos x="68" y="1289"/>
                </a:cxn>
                <a:cxn ang="0">
                  <a:pos x="83" y="921"/>
                </a:cxn>
                <a:cxn ang="0">
                  <a:pos x="83" y="921"/>
                </a:cxn>
                <a:cxn ang="0">
                  <a:pos x="87" y="914"/>
                </a:cxn>
                <a:cxn ang="0">
                  <a:pos x="87" y="914"/>
                </a:cxn>
                <a:cxn ang="0">
                  <a:pos x="229" y="896"/>
                </a:cxn>
                <a:cxn ang="0">
                  <a:pos x="237" y="898"/>
                </a:cxn>
                <a:cxn ang="0">
                  <a:pos x="241" y="905"/>
                </a:cxn>
                <a:cxn ang="0">
                  <a:pos x="255" y="1023"/>
                </a:cxn>
                <a:cxn ang="0">
                  <a:pos x="281" y="1063"/>
                </a:cxn>
                <a:cxn ang="0">
                  <a:pos x="281" y="1063"/>
                </a:cxn>
                <a:cxn ang="0">
                  <a:pos x="328" y="1067"/>
                </a:cxn>
                <a:cxn ang="0">
                  <a:pos x="446" y="1021"/>
                </a:cxn>
                <a:cxn ang="0">
                  <a:pos x="457" y="1025"/>
                </a:cxn>
                <a:cxn ang="0">
                  <a:pos x="513" y="1161"/>
                </a:cxn>
                <a:cxn ang="0">
                  <a:pos x="513" y="1161"/>
                </a:cxn>
                <a:cxn ang="0">
                  <a:pos x="509" y="1167"/>
                </a:cxn>
                <a:cxn ang="0">
                  <a:pos x="538" y="1117"/>
                </a:cxn>
                <a:cxn ang="0">
                  <a:pos x="538" y="1117"/>
                </a:cxn>
                <a:cxn ang="0">
                  <a:pos x="494" y="1010"/>
                </a:cxn>
                <a:cxn ang="0">
                  <a:pos x="432" y="984"/>
                </a:cxn>
                <a:cxn ang="0">
                  <a:pos x="314" y="1030"/>
                </a:cxn>
                <a:cxn ang="0">
                  <a:pos x="301" y="1029"/>
                </a:cxn>
                <a:cxn ang="0">
                  <a:pos x="294" y="1018"/>
                </a:cxn>
                <a:cxn ang="0">
                  <a:pos x="280" y="901"/>
                </a:cxn>
                <a:cxn ang="0">
                  <a:pos x="267" y="872"/>
                </a:cxn>
                <a:cxn ang="0">
                  <a:pos x="224" y="856"/>
                </a:cxn>
                <a:cxn ang="0">
                  <a:pos x="113" y="871"/>
                </a:cxn>
                <a:cxn ang="0">
                  <a:pos x="112" y="870"/>
                </a:cxn>
                <a:cxn ang="0">
                  <a:pos x="566" y="85"/>
                </a:cxn>
                <a:cxn ang="0">
                  <a:pos x="566" y="85"/>
                </a:cxn>
                <a:cxn ang="0">
                  <a:pos x="992" y="331"/>
                </a:cxn>
                <a:cxn ang="0">
                  <a:pos x="992" y="331"/>
                </a:cxn>
                <a:cxn ang="0">
                  <a:pos x="538" y="1117"/>
                </a:cxn>
              </a:cxnLst>
              <a:rect l="0" t="0" r="r" b="b"/>
              <a:pathLst>
                <a:path w="1070" h="1517">
                  <a:moveTo>
                    <a:pt x="1068" y="298"/>
                  </a:moveTo>
                  <a:cubicBezTo>
                    <a:pt x="1066" y="293"/>
                    <a:pt x="1063" y="288"/>
                    <a:pt x="1058" y="284"/>
                  </a:cubicBezTo>
                  <a:cubicBezTo>
                    <a:pt x="1053" y="280"/>
                    <a:pt x="1046" y="275"/>
                    <a:pt x="1038" y="271"/>
                  </a:cubicBezTo>
                  <a:cubicBezTo>
                    <a:pt x="587" y="11"/>
                    <a:pt x="587" y="11"/>
                    <a:pt x="587" y="11"/>
                  </a:cubicBezTo>
                  <a:cubicBezTo>
                    <a:pt x="580" y="6"/>
                    <a:pt x="573" y="4"/>
                    <a:pt x="567" y="3"/>
                  </a:cubicBezTo>
                  <a:cubicBezTo>
                    <a:pt x="555" y="0"/>
                    <a:pt x="542" y="6"/>
                    <a:pt x="536" y="17"/>
                  </a:cubicBezTo>
                  <a:cubicBezTo>
                    <a:pt x="24" y="903"/>
                    <a:pt x="24" y="903"/>
                    <a:pt x="24" y="903"/>
                  </a:cubicBezTo>
                  <a:cubicBezTo>
                    <a:pt x="24" y="903"/>
                    <a:pt x="24" y="903"/>
                    <a:pt x="24" y="903"/>
                  </a:cubicBezTo>
                  <a:cubicBezTo>
                    <a:pt x="1" y="1456"/>
                    <a:pt x="1" y="1456"/>
                    <a:pt x="1" y="1456"/>
                  </a:cubicBezTo>
                  <a:cubicBezTo>
                    <a:pt x="0" y="1477"/>
                    <a:pt x="11" y="1496"/>
                    <a:pt x="29" y="1507"/>
                  </a:cubicBezTo>
                  <a:cubicBezTo>
                    <a:pt x="47" y="1517"/>
                    <a:pt x="70" y="1517"/>
                    <a:pt x="87" y="1506"/>
                  </a:cubicBezTo>
                  <a:cubicBezTo>
                    <a:pt x="554" y="1209"/>
                    <a:pt x="554" y="1209"/>
                    <a:pt x="554" y="1209"/>
                  </a:cubicBezTo>
                  <a:cubicBezTo>
                    <a:pt x="554" y="1209"/>
                    <a:pt x="554" y="1209"/>
                    <a:pt x="554" y="1209"/>
                  </a:cubicBezTo>
                  <a:cubicBezTo>
                    <a:pt x="1066" y="323"/>
                    <a:pt x="1066" y="323"/>
                    <a:pt x="1066" y="323"/>
                  </a:cubicBezTo>
                  <a:cubicBezTo>
                    <a:pt x="1069" y="317"/>
                    <a:pt x="1070" y="311"/>
                    <a:pt x="1069" y="304"/>
                  </a:cubicBezTo>
                  <a:cubicBezTo>
                    <a:pt x="1069" y="302"/>
                    <a:pt x="1069" y="300"/>
                    <a:pt x="1068" y="298"/>
                  </a:cubicBezTo>
                  <a:close/>
                  <a:moveTo>
                    <a:pt x="509" y="1167"/>
                  </a:moveTo>
                  <a:cubicBezTo>
                    <a:pt x="509" y="1167"/>
                    <a:pt x="509" y="1167"/>
                    <a:pt x="509" y="1167"/>
                  </a:cubicBezTo>
                  <a:cubicBezTo>
                    <a:pt x="195" y="1367"/>
                    <a:pt x="195" y="1367"/>
                    <a:pt x="195" y="1367"/>
                  </a:cubicBezTo>
                  <a:cubicBezTo>
                    <a:pt x="194" y="1366"/>
                    <a:pt x="194" y="1366"/>
                    <a:pt x="194" y="1366"/>
                  </a:cubicBezTo>
                  <a:cubicBezTo>
                    <a:pt x="179" y="1342"/>
                    <a:pt x="158" y="1320"/>
                    <a:pt x="142" y="1310"/>
                  </a:cubicBezTo>
                  <a:cubicBezTo>
                    <a:pt x="124" y="1300"/>
                    <a:pt x="95" y="1292"/>
                    <a:pt x="68" y="1289"/>
                  </a:cubicBezTo>
                  <a:cubicBezTo>
                    <a:pt x="68" y="1289"/>
                    <a:pt x="68" y="1289"/>
                    <a:pt x="68" y="1289"/>
                  </a:cubicBezTo>
                  <a:cubicBezTo>
                    <a:pt x="83" y="921"/>
                    <a:pt x="83" y="921"/>
                    <a:pt x="83" y="921"/>
                  </a:cubicBezTo>
                  <a:cubicBezTo>
                    <a:pt x="83" y="921"/>
                    <a:pt x="83" y="921"/>
                    <a:pt x="83" y="921"/>
                  </a:cubicBezTo>
                  <a:cubicBezTo>
                    <a:pt x="87" y="914"/>
                    <a:pt x="87" y="914"/>
                    <a:pt x="87" y="914"/>
                  </a:cubicBezTo>
                  <a:cubicBezTo>
                    <a:pt x="87" y="914"/>
                    <a:pt x="87" y="914"/>
                    <a:pt x="87" y="914"/>
                  </a:cubicBezTo>
                  <a:cubicBezTo>
                    <a:pt x="229" y="896"/>
                    <a:pt x="229" y="896"/>
                    <a:pt x="229" y="896"/>
                  </a:cubicBezTo>
                  <a:cubicBezTo>
                    <a:pt x="233" y="896"/>
                    <a:pt x="235" y="897"/>
                    <a:pt x="237" y="898"/>
                  </a:cubicBezTo>
                  <a:cubicBezTo>
                    <a:pt x="238" y="899"/>
                    <a:pt x="240" y="901"/>
                    <a:pt x="241" y="905"/>
                  </a:cubicBezTo>
                  <a:cubicBezTo>
                    <a:pt x="255" y="1023"/>
                    <a:pt x="255" y="1023"/>
                    <a:pt x="255" y="1023"/>
                  </a:cubicBezTo>
                  <a:cubicBezTo>
                    <a:pt x="257" y="1040"/>
                    <a:pt x="266" y="1054"/>
                    <a:pt x="281" y="1063"/>
                  </a:cubicBezTo>
                  <a:cubicBezTo>
                    <a:pt x="281" y="1063"/>
                    <a:pt x="281" y="1063"/>
                    <a:pt x="281" y="1063"/>
                  </a:cubicBezTo>
                  <a:cubicBezTo>
                    <a:pt x="296" y="1072"/>
                    <a:pt x="313" y="1073"/>
                    <a:pt x="328" y="1067"/>
                  </a:cubicBezTo>
                  <a:cubicBezTo>
                    <a:pt x="446" y="1021"/>
                    <a:pt x="446" y="1021"/>
                    <a:pt x="446" y="1021"/>
                  </a:cubicBezTo>
                  <a:cubicBezTo>
                    <a:pt x="450" y="1019"/>
                    <a:pt x="455" y="1021"/>
                    <a:pt x="457" y="1025"/>
                  </a:cubicBezTo>
                  <a:cubicBezTo>
                    <a:pt x="513" y="1161"/>
                    <a:pt x="513" y="1161"/>
                    <a:pt x="513" y="1161"/>
                  </a:cubicBezTo>
                  <a:cubicBezTo>
                    <a:pt x="513" y="1161"/>
                    <a:pt x="513" y="1161"/>
                    <a:pt x="513" y="1161"/>
                  </a:cubicBezTo>
                  <a:lnTo>
                    <a:pt x="509" y="1167"/>
                  </a:lnTo>
                  <a:close/>
                  <a:moveTo>
                    <a:pt x="538" y="1117"/>
                  </a:moveTo>
                  <a:cubicBezTo>
                    <a:pt x="538" y="1117"/>
                    <a:pt x="538" y="1117"/>
                    <a:pt x="538" y="1117"/>
                  </a:cubicBezTo>
                  <a:cubicBezTo>
                    <a:pt x="494" y="1010"/>
                    <a:pt x="494" y="1010"/>
                    <a:pt x="494" y="1010"/>
                  </a:cubicBezTo>
                  <a:cubicBezTo>
                    <a:pt x="484" y="986"/>
                    <a:pt x="456" y="974"/>
                    <a:pt x="432" y="984"/>
                  </a:cubicBezTo>
                  <a:cubicBezTo>
                    <a:pt x="314" y="1030"/>
                    <a:pt x="314" y="1030"/>
                    <a:pt x="314" y="1030"/>
                  </a:cubicBezTo>
                  <a:cubicBezTo>
                    <a:pt x="308" y="1032"/>
                    <a:pt x="303" y="1030"/>
                    <a:pt x="301" y="1029"/>
                  </a:cubicBezTo>
                  <a:cubicBezTo>
                    <a:pt x="299" y="1027"/>
                    <a:pt x="295" y="1024"/>
                    <a:pt x="294" y="1018"/>
                  </a:cubicBezTo>
                  <a:cubicBezTo>
                    <a:pt x="280" y="901"/>
                    <a:pt x="280" y="901"/>
                    <a:pt x="280" y="901"/>
                  </a:cubicBezTo>
                  <a:cubicBezTo>
                    <a:pt x="279" y="891"/>
                    <a:pt x="275" y="880"/>
                    <a:pt x="267" y="872"/>
                  </a:cubicBezTo>
                  <a:cubicBezTo>
                    <a:pt x="256" y="860"/>
                    <a:pt x="240" y="854"/>
                    <a:pt x="224" y="856"/>
                  </a:cubicBezTo>
                  <a:cubicBezTo>
                    <a:pt x="113" y="871"/>
                    <a:pt x="113" y="871"/>
                    <a:pt x="113" y="871"/>
                  </a:cubicBezTo>
                  <a:cubicBezTo>
                    <a:pt x="112" y="871"/>
                    <a:pt x="112" y="871"/>
                    <a:pt x="112" y="870"/>
                  </a:cubicBezTo>
                  <a:cubicBezTo>
                    <a:pt x="566" y="85"/>
                    <a:pt x="566" y="85"/>
                    <a:pt x="566" y="85"/>
                  </a:cubicBezTo>
                  <a:cubicBezTo>
                    <a:pt x="566" y="85"/>
                    <a:pt x="566" y="85"/>
                    <a:pt x="566" y="85"/>
                  </a:cubicBezTo>
                  <a:cubicBezTo>
                    <a:pt x="992" y="331"/>
                    <a:pt x="992" y="331"/>
                    <a:pt x="992" y="331"/>
                  </a:cubicBezTo>
                  <a:cubicBezTo>
                    <a:pt x="992" y="331"/>
                    <a:pt x="992" y="331"/>
                    <a:pt x="992" y="331"/>
                  </a:cubicBezTo>
                  <a:lnTo>
                    <a:pt x="538" y="1117"/>
                  </a:ln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27" name="îSlïḋê"/>
            <p:cNvSpPr/>
            <p:nvPr/>
          </p:nvSpPr>
          <p:spPr bwMode="auto">
            <a:xfrm>
              <a:off x="5688412" y="2720823"/>
              <a:ext cx="154466" cy="84707"/>
            </a:xfrm>
            <a:custGeom>
              <a:avLst/>
              <a:gdLst/>
              <a:ahLst/>
              <a:cxnLst>
                <a:cxn ang="0">
                  <a:pos x="33" y="33"/>
                </a:cxn>
                <a:cxn ang="0">
                  <a:pos x="5" y="76"/>
                </a:cxn>
                <a:cxn ang="0">
                  <a:pos x="51" y="99"/>
                </a:cxn>
                <a:cxn ang="0">
                  <a:pos x="155" y="71"/>
                </a:cxn>
                <a:cxn ang="0">
                  <a:pos x="184" y="28"/>
                </a:cxn>
                <a:cxn ang="0">
                  <a:pos x="138" y="5"/>
                </a:cxn>
                <a:cxn ang="0">
                  <a:pos x="33" y="33"/>
                </a:cxn>
              </a:cxnLst>
              <a:rect l="0" t="0" r="r" b="b"/>
              <a:pathLst>
                <a:path w="189" h="104">
                  <a:moveTo>
                    <a:pt x="33" y="33"/>
                  </a:moveTo>
                  <a:cubicBezTo>
                    <a:pt x="13" y="39"/>
                    <a:pt x="0" y="58"/>
                    <a:pt x="5" y="76"/>
                  </a:cubicBezTo>
                  <a:cubicBezTo>
                    <a:pt x="10" y="94"/>
                    <a:pt x="31" y="104"/>
                    <a:pt x="51" y="99"/>
                  </a:cubicBezTo>
                  <a:cubicBezTo>
                    <a:pt x="155" y="71"/>
                    <a:pt x="155" y="71"/>
                    <a:pt x="155" y="71"/>
                  </a:cubicBezTo>
                  <a:cubicBezTo>
                    <a:pt x="176" y="65"/>
                    <a:pt x="189" y="46"/>
                    <a:pt x="184" y="28"/>
                  </a:cubicBezTo>
                  <a:cubicBezTo>
                    <a:pt x="179" y="10"/>
                    <a:pt x="158" y="0"/>
                    <a:pt x="138" y="5"/>
                  </a:cubicBezTo>
                  <a:lnTo>
                    <a:pt x="33" y="33"/>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28" name="í$ļïḓè"/>
            <p:cNvSpPr/>
            <p:nvPr/>
          </p:nvSpPr>
          <p:spPr bwMode="auto">
            <a:xfrm>
              <a:off x="4999794" y="2268389"/>
              <a:ext cx="84707" cy="154465"/>
            </a:xfrm>
            <a:custGeom>
              <a:avLst/>
              <a:gdLst/>
              <a:ahLst/>
              <a:cxnLst>
                <a:cxn ang="0">
                  <a:pos x="99" y="138"/>
                </a:cxn>
                <a:cxn ang="0">
                  <a:pos x="76" y="184"/>
                </a:cxn>
                <a:cxn ang="0">
                  <a:pos x="33" y="155"/>
                </a:cxn>
                <a:cxn ang="0">
                  <a:pos x="5" y="51"/>
                </a:cxn>
                <a:cxn ang="0">
                  <a:pos x="28" y="5"/>
                </a:cxn>
                <a:cxn ang="0">
                  <a:pos x="71" y="33"/>
                </a:cxn>
                <a:cxn ang="0">
                  <a:pos x="99" y="138"/>
                </a:cxn>
              </a:cxnLst>
              <a:rect l="0" t="0" r="r" b="b"/>
              <a:pathLst>
                <a:path w="104" h="189">
                  <a:moveTo>
                    <a:pt x="99" y="138"/>
                  </a:moveTo>
                  <a:cubicBezTo>
                    <a:pt x="104" y="158"/>
                    <a:pt x="94" y="179"/>
                    <a:pt x="76" y="184"/>
                  </a:cubicBezTo>
                  <a:cubicBezTo>
                    <a:pt x="58" y="189"/>
                    <a:pt x="39" y="176"/>
                    <a:pt x="33" y="155"/>
                  </a:cubicBezTo>
                  <a:cubicBezTo>
                    <a:pt x="5" y="51"/>
                    <a:pt x="5" y="51"/>
                    <a:pt x="5" y="51"/>
                  </a:cubicBezTo>
                  <a:cubicBezTo>
                    <a:pt x="0" y="31"/>
                    <a:pt x="10" y="10"/>
                    <a:pt x="28" y="5"/>
                  </a:cubicBezTo>
                  <a:cubicBezTo>
                    <a:pt x="46" y="0"/>
                    <a:pt x="65" y="13"/>
                    <a:pt x="71" y="33"/>
                  </a:cubicBezTo>
                  <a:lnTo>
                    <a:pt x="99" y="138"/>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29" name="íŝ1íḑè"/>
            <p:cNvSpPr/>
            <p:nvPr/>
          </p:nvSpPr>
          <p:spPr bwMode="auto">
            <a:xfrm>
              <a:off x="5290788" y="3397482"/>
              <a:ext cx="85704" cy="153469"/>
            </a:xfrm>
            <a:custGeom>
              <a:avLst/>
              <a:gdLst/>
              <a:ahLst/>
              <a:cxnLst>
                <a:cxn ang="0">
                  <a:pos x="5" y="51"/>
                </a:cxn>
                <a:cxn ang="0">
                  <a:pos x="28" y="5"/>
                </a:cxn>
                <a:cxn ang="0">
                  <a:pos x="71" y="33"/>
                </a:cxn>
                <a:cxn ang="0">
                  <a:pos x="99" y="137"/>
                </a:cxn>
                <a:cxn ang="0">
                  <a:pos x="76" y="183"/>
                </a:cxn>
                <a:cxn ang="0">
                  <a:pos x="33" y="155"/>
                </a:cxn>
                <a:cxn ang="0">
                  <a:pos x="5" y="51"/>
                </a:cxn>
              </a:cxnLst>
              <a:rect l="0" t="0" r="r" b="b"/>
              <a:pathLst>
                <a:path w="104" h="188">
                  <a:moveTo>
                    <a:pt x="5" y="51"/>
                  </a:moveTo>
                  <a:cubicBezTo>
                    <a:pt x="0" y="30"/>
                    <a:pt x="10" y="10"/>
                    <a:pt x="28" y="5"/>
                  </a:cubicBezTo>
                  <a:cubicBezTo>
                    <a:pt x="46" y="0"/>
                    <a:pt x="65" y="13"/>
                    <a:pt x="71" y="33"/>
                  </a:cubicBezTo>
                  <a:cubicBezTo>
                    <a:pt x="99" y="137"/>
                    <a:pt x="99" y="137"/>
                    <a:pt x="99" y="137"/>
                  </a:cubicBezTo>
                  <a:cubicBezTo>
                    <a:pt x="104" y="158"/>
                    <a:pt x="94" y="179"/>
                    <a:pt x="76" y="183"/>
                  </a:cubicBezTo>
                  <a:cubicBezTo>
                    <a:pt x="58" y="188"/>
                    <a:pt x="39" y="175"/>
                    <a:pt x="33" y="155"/>
                  </a:cubicBezTo>
                  <a:lnTo>
                    <a:pt x="5" y="51"/>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0" name="ïṡľíḓe"/>
            <p:cNvSpPr/>
            <p:nvPr/>
          </p:nvSpPr>
          <p:spPr bwMode="auto">
            <a:xfrm>
              <a:off x="4561311" y="3030751"/>
              <a:ext cx="154466" cy="85703"/>
            </a:xfrm>
            <a:custGeom>
              <a:avLst/>
              <a:gdLst/>
              <a:ahLst/>
              <a:cxnLst>
                <a:cxn ang="0">
                  <a:pos x="155" y="72"/>
                </a:cxn>
                <a:cxn ang="0">
                  <a:pos x="184" y="29"/>
                </a:cxn>
                <a:cxn ang="0">
                  <a:pos x="138" y="6"/>
                </a:cxn>
                <a:cxn ang="0">
                  <a:pos x="34" y="34"/>
                </a:cxn>
                <a:cxn ang="0">
                  <a:pos x="5" y="77"/>
                </a:cxn>
                <a:cxn ang="0">
                  <a:pos x="51" y="99"/>
                </a:cxn>
                <a:cxn ang="0">
                  <a:pos x="155" y="72"/>
                </a:cxn>
              </a:cxnLst>
              <a:rect l="0" t="0" r="r" b="b"/>
              <a:pathLst>
                <a:path w="189" h="105">
                  <a:moveTo>
                    <a:pt x="155" y="72"/>
                  </a:moveTo>
                  <a:cubicBezTo>
                    <a:pt x="176" y="66"/>
                    <a:pt x="189" y="47"/>
                    <a:pt x="184" y="29"/>
                  </a:cubicBezTo>
                  <a:cubicBezTo>
                    <a:pt x="179" y="11"/>
                    <a:pt x="158" y="0"/>
                    <a:pt x="138" y="6"/>
                  </a:cubicBezTo>
                  <a:cubicBezTo>
                    <a:pt x="34" y="34"/>
                    <a:pt x="34" y="34"/>
                    <a:pt x="34" y="34"/>
                  </a:cubicBezTo>
                  <a:cubicBezTo>
                    <a:pt x="13" y="39"/>
                    <a:pt x="0" y="59"/>
                    <a:pt x="5" y="77"/>
                  </a:cubicBezTo>
                  <a:cubicBezTo>
                    <a:pt x="10" y="95"/>
                    <a:pt x="31" y="105"/>
                    <a:pt x="51" y="99"/>
                  </a:cubicBezTo>
                  <a:lnTo>
                    <a:pt x="155" y="72"/>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1" name="îšļiḋe"/>
            <p:cNvSpPr/>
            <p:nvPr/>
          </p:nvSpPr>
          <p:spPr bwMode="auto">
            <a:xfrm>
              <a:off x="5448243" y="2317220"/>
              <a:ext cx="109621" cy="146493"/>
            </a:xfrm>
            <a:custGeom>
              <a:avLst/>
              <a:gdLst/>
              <a:ahLst/>
              <a:cxnLst>
                <a:cxn ang="0">
                  <a:pos x="10" y="119"/>
                </a:cxn>
                <a:cxn ang="0">
                  <a:pos x="21" y="170"/>
                </a:cxn>
                <a:cxn ang="0">
                  <a:pos x="69" y="153"/>
                </a:cxn>
                <a:cxn ang="0">
                  <a:pos x="123" y="60"/>
                </a:cxn>
                <a:cxn ang="0">
                  <a:pos x="113" y="9"/>
                </a:cxn>
                <a:cxn ang="0">
                  <a:pos x="64" y="26"/>
                </a:cxn>
                <a:cxn ang="0">
                  <a:pos x="10" y="119"/>
                </a:cxn>
              </a:cxnLst>
              <a:rect l="0" t="0" r="r" b="b"/>
              <a:pathLst>
                <a:path w="134" h="179">
                  <a:moveTo>
                    <a:pt x="10" y="119"/>
                  </a:moveTo>
                  <a:cubicBezTo>
                    <a:pt x="0" y="138"/>
                    <a:pt x="4" y="160"/>
                    <a:pt x="21" y="170"/>
                  </a:cubicBezTo>
                  <a:cubicBezTo>
                    <a:pt x="37" y="179"/>
                    <a:pt x="59" y="171"/>
                    <a:pt x="69" y="153"/>
                  </a:cubicBezTo>
                  <a:cubicBezTo>
                    <a:pt x="123" y="60"/>
                    <a:pt x="123" y="60"/>
                    <a:pt x="123" y="60"/>
                  </a:cubicBezTo>
                  <a:cubicBezTo>
                    <a:pt x="134" y="41"/>
                    <a:pt x="129" y="19"/>
                    <a:pt x="113" y="9"/>
                  </a:cubicBezTo>
                  <a:cubicBezTo>
                    <a:pt x="97" y="0"/>
                    <a:pt x="75" y="7"/>
                    <a:pt x="64" y="26"/>
                  </a:cubicBezTo>
                  <a:lnTo>
                    <a:pt x="10" y="119"/>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2" name="ïś1íḑè"/>
            <p:cNvSpPr/>
            <p:nvPr/>
          </p:nvSpPr>
          <p:spPr bwMode="auto">
            <a:xfrm>
              <a:off x="4613132" y="2606220"/>
              <a:ext cx="146493" cy="109621"/>
            </a:xfrm>
            <a:custGeom>
              <a:avLst/>
              <a:gdLst/>
              <a:ahLst/>
              <a:cxnLst>
                <a:cxn ang="0">
                  <a:pos x="59" y="11"/>
                </a:cxn>
                <a:cxn ang="0">
                  <a:pos x="9" y="21"/>
                </a:cxn>
                <a:cxn ang="0">
                  <a:pos x="25" y="69"/>
                </a:cxn>
                <a:cxn ang="0">
                  <a:pos x="119" y="123"/>
                </a:cxn>
                <a:cxn ang="0">
                  <a:pos x="169" y="113"/>
                </a:cxn>
                <a:cxn ang="0">
                  <a:pos x="153" y="65"/>
                </a:cxn>
                <a:cxn ang="0">
                  <a:pos x="59" y="11"/>
                </a:cxn>
              </a:cxnLst>
              <a:rect l="0" t="0" r="r" b="b"/>
              <a:pathLst>
                <a:path w="179" h="134">
                  <a:moveTo>
                    <a:pt x="59" y="11"/>
                  </a:moveTo>
                  <a:cubicBezTo>
                    <a:pt x="41" y="0"/>
                    <a:pt x="18" y="5"/>
                    <a:pt x="9" y="21"/>
                  </a:cubicBezTo>
                  <a:cubicBezTo>
                    <a:pt x="0" y="37"/>
                    <a:pt x="7" y="59"/>
                    <a:pt x="25" y="69"/>
                  </a:cubicBezTo>
                  <a:cubicBezTo>
                    <a:pt x="119" y="123"/>
                    <a:pt x="119" y="123"/>
                    <a:pt x="119" y="123"/>
                  </a:cubicBezTo>
                  <a:cubicBezTo>
                    <a:pt x="137" y="134"/>
                    <a:pt x="160" y="129"/>
                    <a:pt x="169" y="113"/>
                  </a:cubicBezTo>
                  <a:cubicBezTo>
                    <a:pt x="179" y="97"/>
                    <a:pt x="171" y="75"/>
                    <a:pt x="153" y="65"/>
                  </a:cubicBezTo>
                  <a:lnTo>
                    <a:pt x="59" y="11"/>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3" name="ïṥḻîďé"/>
            <p:cNvSpPr/>
            <p:nvPr/>
          </p:nvSpPr>
          <p:spPr bwMode="auto">
            <a:xfrm>
              <a:off x="5592743" y="3172261"/>
              <a:ext cx="146493" cy="109621"/>
            </a:xfrm>
            <a:custGeom>
              <a:avLst/>
              <a:gdLst/>
              <a:ahLst/>
              <a:cxnLst>
                <a:cxn ang="0">
                  <a:pos x="60" y="10"/>
                </a:cxn>
                <a:cxn ang="0">
                  <a:pos x="9" y="21"/>
                </a:cxn>
                <a:cxn ang="0">
                  <a:pos x="26" y="69"/>
                </a:cxn>
                <a:cxn ang="0">
                  <a:pos x="119" y="123"/>
                </a:cxn>
                <a:cxn ang="0">
                  <a:pos x="169" y="113"/>
                </a:cxn>
                <a:cxn ang="0">
                  <a:pos x="153" y="64"/>
                </a:cxn>
                <a:cxn ang="0">
                  <a:pos x="60" y="10"/>
                </a:cxn>
              </a:cxnLst>
              <a:rect l="0" t="0" r="r" b="b"/>
              <a:pathLst>
                <a:path w="179" h="134">
                  <a:moveTo>
                    <a:pt x="60" y="10"/>
                  </a:moveTo>
                  <a:cubicBezTo>
                    <a:pt x="41" y="0"/>
                    <a:pt x="19" y="4"/>
                    <a:pt x="9" y="21"/>
                  </a:cubicBezTo>
                  <a:cubicBezTo>
                    <a:pt x="0" y="37"/>
                    <a:pt x="7" y="59"/>
                    <a:pt x="26" y="69"/>
                  </a:cubicBezTo>
                  <a:cubicBezTo>
                    <a:pt x="119" y="123"/>
                    <a:pt x="119" y="123"/>
                    <a:pt x="119" y="123"/>
                  </a:cubicBezTo>
                  <a:cubicBezTo>
                    <a:pt x="137" y="134"/>
                    <a:pt x="160" y="129"/>
                    <a:pt x="169" y="113"/>
                  </a:cubicBezTo>
                  <a:cubicBezTo>
                    <a:pt x="179" y="97"/>
                    <a:pt x="171" y="75"/>
                    <a:pt x="153" y="64"/>
                  </a:cubicBezTo>
                  <a:lnTo>
                    <a:pt x="60" y="10"/>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4" name="islîḓè"/>
            <p:cNvSpPr>
              <a:spLocks noEditPoints="1"/>
            </p:cNvSpPr>
            <p:nvPr/>
          </p:nvSpPr>
          <p:spPr bwMode="auto">
            <a:xfrm>
              <a:off x="4733715" y="2441789"/>
              <a:ext cx="942739" cy="1026448"/>
            </a:xfrm>
            <a:custGeom>
              <a:avLst/>
              <a:gdLst/>
              <a:ahLst/>
              <a:cxnLst>
                <a:cxn ang="0">
                  <a:pos x="510" y="1256"/>
                </a:cxn>
                <a:cxn ang="0">
                  <a:pos x="0" y="961"/>
                </a:cxn>
                <a:cxn ang="0">
                  <a:pos x="13" y="937"/>
                </a:cxn>
                <a:cxn ang="0">
                  <a:pos x="32" y="713"/>
                </a:cxn>
                <a:cxn ang="0">
                  <a:pos x="73" y="317"/>
                </a:cxn>
                <a:cxn ang="0">
                  <a:pos x="373" y="37"/>
                </a:cxn>
                <a:cxn ang="0">
                  <a:pos x="616" y="7"/>
                </a:cxn>
                <a:cxn ang="0">
                  <a:pos x="848" y="77"/>
                </a:cxn>
                <a:cxn ang="0">
                  <a:pos x="852" y="80"/>
                </a:cxn>
                <a:cxn ang="0">
                  <a:pos x="853" y="80"/>
                </a:cxn>
                <a:cxn ang="0">
                  <a:pos x="1029" y="245"/>
                </a:cxn>
                <a:cxn ang="0">
                  <a:pos x="1125" y="470"/>
                </a:cxn>
                <a:cxn ang="0">
                  <a:pos x="1032" y="870"/>
                </a:cxn>
                <a:cxn ang="0">
                  <a:pos x="710" y="1104"/>
                </a:cxn>
                <a:cxn ang="0">
                  <a:pos x="524" y="1232"/>
                </a:cxn>
                <a:cxn ang="0">
                  <a:pos x="510" y="1256"/>
                </a:cxn>
                <a:cxn ang="0">
                  <a:pos x="75" y="939"/>
                </a:cxn>
                <a:cxn ang="0">
                  <a:pos x="492" y="1180"/>
                </a:cxn>
                <a:cxn ang="0">
                  <a:pos x="686" y="1053"/>
                </a:cxn>
                <a:cxn ang="0">
                  <a:pos x="987" y="836"/>
                </a:cxn>
                <a:cxn ang="0">
                  <a:pos x="1069" y="481"/>
                </a:cxn>
                <a:cxn ang="0">
                  <a:pos x="824" y="128"/>
                </a:cxn>
                <a:cxn ang="0">
                  <a:pos x="820" y="126"/>
                </a:cxn>
                <a:cxn ang="0">
                  <a:pos x="392" y="90"/>
                </a:cxn>
                <a:cxn ang="0">
                  <a:pos x="125" y="339"/>
                </a:cxn>
                <a:cxn ang="0">
                  <a:pos x="88" y="708"/>
                </a:cxn>
                <a:cxn ang="0">
                  <a:pos x="75" y="939"/>
                </a:cxn>
              </a:cxnLst>
              <a:rect l="0" t="0" r="r" b="b"/>
              <a:pathLst>
                <a:path w="1152" h="1256">
                  <a:moveTo>
                    <a:pt x="510" y="1256"/>
                  </a:moveTo>
                  <a:cubicBezTo>
                    <a:pt x="0" y="961"/>
                    <a:pt x="0" y="961"/>
                    <a:pt x="0" y="961"/>
                  </a:cubicBezTo>
                  <a:cubicBezTo>
                    <a:pt x="13" y="937"/>
                    <a:pt x="13" y="937"/>
                    <a:pt x="13" y="937"/>
                  </a:cubicBezTo>
                  <a:cubicBezTo>
                    <a:pt x="46" y="877"/>
                    <a:pt x="40" y="801"/>
                    <a:pt x="32" y="713"/>
                  </a:cubicBezTo>
                  <a:cubicBezTo>
                    <a:pt x="23" y="604"/>
                    <a:pt x="11" y="468"/>
                    <a:pt x="73" y="317"/>
                  </a:cubicBezTo>
                  <a:cubicBezTo>
                    <a:pt x="128" y="184"/>
                    <a:pt x="234" y="85"/>
                    <a:pt x="373" y="37"/>
                  </a:cubicBezTo>
                  <a:cubicBezTo>
                    <a:pt x="449" y="10"/>
                    <a:pt x="533" y="0"/>
                    <a:pt x="616" y="7"/>
                  </a:cubicBezTo>
                  <a:cubicBezTo>
                    <a:pt x="699" y="14"/>
                    <a:pt x="779" y="38"/>
                    <a:pt x="848" y="77"/>
                  </a:cubicBezTo>
                  <a:cubicBezTo>
                    <a:pt x="852" y="80"/>
                    <a:pt x="852" y="80"/>
                    <a:pt x="852" y="80"/>
                  </a:cubicBezTo>
                  <a:cubicBezTo>
                    <a:pt x="853" y="80"/>
                    <a:pt x="853" y="80"/>
                    <a:pt x="853" y="80"/>
                  </a:cubicBezTo>
                  <a:cubicBezTo>
                    <a:pt x="920" y="120"/>
                    <a:pt x="981" y="177"/>
                    <a:pt x="1029" y="245"/>
                  </a:cubicBezTo>
                  <a:cubicBezTo>
                    <a:pt x="1076" y="313"/>
                    <a:pt x="1109" y="391"/>
                    <a:pt x="1125" y="470"/>
                  </a:cubicBezTo>
                  <a:cubicBezTo>
                    <a:pt x="1152" y="615"/>
                    <a:pt x="1119" y="757"/>
                    <a:pt x="1032" y="870"/>
                  </a:cubicBezTo>
                  <a:cubicBezTo>
                    <a:pt x="932" y="1000"/>
                    <a:pt x="809" y="1057"/>
                    <a:pt x="710" y="1104"/>
                  </a:cubicBezTo>
                  <a:cubicBezTo>
                    <a:pt x="629" y="1141"/>
                    <a:pt x="560" y="1174"/>
                    <a:pt x="524" y="1232"/>
                  </a:cubicBezTo>
                  <a:lnTo>
                    <a:pt x="510" y="1256"/>
                  </a:lnTo>
                  <a:close/>
                  <a:moveTo>
                    <a:pt x="75" y="939"/>
                  </a:moveTo>
                  <a:cubicBezTo>
                    <a:pt x="492" y="1180"/>
                    <a:pt x="492" y="1180"/>
                    <a:pt x="492" y="1180"/>
                  </a:cubicBezTo>
                  <a:cubicBezTo>
                    <a:pt x="538" y="1122"/>
                    <a:pt x="607" y="1090"/>
                    <a:pt x="686" y="1053"/>
                  </a:cubicBezTo>
                  <a:cubicBezTo>
                    <a:pt x="784" y="1007"/>
                    <a:pt x="896" y="955"/>
                    <a:pt x="987" y="836"/>
                  </a:cubicBezTo>
                  <a:cubicBezTo>
                    <a:pt x="1087" y="707"/>
                    <a:pt x="1087" y="572"/>
                    <a:pt x="1069" y="481"/>
                  </a:cubicBezTo>
                  <a:cubicBezTo>
                    <a:pt x="1042" y="337"/>
                    <a:pt x="948" y="201"/>
                    <a:pt x="824" y="128"/>
                  </a:cubicBezTo>
                  <a:cubicBezTo>
                    <a:pt x="820" y="126"/>
                    <a:pt x="820" y="126"/>
                    <a:pt x="820" y="126"/>
                  </a:cubicBezTo>
                  <a:cubicBezTo>
                    <a:pt x="695" y="55"/>
                    <a:pt x="530" y="41"/>
                    <a:pt x="392" y="90"/>
                  </a:cubicBezTo>
                  <a:cubicBezTo>
                    <a:pt x="304" y="120"/>
                    <a:pt x="187" y="188"/>
                    <a:pt x="125" y="339"/>
                  </a:cubicBezTo>
                  <a:cubicBezTo>
                    <a:pt x="68" y="477"/>
                    <a:pt x="79" y="600"/>
                    <a:pt x="88" y="708"/>
                  </a:cubicBezTo>
                  <a:cubicBezTo>
                    <a:pt x="96" y="795"/>
                    <a:pt x="102" y="871"/>
                    <a:pt x="75" y="939"/>
                  </a:cubicBez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35" name="îSľïḋé"/>
            <p:cNvSpPr/>
            <p:nvPr/>
          </p:nvSpPr>
          <p:spPr bwMode="auto">
            <a:xfrm>
              <a:off x="5280822" y="2620172"/>
              <a:ext cx="303949" cy="350786"/>
            </a:xfrm>
            <a:custGeom>
              <a:avLst/>
              <a:gdLst/>
              <a:ahLst/>
              <a:cxnLst>
                <a:cxn ang="0">
                  <a:pos x="90" y="42"/>
                </a:cxn>
                <a:cxn ang="0">
                  <a:pos x="16" y="171"/>
                </a:cxn>
                <a:cxn ang="0">
                  <a:pos x="15" y="174"/>
                </a:cxn>
                <a:cxn ang="0">
                  <a:pos x="4" y="267"/>
                </a:cxn>
                <a:cxn ang="0">
                  <a:pos x="40" y="375"/>
                </a:cxn>
                <a:cxn ang="0">
                  <a:pos x="44" y="375"/>
                </a:cxn>
                <a:cxn ang="0">
                  <a:pos x="112" y="379"/>
                </a:cxn>
                <a:cxn ang="0">
                  <a:pos x="149" y="332"/>
                </a:cxn>
                <a:cxn ang="0">
                  <a:pos x="149" y="331"/>
                </a:cxn>
                <a:cxn ang="0">
                  <a:pos x="148" y="330"/>
                </a:cxn>
                <a:cxn ang="0">
                  <a:pos x="131" y="312"/>
                </a:cxn>
                <a:cxn ang="0">
                  <a:pos x="134" y="301"/>
                </a:cxn>
                <a:cxn ang="0">
                  <a:pos x="145" y="304"/>
                </a:cxn>
                <a:cxn ang="0">
                  <a:pos x="192" y="323"/>
                </a:cxn>
                <a:cxn ang="0">
                  <a:pos x="202" y="327"/>
                </a:cxn>
                <a:cxn ang="0">
                  <a:pos x="197" y="337"/>
                </a:cxn>
                <a:cxn ang="0">
                  <a:pos x="171" y="340"/>
                </a:cxn>
                <a:cxn ang="0">
                  <a:pos x="137" y="391"/>
                </a:cxn>
                <a:cxn ang="0">
                  <a:pos x="254" y="416"/>
                </a:cxn>
                <a:cxn ang="0">
                  <a:pos x="319" y="366"/>
                </a:cxn>
                <a:cxn ang="0">
                  <a:pos x="320" y="365"/>
                </a:cxn>
                <a:cxn ang="0">
                  <a:pos x="312" y="237"/>
                </a:cxn>
                <a:cxn ang="0">
                  <a:pos x="306" y="232"/>
                </a:cxn>
                <a:cxn ang="0">
                  <a:pos x="307" y="226"/>
                </a:cxn>
                <a:cxn ang="0">
                  <a:pos x="247" y="115"/>
                </a:cxn>
                <a:cxn ang="0">
                  <a:pos x="227" y="149"/>
                </a:cxn>
                <a:cxn ang="0">
                  <a:pos x="180" y="179"/>
                </a:cxn>
                <a:cxn ang="0">
                  <a:pos x="108" y="171"/>
                </a:cxn>
                <a:cxn ang="0">
                  <a:pos x="106" y="171"/>
                </a:cxn>
                <a:cxn ang="0">
                  <a:pos x="104" y="169"/>
                </a:cxn>
                <a:cxn ang="0">
                  <a:pos x="85" y="182"/>
                </a:cxn>
                <a:cxn ang="0">
                  <a:pos x="78" y="181"/>
                </a:cxn>
                <a:cxn ang="0">
                  <a:pos x="75" y="178"/>
                </a:cxn>
                <a:cxn ang="0">
                  <a:pos x="79" y="168"/>
                </a:cxn>
                <a:cxn ang="0">
                  <a:pos x="106" y="126"/>
                </a:cxn>
                <a:cxn ang="0">
                  <a:pos x="114" y="118"/>
                </a:cxn>
                <a:cxn ang="0">
                  <a:pos x="122" y="125"/>
                </a:cxn>
                <a:cxn ang="0">
                  <a:pos x="118" y="150"/>
                </a:cxn>
                <a:cxn ang="0">
                  <a:pos x="210" y="134"/>
                </a:cxn>
                <a:cxn ang="0">
                  <a:pos x="229" y="96"/>
                </a:cxn>
                <a:cxn ang="0">
                  <a:pos x="192" y="14"/>
                </a:cxn>
                <a:cxn ang="0">
                  <a:pos x="164" y="4"/>
                </a:cxn>
                <a:cxn ang="0">
                  <a:pos x="110" y="18"/>
                </a:cxn>
                <a:cxn ang="0">
                  <a:pos x="90" y="42"/>
                </a:cxn>
              </a:cxnLst>
              <a:rect l="0" t="0" r="r" b="b"/>
              <a:pathLst>
                <a:path w="372" h="428">
                  <a:moveTo>
                    <a:pt x="90" y="42"/>
                  </a:moveTo>
                  <a:cubicBezTo>
                    <a:pt x="16" y="171"/>
                    <a:pt x="16" y="171"/>
                    <a:pt x="16" y="171"/>
                  </a:cubicBezTo>
                  <a:cubicBezTo>
                    <a:pt x="16" y="172"/>
                    <a:pt x="16" y="173"/>
                    <a:pt x="15" y="174"/>
                  </a:cubicBezTo>
                  <a:cubicBezTo>
                    <a:pt x="15" y="175"/>
                    <a:pt x="0" y="215"/>
                    <a:pt x="4" y="267"/>
                  </a:cubicBezTo>
                  <a:cubicBezTo>
                    <a:pt x="6" y="307"/>
                    <a:pt x="19" y="343"/>
                    <a:pt x="40" y="375"/>
                  </a:cubicBezTo>
                  <a:cubicBezTo>
                    <a:pt x="42" y="375"/>
                    <a:pt x="43" y="375"/>
                    <a:pt x="44" y="375"/>
                  </a:cubicBezTo>
                  <a:cubicBezTo>
                    <a:pt x="71" y="387"/>
                    <a:pt x="93" y="388"/>
                    <a:pt x="112" y="379"/>
                  </a:cubicBezTo>
                  <a:cubicBezTo>
                    <a:pt x="139" y="366"/>
                    <a:pt x="149" y="333"/>
                    <a:pt x="149" y="332"/>
                  </a:cubicBezTo>
                  <a:cubicBezTo>
                    <a:pt x="149" y="332"/>
                    <a:pt x="149" y="332"/>
                    <a:pt x="149" y="331"/>
                  </a:cubicBezTo>
                  <a:cubicBezTo>
                    <a:pt x="149" y="331"/>
                    <a:pt x="148" y="331"/>
                    <a:pt x="148" y="330"/>
                  </a:cubicBezTo>
                  <a:cubicBezTo>
                    <a:pt x="137" y="322"/>
                    <a:pt x="131" y="312"/>
                    <a:pt x="131" y="312"/>
                  </a:cubicBezTo>
                  <a:cubicBezTo>
                    <a:pt x="129" y="308"/>
                    <a:pt x="130" y="303"/>
                    <a:pt x="134" y="301"/>
                  </a:cubicBezTo>
                  <a:cubicBezTo>
                    <a:pt x="138" y="299"/>
                    <a:pt x="142" y="300"/>
                    <a:pt x="145" y="304"/>
                  </a:cubicBezTo>
                  <a:cubicBezTo>
                    <a:pt x="145" y="305"/>
                    <a:pt x="162" y="334"/>
                    <a:pt x="192" y="323"/>
                  </a:cubicBezTo>
                  <a:cubicBezTo>
                    <a:pt x="196" y="321"/>
                    <a:pt x="200" y="323"/>
                    <a:pt x="202" y="327"/>
                  </a:cubicBezTo>
                  <a:cubicBezTo>
                    <a:pt x="203" y="331"/>
                    <a:pt x="201" y="336"/>
                    <a:pt x="197" y="337"/>
                  </a:cubicBezTo>
                  <a:cubicBezTo>
                    <a:pt x="188" y="341"/>
                    <a:pt x="179" y="342"/>
                    <a:pt x="171" y="340"/>
                  </a:cubicBezTo>
                  <a:cubicBezTo>
                    <a:pt x="168" y="348"/>
                    <a:pt x="159" y="373"/>
                    <a:pt x="137" y="391"/>
                  </a:cubicBezTo>
                  <a:cubicBezTo>
                    <a:pt x="171" y="421"/>
                    <a:pt x="223" y="428"/>
                    <a:pt x="254" y="416"/>
                  </a:cubicBezTo>
                  <a:cubicBezTo>
                    <a:pt x="298" y="400"/>
                    <a:pt x="319" y="366"/>
                    <a:pt x="319" y="366"/>
                  </a:cubicBezTo>
                  <a:cubicBezTo>
                    <a:pt x="320" y="365"/>
                    <a:pt x="320" y="365"/>
                    <a:pt x="320" y="365"/>
                  </a:cubicBezTo>
                  <a:cubicBezTo>
                    <a:pt x="372" y="283"/>
                    <a:pt x="314" y="238"/>
                    <a:pt x="312" y="237"/>
                  </a:cubicBezTo>
                  <a:cubicBezTo>
                    <a:pt x="306" y="232"/>
                    <a:pt x="306" y="232"/>
                    <a:pt x="306" y="232"/>
                  </a:cubicBezTo>
                  <a:cubicBezTo>
                    <a:pt x="307" y="226"/>
                    <a:pt x="307" y="226"/>
                    <a:pt x="307" y="226"/>
                  </a:cubicBezTo>
                  <a:cubicBezTo>
                    <a:pt x="316" y="167"/>
                    <a:pt x="272" y="131"/>
                    <a:pt x="247" y="115"/>
                  </a:cubicBezTo>
                  <a:cubicBezTo>
                    <a:pt x="244" y="125"/>
                    <a:pt x="237" y="137"/>
                    <a:pt x="227" y="149"/>
                  </a:cubicBezTo>
                  <a:cubicBezTo>
                    <a:pt x="214" y="164"/>
                    <a:pt x="198" y="174"/>
                    <a:pt x="180" y="179"/>
                  </a:cubicBezTo>
                  <a:cubicBezTo>
                    <a:pt x="158" y="185"/>
                    <a:pt x="133" y="182"/>
                    <a:pt x="108" y="171"/>
                  </a:cubicBezTo>
                  <a:cubicBezTo>
                    <a:pt x="107" y="171"/>
                    <a:pt x="107" y="171"/>
                    <a:pt x="106" y="171"/>
                  </a:cubicBezTo>
                  <a:cubicBezTo>
                    <a:pt x="106" y="170"/>
                    <a:pt x="105" y="170"/>
                    <a:pt x="104" y="169"/>
                  </a:cubicBezTo>
                  <a:cubicBezTo>
                    <a:pt x="95" y="178"/>
                    <a:pt x="86" y="182"/>
                    <a:pt x="85" y="182"/>
                  </a:cubicBezTo>
                  <a:cubicBezTo>
                    <a:pt x="83" y="183"/>
                    <a:pt x="81" y="183"/>
                    <a:pt x="78" y="181"/>
                  </a:cubicBezTo>
                  <a:cubicBezTo>
                    <a:pt x="77" y="181"/>
                    <a:pt x="76" y="179"/>
                    <a:pt x="75" y="178"/>
                  </a:cubicBezTo>
                  <a:cubicBezTo>
                    <a:pt x="74" y="174"/>
                    <a:pt x="75" y="169"/>
                    <a:pt x="79" y="168"/>
                  </a:cubicBezTo>
                  <a:cubicBezTo>
                    <a:pt x="81" y="167"/>
                    <a:pt x="108" y="155"/>
                    <a:pt x="106" y="126"/>
                  </a:cubicBezTo>
                  <a:cubicBezTo>
                    <a:pt x="106" y="122"/>
                    <a:pt x="109" y="118"/>
                    <a:pt x="114" y="118"/>
                  </a:cubicBezTo>
                  <a:cubicBezTo>
                    <a:pt x="118" y="118"/>
                    <a:pt x="122" y="121"/>
                    <a:pt x="122" y="125"/>
                  </a:cubicBezTo>
                  <a:cubicBezTo>
                    <a:pt x="123" y="135"/>
                    <a:pt x="121" y="143"/>
                    <a:pt x="118" y="150"/>
                  </a:cubicBezTo>
                  <a:cubicBezTo>
                    <a:pt x="167" y="171"/>
                    <a:pt x="196" y="149"/>
                    <a:pt x="210" y="134"/>
                  </a:cubicBezTo>
                  <a:cubicBezTo>
                    <a:pt x="224" y="117"/>
                    <a:pt x="229" y="97"/>
                    <a:pt x="229" y="96"/>
                  </a:cubicBezTo>
                  <a:cubicBezTo>
                    <a:pt x="236" y="63"/>
                    <a:pt x="221" y="31"/>
                    <a:pt x="192" y="14"/>
                  </a:cubicBezTo>
                  <a:cubicBezTo>
                    <a:pt x="183" y="10"/>
                    <a:pt x="174" y="6"/>
                    <a:pt x="164" y="4"/>
                  </a:cubicBezTo>
                  <a:cubicBezTo>
                    <a:pt x="145" y="0"/>
                    <a:pt x="127" y="5"/>
                    <a:pt x="110" y="18"/>
                  </a:cubicBezTo>
                  <a:cubicBezTo>
                    <a:pt x="97" y="29"/>
                    <a:pt x="90" y="42"/>
                    <a:pt x="90" y="42"/>
                  </a:cubicBezTo>
                  <a:close/>
                </a:path>
              </a:pathLst>
            </a:custGeom>
            <a:solidFill>
              <a:schemeClr val="accent2"/>
            </a:solidFill>
            <a:ln w="9525">
              <a:noFill/>
              <a:round/>
            </a:ln>
          </p:spPr>
          <p:txBody>
            <a:bodyPr vert="horz" wrap="square" lIns="121920" tIns="60960" rIns="121920" bIns="60960" numCol="1" anchor="t" anchorCtr="0" compatLnSpc="1"/>
            <a:lstStyle/>
            <a:p>
              <a:endParaRPr lang="en-US" sz="3200"/>
            </a:p>
          </p:txBody>
        </p:sp>
        <p:sp>
          <p:nvSpPr>
            <p:cNvPr id="36" name="ïśliḍè"/>
            <p:cNvSpPr/>
            <p:nvPr/>
          </p:nvSpPr>
          <p:spPr bwMode="auto">
            <a:xfrm>
              <a:off x="5095463" y="2810513"/>
              <a:ext cx="457418" cy="421541"/>
            </a:xfrm>
            <a:custGeom>
              <a:avLst/>
              <a:gdLst/>
              <a:ahLst/>
              <a:cxnLst>
                <a:cxn ang="0">
                  <a:pos x="362" y="381"/>
                </a:cxn>
                <a:cxn ang="0">
                  <a:pos x="272" y="324"/>
                </a:cxn>
                <a:cxn ang="0">
                  <a:pos x="187" y="270"/>
                </a:cxn>
                <a:cxn ang="0">
                  <a:pos x="206" y="257"/>
                </a:cxn>
                <a:cxn ang="0">
                  <a:pos x="310" y="296"/>
                </a:cxn>
                <a:cxn ang="0">
                  <a:pos x="325" y="302"/>
                </a:cxn>
                <a:cxn ang="0">
                  <a:pos x="409" y="373"/>
                </a:cxn>
                <a:cxn ang="0">
                  <a:pos x="464" y="367"/>
                </a:cxn>
                <a:cxn ang="0">
                  <a:pos x="513" y="267"/>
                </a:cxn>
                <a:cxn ang="0">
                  <a:pos x="518" y="254"/>
                </a:cxn>
                <a:cxn ang="0">
                  <a:pos x="488" y="206"/>
                </a:cxn>
                <a:cxn ang="0">
                  <a:pos x="370" y="192"/>
                </a:cxn>
                <a:cxn ang="0">
                  <a:pos x="294" y="175"/>
                </a:cxn>
                <a:cxn ang="0">
                  <a:pos x="330" y="218"/>
                </a:cxn>
                <a:cxn ang="0">
                  <a:pos x="313" y="221"/>
                </a:cxn>
                <a:cxn ang="0">
                  <a:pos x="206" y="36"/>
                </a:cxn>
                <a:cxn ang="0">
                  <a:pos x="34" y="300"/>
                </a:cxn>
                <a:cxn ang="0">
                  <a:pos x="24" y="452"/>
                </a:cxn>
                <a:cxn ang="0">
                  <a:pos x="67" y="488"/>
                </a:cxn>
                <a:cxn ang="0">
                  <a:pos x="182" y="495"/>
                </a:cxn>
                <a:cxn ang="0">
                  <a:pos x="188" y="492"/>
                </a:cxn>
                <a:cxn ang="0">
                  <a:pos x="251" y="369"/>
                </a:cxn>
                <a:cxn ang="0">
                  <a:pos x="208" y="383"/>
                </a:cxn>
                <a:cxn ang="0">
                  <a:pos x="202" y="374"/>
                </a:cxn>
                <a:cxn ang="0">
                  <a:pos x="227" y="366"/>
                </a:cxn>
                <a:cxn ang="0">
                  <a:pos x="258" y="336"/>
                </a:cxn>
                <a:cxn ang="0">
                  <a:pos x="270" y="346"/>
                </a:cxn>
                <a:cxn ang="0">
                  <a:pos x="215" y="502"/>
                </a:cxn>
                <a:cxn ang="0">
                  <a:pos x="345" y="463"/>
                </a:cxn>
                <a:cxn ang="0">
                  <a:pos x="365" y="414"/>
                </a:cxn>
                <a:cxn ang="0">
                  <a:pos x="388" y="414"/>
                </a:cxn>
                <a:cxn ang="0">
                  <a:pos x="426" y="416"/>
                </a:cxn>
                <a:cxn ang="0">
                  <a:pos x="406" y="396"/>
                </a:cxn>
              </a:cxnLst>
              <a:rect l="0" t="0" r="r" b="b"/>
              <a:pathLst>
                <a:path w="559" h="516">
                  <a:moveTo>
                    <a:pt x="406" y="396"/>
                  </a:moveTo>
                  <a:cubicBezTo>
                    <a:pt x="393" y="394"/>
                    <a:pt x="377" y="390"/>
                    <a:pt x="362" y="381"/>
                  </a:cubicBezTo>
                  <a:cubicBezTo>
                    <a:pt x="342" y="370"/>
                    <a:pt x="323" y="351"/>
                    <a:pt x="308" y="321"/>
                  </a:cubicBezTo>
                  <a:cubicBezTo>
                    <a:pt x="300" y="323"/>
                    <a:pt x="287" y="325"/>
                    <a:pt x="272" y="324"/>
                  </a:cubicBezTo>
                  <a:cubicBezTo>
                    <a:pt x="260" y="323"/>
                    <a:pt x="244" y="320"/>
                    <a:pt x="228" y="311"/>
                  </a:cubicBezTo>
                  <a:cubicBezTo>
                    <a:pt x="214" y="303"/>
                    <a:pt x="199" y="290"/>
                    <a:pt x="187" y="270"/>
                  </a:cubicBezTo>
                  <a:cubicBezTo>
                    <a:pt x="183" y="264"/>
                    <a:pt x="185" y="257"/>
                    <a:pt x="190" y="254"/>
                  </a:cubicBezTo>
                  <a:cubicBezTo>
                    <a:pt x="196" y="250"/>
                    <a:pt x="203" y="252"/>
                    <a:pt x="206" y="257"/>
                  </a:cubicBezTo>
                  <a:cubicBezTo>
                    <a:pt x="243" y="315"/>
                    <a:pt x="295" y="301"/>
                    <a:pt x="308" y="297"/>
                  </a:cubicBezTo>
                  <a:cubicBezTo>
                    <a:pt x="308" y="296"/>
                    <a:pt x="309" y="296"/>
                    <a:pt x="310" y="296"/>
                  </a:cubicBezTo>
                  <a:cubicBezTo>
                    <a:pt x="313" y="294"/>
                    <a:pt x="316" y="294"/>
                    <a:pt x="319" y="296"/>
                  </a:cubicBezTo>
                  <a:cubicBezTo>
                    <a:pt x="322" y="297"/>
                    <a:pt x="324" y="299"/>
                    <a:pt x="325" y="302"/>
                  </a:cubicBezTo>
                  <a:cubicBezTo>
                    <a:pt x="326" y="303"/>
                    <a:pt x="326" y="303"/>
                    <a:pt x="326" y="304"/>
                  </a:cubicBezTo>
                  <a:cubicBezTo>
                    <a:pt x="344" y="345"/>
                    <a:pt x="372" y="368"/>
                    <a:pt x="409" y="373"/>
                  </a:cubicBezTo>
                  <a:cubicBezTo>
                    <a:pt x="438" y="376"/>
                    <a:pt x="461" y="368"/>
                    <a:pt x="462" y="368"/>
                  </a:cubicBezTo>
                  <a:cubicBezTo>
                    <a:pt x="462" y="367"/>
                    <a:pt x="463" y="367"/>
                    <a:pt x="464" y="367"/>
                  </a:cubicBezTo>
                  <a:cubicBezTo>
                    <a:pt x="490" y="353"/>
                    <a:pt x="506" y="333"/>
                    <a:pt x="512" y="308"/>
                  </a:cubicBezTo>
                  <a:cubicBezTo>
                    <a:pt x="517" y="285"/>
                    <a:pt x="513" y="267"/>
                    <a:pt x="513" y="267"/>
                  </a:cubicBezTo>
                  <a:cubicBezTo>
                    <a:pt x="511" y="259"/>
                    <a:pt x="511" y="259"/>
                    <a:pt x="511" y="259"/>
                  </a:cubicBezTo>
                  <a:cubicBezTo>
                    <a:pt x="518" y="254"/>
                    <a:pt x="518" y="254"/>
                    <a:pt x="518" y="254"/>
                  </a:cubicBezTo>
                  <a:cubicBezTo>
                    <a:pt x="559" y="224"/>
                    <a:pt x="557" y="186"/>
                    <a:pt x="551" y="163"/>
                  </a:cubicBezTo>
                  <a:cubicBezTo>
                    <a:pt x="539" y="177"/>
                    <a:pt x="518" y="195"/>
                    <a:pt x="488" y="206"/>
                  </a:cubicBezTo>
                  <a:cubicBezTo>
                    <a:pt x="465" y="214"/>
                    <a:pt x="438" y="215"/>
                    <a:pt x="410" y="208"/>
                  </a:cubicBezTo>
                  <a:cubicBezTo>
                    <a:pt x="396" y="205"/>
                    <a:pt x="382" y="199"/>
                    <a:pt x="370" y="192"/>
                  </a:cubicBezTo>
                  <a:cubicBezTo>
                    <a:pt x="359" y="186"/>
                    <a:pt x="350" y="179"/>
                    <a:pt x="342" y="171"/>
                  </a:cubicBezTo>
                  <a:cubicBezTo>
                    <a:pt x="327" y="176"/>
                    <a:pt x="311" y="178"/>
                    <a:pt x="294" y="175"/>
                  </a:cubicBezTo>
                  <a:cubicBezTo>
                    <a:pt x="304" y="184"/>
                    <a:pt x="315" y="193"/>
                    <a:pt x="327" y="202"/>
                  </a:cubicBezTo>
                  <a:cubicBezTo>
                    <a:pt x="332" y="205"/>
                    <a:pt x="333" y="213"/>
                    <a:pt x="330" y="218"/>
                  </a:cubicBezTo>
                  <a:cubicBezTo>
                    <a:pt x="326" y="223"/>
                    <a:pt x="319" y="224"/>
                    <a:pt x="314" y="221"/>
                  </a:cubicBezTo>
                  <a:cubicBezTo>
                    <a:pt x="314" y="221"/>
                    <a:pt x="314" y="221"/>
                    <a:pt x="313" y="221"/>
                  </a:cubicBezTo>
                  <a:cubicBezTo>
                    <a:pt x="277" y="195"/>
                    <a:pt x="249" y="165"/>
                    <a:pt x="231" y="129"/>
                  </a:cubicBezTo>
                  <a:cubicBezTo>
                    <a:pt x="217" y="101"/>
                    <a:pt x="209" y="69"/>
                    <a:pt x="206" y="36"/>
                  </a:cubicBezTo>
                  <a:cubicBezTo>
                    <a:pt x="206" y="23"/>
                    <a:pt x="206" y="11"/>
                    <a:pt x="207" y="0"/>
                  </a:cubicBezTo>
                  <a:cubicBezTo>
                    <a:pt x="34" y="300"/>
                    <a:pt x="34" y="300"/>
                    <a:pt x="34" y="300"/>
                  </a:cubicBezTo>
                  <a:cubicBezTo>
                    <a:pt x="17" y="329"/>
                    <a:pt x="2" y="357"/>
                    <a:pt x="1" y="389"/>
                  </a:cubicBezTo>
                  <a:cubicBezTo>
                    <a:pt x="0" y="427"/>
                    <a:pt x="24" y="452"/>
                    <a:pt x="24" y="452"/>
                  </a:cubicBezTo>
                  <a:cubicBezTo>
                    <a:pt x="24" y="453"/>
                    <a:pt x="24" y="453"/>
                    <a:pt x="24" y="453"/>
                  </a:cubicBezTo>
                  <a:cubicBezTo>
                    <a:pt x="38" y="467"/>
                    <a:pt x="52" y="479"/>
                    <a:pt x="67" y="488"/>
                  </a:cubicBezTo>
                  <a:cubicBezTo>
                    <a:pt x="93" y="502"/>
                    <a:pt x="120" y="508"/>
                    <a:pt x="148" y="505"/>
                  </a:cubicBezTo>
                  <a:cubicBezTo>
                    <a:pt x="169" y="502"/>
                    <a:pt x="182" y="495"/>
                    <a:pt x="182" y="495"/>
                  </a:cubicBezTo>
                  <a:cubicBezTo>
                    <a:pt x="187" y="492"/>
                    <a:pt x="187" y="492"/>
                    <a:pt x="187" y="492"/>
                  </a:cubicBezTo>
                  <a:cubicBezTo>
                    <a:pt x="188" y="492"/>
                    <a:pt x="188" y="492"/>
                    <a:pt x="188" y="492"/>
                  </a:cubicBezTo>
                  <a:cubicBezTo>
                    <a:pt x="193" y="489"/>
                    <a:pt x="202" y="484"/>
                    <a:pt x="210" y="476"/>
                  </a:cubicBezTo>
                  <a:cubicBezTo>
                    <a:pt x="225" y="462"/>
                    <a:pt x="257" y="424"/>
                    <a:pt x="251" y="369"/>
                  </a:cubicBezTo>
                  <a:cubicBezTo>
                    <a:pt x="244" y="375"/>
                    <a:pt x="237" y="379"/>
                    <a:pt x="231" y="381"/>
                  </a:cubicBezTo>
                  <a:cubicBezTo>
                    <a:pt x="219" y="384"/>
                    <a:pt x="209" y="383"/>
                    <a:pt x="208" y="383"/>
                  </a:cubicBezTo>
                  <a:cubicBezTo>
                    <a:pt x="207" y="382"/>
                    <a:pt x="206" y="382"/>
                    <a:pt x="205" y="382"/>
                  </a:cubicBezTo>
                  <a:cubicBezTo>
                    <a:pt x="203" y="380"/>
                    <a:pt x="201" y="377"/>
                    <a:pt x="202" y="374"/>
                  </a:cubicBezTo>
                  <a:cubicBezTo>
                    <a:pt x="202" y="369"/>
                    <a:pt x="206" y="367"/>
                    <a:pt x="211" y="367"/>
                  </a:cubicBezTo>
                  <a:cubicBezTo>
                    <a:pt x="211" y="367"/>
                    <a:pt x="218" y="368"/>
                    <a:pt x="227" y="366"/>
                  </a:cubicBezTo>
                  <a:cubicBezTo>
                    <a:pt x="237" y="362"/>
                    <a:pt x="245" y="354"/>
                    <a:pt x="248" y="341"/>
                  </a:cubicBezTo>
                  <a:cubicBezTo>
                    <a:pt x="249" y="337"/>
                    <a:pt x="254" y="335"/>
                    <a:pt x="258" y="336"/>
                  </a:cubicBezTo>
                  <a:cubicBezTo>
                    <a:pt x="259" y="336"/>
                    <a:pt x="259" y="337"/>
                    <a:pt x="260" y="337"/>
                  </a:cubicBezTo>
                  <a:cubicBezTo>
                    <a:pt x="265" y="338"/>
                    <a:pt x="269" y="341"/>
                    <a:pt x="270" y="346"/>
                  </a:cubicBezTo>
                  <a:cubicBezTo>
                    <a:pt x="289" y="422"/>
                    <a:pt x="246" y="474"/>
                    <a:pt x="226" y="493"/>
                  </a:cubicBezTo>
                  <a:cubicBezTo>
                    <a:pt x="222" y="497"/>
                    <a:pt x="218" y="500"/>
                    <a:pt x="215" y="502"/>
                  </a:cubicBezTo>
                  <a:cubicBezTo>
                    <a:pt x="262" y="516"/>
                    <a:pt x="306" y="503"/>
                    <a:pt x="343" y="465"/>
                  </a:cubicBezTo>
                  <a:cubicBezTo>
                    <a:pt x="343" y="464"/>
                    <a:pt x="344" y="463"/>
                    <a:pt x="345" y="463"/>
                  </a:cubicBezTo>
                  <a:cubicBezTo>
                    <a:pt x="345" y="462"/>
                    <a:pt x="346" y="461"/>
                    <a:pt x="346" y="461"/>
                  </a:cubicBezTo>
                  <a:cubicBezTo>
                    <a:pt x="351" y="456"/>
                    <a:pt x="365" y="436"/>
                    <a:pt x="365" y="414"/>
                  </a:cubicBezTo>
                  <a:cubicBezTo>
                    <a:pt x="365" y="408"/>
                    <a:pt x="370" y="403"/>
                    <a:pt x="377" y="403"/>
                  </a:cubicBezTo>
                  <a:cubicBezTo>
                    <a:pt x="383" y="402"/>
                    <a:pt x="388" y="408"/>
                    <a:pt x="388" y="414"/>
                  </a:cubicBezTo>
                  <a:cubicBezTo>
                    <a:pt x="389" y="428"/>
                    <a:pt x="385" y="441"/>
                    <a:pt x="380" y="451"/>
                  </a:cubicBezTo>
                  <a:cubicBezTo>
                    <a:pt x="398" y="444"/>
                    <a:pt x="413" y="433"/>
                    <a:pt x="426" y="416"/>
                  </a:cubicBezTo>
                  <a:cubicBezTo>
                    <a:pt x="432" y="409"/>
                    <a:pt x="436" y="402"/>
                    <a:pt x="439" y="396"/>
                  </a:cubicBezTo>
                  <a:cubicBezTo>
                    <a:pt x="430" y="397"/>
                    <a:pt x="418" y="397"/>
                    <a:pt x="406" y="396"/>
                  </a:cubicBezTo>
                  <a:close/>
                </a:path>
              </a:pathLst>
            </a:custGeom>
            <a:solidFill>
              <a:schemeClr val="accent4"/>
            </a:solidFill>
            <a:ln w="9525">
              <a:noFill/>
              <a:round/>
            </a:ln>
          </p:spPr>
          <p:txBody>
            <a:bodyPr vert="horz" wrap="square" lIns="121920" tIns="60960" rIns="121920" bIns="60960" numCol="1" anchor="t" anchorCtr="0" compatLnSpc="1"/>
            <a:lstStyle/>
            <a:p>
              <a:endParaRPr lang="en-US" sz="3200"/>
            </a:p>
          </p:txBody>
        </p:sp>
        <p:sp>
          <p:nvSpPr>
            <p:cNvPr id="37" name="iśḻídè"/>
            <p:cNvSpPr/>
            <p:nvPr/>
          </p:nvSpPr>
          <p:spPr bwMode="auto">
            <a:xfrm>
              <a:off x="4856291" y="2548420"/>
              <a:ext cx="491300" cy="567038"/>
            </a:xfrm>
            <a:custGeom>
              <a:avLst/>
              <a:gdLst/>
              <a:ahLst/>
              <a:cxnLst>
                <a:cxn ang="0">
                  <a:pos x="234" y="325"/>
                </a:cxn>
                <a:cxn ang="0">
                  <a:pos x="132" y="258"/>
                </a:cxn>
                <a:cxn ang="0">
                  <a:pos x="171" y="259"/>
                </a:cxn>
                <a:cxn ang="0">
                  <a:pos x="457" y="297"/>
                </a:cxn>
                <a:cxn ang="0">
                  <a:pos x="511" y="248"/>
                </a:cxn>
                <a:cxn ang="0">
                  <a:pos x="588" y="117"/>
                </a:cxn>
                <a:cxn ang="0">
                  <a:pos x="593" y="106"/>
                </a:cxn>
                <a:cxn ang="0">
                  <a:pos x="562" y="16"/>
                </a:cxn>
                <a:cxn ang="0">
                  <a:pos x="471" y="25"/>
                </a:cxn>
                <a:cxn ang="0">
                  <a:pos x="449" y="107"/>
                </a:cxn>
                <a:cxn ang="0">
                  <a:pos x="509" y="138"/>
                </a:cxn>
                <a:cxn ang="0">
                  <a:pos x="485" y="180"/>
                </a:cxn>
                <a:cxn ang="0">
                  <a:pos x="470" y="191"/>
                </a:cxn>
                <a:cxn ang="0">
                  <a:pos x="423" y="100"/>
                </a:cxn>
                <a:cxn ang="0">
                  <a:pos x="431" y="10"/>
                </a:cxn>
                <a:cxn ang="0">
                  <a:pos x="316" y="25"/>
                </a:cxn>
                <a:cxn ang="0">
                  <a:pos x="310" y="23"/>
                </a:cxn>
                <a:cxn ang="0">
                  <a:pos x="260" y="21"/>
                </a:cxn>
                <a:cxn ang="0">
                  <a:pos x="196" y="83"/>
                </a:cxn>
                <a:cxn ang="0">
                  <a:pos x="224" y="164"/>
                </a:cxn>
                <a:cxn ang="0">
                  <a:pos x="301" y="139"/>
                </a:cxn>
                <a:cxn ang="0">
                  <a:pos x="308" y="109"/>
                </a:cxn>
                <a:cxn ang="0">
                  <a:pos x="350" y="139"/>
                </a:cxn>
                <a:cxn ang="0">
                  <a:pos x="324" y="149"/>
                </a:cxn>
                <a:cxn ang="0">
                  <a:pos x="322" y="151"/>
                </a:cxn>
                <a:cxn ang="0">
                  <a:pos x="302" y="213"/>
                </a:cxn>
                <a:cxn ang="0">
                  <a:pos x="294" y="251"/>
                </a:cxn>
                <a:cxn ang="0">
                  <a:pos x="175" y="131"/>
                </a:cxn>
                <a:cxn ang="0">
                  <a:pos x="113" y="134"/>
                </a:cxn>
                <a:cxn ang="0">
                  <a:pos x="95" y="175"/>
                </a:cxn>
                <a:cxn ang="0">
                  <a:pos x="92" y="176"/>
                </a:cxn>
                <a:cxn ang="0">
                  <a:pos x="32" y="268"/>
                </a:cxn>
                <a:cxn ang="0">
                  <a:pos x="33" y="274"/>
                </a:cxn>
                <a:cxn ang="0">
                  <a:pos x="108" y="350"/>
                </a:cxn>
                <a:cxn ang="0">
                  <a:pos x="185" y="332"/>
                </a:cxn>
                <a:cxn ang="0">
                  <a:pos x="181" y="386"/>
                </a:cxn>
                <a:cxn ang="0">
                  <a:pos x="180" y="400"/>
                </a:cxn>
                <a:cxn ang="0">
                  <a:pos x="103" y="373"/>
                </a:cxn>
                <a:cxn ang="0">
                  <a:pos x="1" y="357"/>
                </a:cxn>
                <a:cxn ang="0">
                  <a:pos x="45" y="361"/>
                </a:cxn>
                <a:cxn ang="0">
                  <a:pos x="10" y="417"/>
                </a:cxn>
                <a:cxn ang="0">
                  <a:pos x="8" y="421"/>
                </a:cxn>
                <a:cxn ang="0">
                  <a:pos x="39" y="551"/>
                </a:cxn>
                <a:cxn ang="0">
                  <a:pos x="147" y="425"/>
                </a:cxn>
                <a:cxn ang="0">
                  <a:pos x="220" y="424"/>
                </a:cxn>
                <a:cxn ang="0">
                  <a:pos x="289" y="498"/>
                </a:cxn>
                <a:cxn ang="0">
                  <a:pos x="154" y="448"/>
                </a:cxn>
                <a:cxn ang="0">
                  <a:pos x="79" y="505"/>
                </a:cxn>
                <a:cxn ang="0">
                  <a:pos x="62" y="576"/>
                </a:cxn>
                <a:cxn ang="0">
                  <a:pos x="62" y="576"/>
                </a:cxn>
                <a:cxn ang="0">
                  <a:pos x="63" y="578"/>
                </a:cxn>
                <a:cxn ang="0">
                  <a:pos x="177" y="692"/>
                </a:cxn>
                <a:cxn ang="0">
                  <a:pos x="241" y="681"/>
                </a:cxn>
                <a:cxn ang="0">
                  <a:pos x="306" y="607"/>
                </a:cxn>
              </a:cxnLst>
              <a:rect l="0" t="0" r="r" b="b"/>
              <a:pathLst>
                <a:path w="600" h="693">
                  <a:moveTo>
                    <a:pt x="475" y="312"/>
                  </a:moveTo>
                  <a:cubicBezTo>
                    <a:pt x="469" y="317"/>
                    <a:pt x="462" y="321"/>
                    <a:pt x="455" y="325"/>
                  </a:cubicBezTo>
                  <a:cubicBezTo>
                    <a:pt x="439" y="334"/>
                    <a:pt x="420" y="341"/>
                    <a:pt x="398" y="346"/>
                  </a:cubicBezTo>
                  <a:cubicBezTo>
                    <a:pt x="370" y="353"/>
                    <a:pt x="337" y="354"/>
                    <a:pt x="300" y="347"/>
                  </a:cubicBezTo>
                  <a:cubicBezTo>
                    <a:pt x="279" y="343"/>
                    <a:pt x="257" y="336"/>
                    <a:pt x="234" y="325"/>
                  </a:cubicBezTo>
                  <a:cubicBezTo>
                    <a:pt x="234" y="325"/>
                    <a:pt x="234" y="325"/>
                    <a:pt x="234" y="325"/>
                  </a:cubicBezTo>
                  <a:cubicBezTo>
                    <a:pt x="234" y="325"/>
                    <a:pt x="234" y="325"/>
                    <a:pt x="234" y="325"/>
                  </a:cubicBezTo>
                  <a:cubicBezTo>
                    <a:pt x="234" y="325"/>
                    <a:pt x="222" y="319"/>
                    <a:pt x="206" y="310"/>
                  </a:cubicBezTo>
                  <a:cubicBezTo>
                    <a:pt x="195" y="304"/>
                    <a:pt x="183" y="296"/>
                    <a:pt x="170" y="287"/>
                  </a:cubicBezTo>
                  <a:cubicBezTo>
                    <a:pt x="157" y="279"/>
                    <a:pt x="144" y="269"/>
                    <a:pt x="132" y="258"/>
                  </a:cubicBezTo>
                  <a:cubicBezTo>
                    <a:pt x="124" y="251"/>
                    <a:pt x="116" y="244"/>
                    <a:pt x="110" y="237"/>
                  </a:cubicBezTo>
                  <a:cubicBezTo>
                    <a:pt x="106" y="232"/>
                    <a:pt x="107" y="224"/>
                    <a:pt x="111" y="220"/>
                  </a:cubicBezTo>
                  <a:cubicBezTo>
                    <a:pt x="116" y="216"/>
                    <a:pt x="124" y="217"/>
                    <a:pt x="128" y="222"/>
                  </a:cubicBezTo>
                  <a:cubicBezTo>
                    <a:pt x="133" y="228"/>
                    <a:pt x="140" y="235"/>
                    <a:pt x="147" y="241"/>
                  </a:cubicBezTo>
                  <a:cubicBezTo>
                    <a:pt x="154" y="247"/>
                    <a:pt x="162" y="254"/>
                    <a:pt x="171" y="259"/>
                  </a:cubicBezTo>
                  <a:cubicBezTo>
                    <a:pt x="187" y="271"/>
                    <a:pt x="204" y="282"/>
                    <a:pt x="217" y="290"/>
                  </a:cubicBezTo>
                  <a:cubicBezTo>
                    <a:pt x="232" y="298"/>
                    <a:pt x="243" y="303"/>
                    <a:pt x="244" y="304"/>
                  </a:cubicBezTo>
                  <a:cubicBezTo>
                    <a:pt x="280" y="321"/>
                    <a:pt x="313" y="328"/>
                    <a:pt x="342" y="328"/>
                  </a:cubicBezTo>
                  <a:cubicBezTo>
                    <a:pt x="371" y="329"/>
                    <a:pt x="396" y="324"/>
                    <a:pt x="418" y="316"/>
                  </a:cubicBezTo>
                  <a:cubicBezTo>
                    <a:pt x="432" y="311"/>
                    <a:pt x="445" y="304"/>
                    <a:pt x="457" y="297"/>
                  </a:cubicBezTo>
                  <a:cubicBezTo>
                    <a:pt x="472" y="287"/>
                    <a:pt x="484" y="277"/>
                    <a:pt x="493" y="269"/>
                  </a:cubicBezTo>
                  <a:cubicBezTo>
                    <a:pt x="505" y="257"/>
                    <a:pt x="511" y="249"/>
                    <a:pt x="511" y="248"/>
                  </a:cubicBezTo>
                  <a:cubicBezTo>
                    <a:pt x="511" y="248"/>
                    <a:pt x="511" y="248"/>
                    <a:pt x="511" y="248"/>
                  </a:cubicBezTo>
                  <a:cubicBezTo>
                    <a:pt x="511" y="248"/>
                    <a:pt x="511" y="248"/>
                    <a:pt x="511" y="248"/>
                  </a:cubicBezTo>
                  <a:cubicBezTo>
                    <a:pt x="511" y="248"/>
                    <a:pt x="511" y="248"/>
                    <a:pt x="511" y="248"/>
                  </a:cubicBezTo>
                  <a:cubicBezTo>
                    <a:pt x="511" y="248"/>
                    <a:pt x="511" y="248"/>
                    <a:pt x="511" y="248"/>
                  </a:cubicBezTo>
                  <a:cubicBezTo>
                    <a:pt x="511" y="248"/>
                    <a:pt x="511" y="248"/>
                    <a:pt x="511" y="248"/>
                  </a:cubicBezTo>
                  <a:cubicBezTo>
                    <a:pt x="512" y="247"/>
                    <a:pt x="513" y="247"/>
                    <a:pt x="514" y="246"/>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9" y="115"/>
                    <a:pt x="591" y="112"/>
                    <a:pt x="593" y="106"/>
                  </a:cubicBezTo>
                  <a:cubicBezTo>
                    <a:pt x="596" y="101"/>
                    <a:pt x="598" y="94"/>
                    <a:pt x="599" y="86"/>
                  </a:cubicBezTo>
                  <a:cubicBezTo>
                    <a:pt x="600" y="81"/>
                    <a:pt x="600" y="75"/>
                    <a:pt x="600" y="70"/>
                  </a:cubicBezTo>
                  <a:cubicBezTo>
                    <a:pt x="599" y="62"/>
                    <a:pt x="597" y="55"/>
                    <a:pt x="593" y="47"/>
                  </a:cubicBezTo>
                  <a:cubicBezTo>
                    <a:pt x="591" y="43"/>
                    <a:pt x="588" y="38"/>
                    <a:pt x="584" y="34"/>
                  </a:cubicBezTo>
                  <a:cubicBezTo>
                    <a:pt x="577" y="26"/>
                    <a:pt x="570" y="20"/>
                    <a:pt x="562" y="16"/>
                  </a:cubicBezTo>
                  <a:cubicBezTo>
                    <a:pt x="551" y="9"/>
                    <a:pt x="539" y="6"/>
                    <a:pt x="527" y="5"/>
                  </a:cubicBezTo>
                  <a:cubicBezTo>
                    <a:pt x="515" y="4"/>
                    <a:pt x="504" y="6"/>
                    <a:pt x="493" y="11"/>
                  </a:cubicBezTo>
                  <a:cubicBezTo>
                    <a:pt x="486" y="14"/>
                    <a:pt x="479" y="18"/>
                    <a:pt x="472" y="24"/>
                  </a:cubicBezTo>
                  <a:cubicBezTo>
                    <a:pt x="472" y="24"/>
                    <a:pt x="472" y="24"/>
                    <a:pt x="472" y="24"/>
                  </a:cubicBezTo>
                  <a:cubicBezTo>
                    <a:pt x="472" y="24"/>
                    <a:pt x="472" y="24"/>
                    <a:pt x="471" y="25"/>
                  </a:cubicBezTo>
                  <a:cubicBezTo>
                    <a:pt x="470" y="26"/>
                    <a:pt x="469" y="27"/>
                    <a:pt x="467" y="29"/>
                  </a:cubicBezTo>
                  <a:cubicBezTo>
                    <a:pt x="464" y="32"/>
                    <a:pt x="460" y="37"/>
                    <a:pt x="456" y="44"/>
                  </a:cubicBezTo>
                  <a:cubicBezTo>
                    <a:pt x="454" y="49"/>
                    <a:pt x="451" y="54"/>
                    <a:pt x="449" y="60"/>
                  </a:cubicBezTo>
                  <a:cubicBezTo>
                    <a:pt x="447" y="67"/>
                    <a:pt x="445" y="74"/>
                    <a:pt x="445" y="82"/>
                  </a:cubicBezTo>
                  <a:cubicBezTo>
                    <a:pt x="445" y="90"/>
                    <a:pt x="446" y="99"/>
                    <a:pt x="449" y="107"/>
                  </a:cubicBezTo>
                  <a:cubicBezTo>
                    <a:pt x="452" y="113"/>
                    <a:pt x="454" y="119"/>
                    <a:pt x="459" y="125"/>
                  </a:cubicBezTo>
                  <a:cubicBezTo>
                    <a:pt x="464" y="132"/>
                    <a:pt x="471" y="140"/>
                    <a:pt x="481" y="148"/>
                  </a:cubicBezTo>
                  <a:cubicBezTo>
                    <a:pt x="482" y="146"/>
                    <a:pt x="484" y="144"/>
                    <a:pt x="486" y="143"/>
                  </a:cubicBezTo>
                  <a:cubicBezTo>
                    <a:pt x="489" y="139"/>
                    <a:pt x="494" y="136"/>
                    <a:pt x="499" y="134"/>
                  </a:cubicBezTo>
                  <a:cubicBezTo>
                    <a:pt x="503" y="132"/>
                    <a:pt x="508" y="134"/>
                    <a:pt x="509" y="138"/>
                  </a:cubicBezTo>
                  <a:cubicBezTo>
                    <a:pt x="511" y="142"/>
                    <a:pt x="509" y="146"/>
                    <a:pt x="505" y="148"/>
                  </a:cubicBezTo>
                  <a:cubicBezTo>
                    <a:pt x="502" y="150"/>
                    <a:pt x="499" y="152"/>
                    <a:pt x="496" y="154"/>
                  </a:cubicBezTo>
                  <a:cubicBezTo>
                    <a:pt x="494" y="156"/>
                    <a:pt x="492" y="159"/>
                    <a:pt x="490" y="161"/>
                  </a:cubicBezTo>
                  <a:cubicBezTo>
                    <a:pt x="489" y="164"/>
                    <a:pt x="487" y="168"/>
                    <a:pt x="486" y="171"/>
                  </a:cubicBezTo>
                  <a:cubicBezTo>
                    <a:pt x="486" y="174"/>
                    <a:pt x="485" y="177"/>
                    <a:pt x="485" y="180"/>
                  </a:cubicBezTo>
                  <a:cubicBezTo>
                    <a:pt x="484" y="185"/>
                    <a:pt x="485" y="189"/>
                    <a:pt x="485" y="189"/>
                  </a:cubicBezTo>
                  <a:cubicBezTo>
                    <a:pt x="485" y="189"/>
                    <a:pt x="485" y="189"/>
                    <a:pt x="485" y="189"/>
                  </a:cubicBezTo>
                  <a:cubicBezTo>
                    <a:pt x="485" y="189"/>
                    <a:pt x="485" y="189"/>
                    <a:pt x="485" y="189"/>
                  </a:cubicBezTo>
                  <a:cubicBezTo>
                    <a:pt x="486" y="194"/>
                    <a:pt x="483" y="197"/>
                    <a:pt x="478" y="198"/>
                  </a:cubicBezTo>
                  <a:cubicBezTo>
                    <a:pt x="474" y="199"/>
                    <a:pt x="470" y="196"/>
                    <a:pt x="470" y="191"/>
                  </a:cubicBezTo>
                  <a:cubicBezTo>
                    <a:pt x="470" y="191"/>
                    <a:pt x="469" y="188"/>
                    <a:pt x="469" y="184"/>
                  </a:cubicBezTo>
                  <a:cubicBezTo>
                    <a:pt x="469" y="180"/>
                    <a:pt x="470" y="174"/>
                    <a:pt x="471" y="169"/>
                  </a:cubicBezTo>
                  <a:cubicBezTo>
                    <a:pt x="470" y="168"/>
                    <a:pt x="469" y="168"/>
                    <a:pt x="468" y="167"/>
                  </a:cubicBezTo>
                  <a:cubicBezTo>
                    <a:pt x="454" y="157"/>
                    <a:pt x="444" y="146"/>
                    <a:pt x="437" y="135"/>
                  </a:cubicBezTo>
                  <a:cubicBezTo>
                    <a:pt x="430" y="123"/>
                    <a:pt x="425" y="112"/>
                    <a:pt x="423" y="100"/>
                  </a:cubicBezTo>
                  <a:cubicBezTo>
                    <a:pt x="422" y="93"/>
                    <a:pt x="422" y="85"/>
                    <a:pt x="422" y="78"/>
                  </a:cubicBezTo>
                  <a:cubicBezTo>
                    <a:pt x="423" y="69"/>
                    <a:pt x="425" y="60"/>
                    <a:pt x="427" y="52"/>
                  </a:cubicBezTo>
                  <a:cubicBezTo>
                    <a:pt x="430" y="45"/>
                    <a:pt x="433" y="38"/>
                    <a:pt x="436" y="32"/>
                  </a:cubicBezTo>
                  <a:cubicBezTo>
                    <a:pt x="440" y="27"/>
                    <a:pt x="443" y="22"/>
                    <a:pt x="446" y="18"/>
                  </a:cubicBezTo>
                  <a:cubicBezTo>
                    <a:pt x="442" y="15"/>
                    <a:pt x="437" y="13"/>
                    <a:pt x="431" y="10"/>
                  </a:cubicBezTo>
                  <a:cubicBezTo>
                    <a:pt x="421" y="7"/>
                    <a:pt x="410" y="3"/>
                    <a:pt x="399" y="2"/>
                  </a:cubicBezTo>
                  <a:cubicBezTo>
                    <a:pt x="391" y="0"/>
                    <a:pt x="383" y="0"/>
                    <a:pt x="374" y="1"/>
                  </a:cubicBezTo>
                  <a:cubicBezTo>
                    <a:pt x="363" y="1"/>
                    <a:pt x="352" y="4"/>
                    <a:pt x="340" y="9"/>
                  </a:cubicBezTo>
                  <a:cubicBezTo>
                    <a:pt x="334" y="12"/>
                    <a:pt x="327" y="16"/>
                    <a:pt x="321" y="21"/>
                  </a:cubicBezTo>
                  <a:cubicBezTo>
                    <a:pt x="316" y="25"/>
                    <a:pt x="316" y="25"/>
                    <a:pt x="316" y="25"/>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09" y="23"/>
                    <a:pt x="308" y="23"/>
                  </a:cubicBezTo>
                  <a:cubicBezTo>
                    <a:pt x="307" y="22"/>
                    <a:pt x="305" y="22"/>
                    <a:pt x="302" y="21"/>
                  </a:cubicBezTo>
                  <a:cubicBezTo>
                    <a:pt x="296" y="20"/>
                    <a:pt x="288" y="19"/>
                    <a:pt x="279" y="19"/>
                  </a:cubicBezTo>
                  <a:cubicBezTo>
                    <a:pt x="273" y="19"/>
                    <a:pt x="267" y="20"/>
                    <a:pt x="260" y="21"/>
                  </a:cubicBezTo>
                  <a:cubicBezTo>
                    <a:pt x="252" y="22"/>
                    <a:pt x="243" y="25"/>
                    <a:pt x="235" y="30"/>
                  </a:cubicBezTo>
                  <a:cubicBezTo>
                    <a:pt x="230" y="33"/>
                    <a:pt x="225" y="36"/>
                    <a:pt x="221" y="41"/>
                  </a:cubicBezTo>
                  <a:cubicBezTo>
                    <a:pt x="216" y="45"/>
                    <a:pt x="211" y="51"/>
                    <a:pt x="207" y="59"/>
                  </a:cubicBezTo>
                  <a:cubicBezTo>
                    <a:pt x="203" y="65"/>
                    <a:pt x="200" y="72"/>
                    <a:pt x="197" y="81"/>
                  </a:cubicBezTo>
                  <a:cubicBezTo>
                    <a:pt x="196" y="83"/>
                    <a:pt x="196" y="83"/>
                    <a:pt x="196" y="83"/>
                  </a:cubicBezTo>
                  <a:cubicBezTo>
                    <a:pt x="196" y="83"/>
                    <a:pt x="196" y="83"/>
                    <a:pt x="196" y="83"/>
                  </a:cubicBezTo>
                  <a:cubicBezTo>
                    <a:pt x="196" y="85"/>
                    <a:pt x="195" y="87"/>
                    <a:pt x="195" y="90"/>
                  </a:cubicBezTo>
                  <a:cubicBezTo>
                    <a:pt x="194" y="96"/>
                    <a:pt x="193" y="104"/>
                    <a:pt x="195" y="114"/>
                  </a:cubicBezTo>
                  <a:cubicBezTo>
                    <a:pt x="196" y="120"/>
                    <a:pt x="198" y="127"/>
                    <a:pt x="201" y="134"/>
                  </a:cubicBezTo>
                  <a:cubicBezTo>
                    <a:pt x="206" y="144"/>
                    <a:pt x="213" y="154"/>
                    <a:pt x="224" y="164"/>
                  </a:cubicBezTo>
                  <a:cubicBezTo>
                    <a:pt x="231" y="169"/>
                    <a:pt x="238" y="175"/>
                    <a:pt x="248" y="181"/>
                  </a:cubicBezTo>
                  <a:cubicBezTo>
                    <a:pt x="256" y="185"/>
                    <a:pt x="266" y="190"/>
                    <a:pt x="278" y="195"/>
                  </a:cubicBezTo>
                  <a:cubicBezTo>
                    <a:pt x="278" y="189"/>
                    <a:pt x="279" y="183"/>
                    <a:pt x="280" y="178"/>
                  </a:cubicBezTo>
                  <a:cubicBezTo>
                    <a:pt x="283" y="169"/>
                    <a:pt x="287" y="161"/>
                    <a:pt x="291" y="154"/>
                  </a:cubicBezTo>
                  <a:cubicBezTo>
                    <a:pt x="294" y="148"/>
                    <a:pt x="298" y="143"/>
                    <a:pt x="301" y="139"/>
                  </a:cubicBezTo>
                  <a:cubicBezTo>
                    <a:pt x="302" y="137"/>
                    <a:pt x="304" y="136"/>
                    <a:pt x="304" y="135"/>
                  </a:cubicBezTo>
                  <a:cubicBezTo>
                    <a:pt x="304" y="134"/>
                    <a:pt x="303" y="134"/>
                    <a:pt x="303" y="133"/>
                  </a:cubicBezTo>
                  <a:cubicBezTo>
                    <a:pt x="298" y="128"/>
                    <a:pt x="295" y="121"/>
                    <a:pt x="293" y="113"/>
                  </a:cubicBezTo>
                  <a:cubicBezTo>
                    <a:pt x="292" y="109"/>
                    <a:pt x="295" y="104"/>
                    <a:pt x="299" y="103"/>
                  </a:cubicBezTo>
                  <a:cubicBezTo>
                    <a:pt x="303" y="103"/>
                    <a:pt x="307" y="105"/>
                    <a:pt x="308" y="109"/>
                  </a:cubicBezTo>
                  <a:cubicBezTo>
                    <a:pt x="310" y="115"/>
                    <a:pt x="312" y="120"/>
                    <a:pt x="315" y="123"/>
                  </a:cubicBezTo>
                  <a:cubicBezTo>
                    <a:pt x="318" y="127"/>
                    <a:pt x="321" y="130"/>
                    <a:pt x="325" y="132"/>
                  </a:cubicBezTo>
                  <a:cubicBezTo>
                    <a:pt x="331" y="135"/>
                    <a:pt x="337" y="137"/>
                    <a:pt x="342" y="138"/>
                  </a:cubicBezTo>
                  <a:cubicBezTo>
                    <a:pt x="346" y="139"/>
                    <a:pt x="350" y="139"/>
                    <a:pt x="350" y="139"/>
                  </a:cubicBezTo>
                  <a:cubicBezTo>
                    <a:pt x="350" y="139"/>
                    <a:pt x="350" y="139"/>
                    <a:pt x="350" y="139"/>
                  </a:cubicBezTo>
                  <a:cubicBezTo>
                    <a:pt x="350" y="139"/>
                    <a:pt x="350" y="139"/>
                    <a:pt x="350" y="139"/>
                  </a:cubicBezTo>
                  <a:cubicBezTo>
                    <a:pt x="354" y="139"/>
                    <a:pt x="357" y="143"/>
                    <a:pt x="357" y="147"/>
                  </a:cubicBezTo>
                  <a:cubicBezTo>
                    <a:pt x="357" y="151"/>
                    <a:pt x="354" y="155"/>
                    <a:pt x="349" y="155"/>
                  </a:cubicBezTo>
                  <a:cubicBezTo>
                    <a:pt x="349" y="155"/>
                    <a:pt x="345" y="154"/>
                    <a:pt x="339" y="153"/>
                  </a:cubicBezTo>
                  <a:cubicBezTo>
                    <a:pt x="335" y="152"/>
                    <a:pt x="329" y="151"/>
                    <a:pt x="324" y="149"/>
                  </a:cubicBezTo>
                  <a:cubicBezTo>
                    <a:pt x="323" y="149"/>
                    <a:pt x="323" y="149"/>
                    <a:pt x="323" y="150"/>
                  </a:cubicBezTo>
                  <a:cubicBezTo>
                    <a:pt x="323" y="150"/>
                    <a:pt x="323" y="150"/>
                    <a:pt x="323" y="150"/>
                  </a:cubicBezTo>
                  <a:cubicBezTo>
                    <a:pt x="323" y="150"/>
                    <a:pt x="323" y="150"/>
                    <a:pt x="323" y="150"/>
                  </a:cubicBezTo>
                  <a:cubicBezTo>
                    <a:pt x="323" y="150"/>
                    <a:pt x="323" y="150"/>
                    <a:pt x="322" y="150"/>
                  </a:cubicBezTo>
                  <a:cubicBezTo>
                    <a:pt x="322" y="150"/>
                    <a:pt x="322" y="150"/>
                    <a:pt x="322" y="151"/>
                  </a:cubicBezTo>
                  <a:cubicBezTo>
                    <a:pt x="321" y="151"/>
                    <a:pt x="320" y="152"/>
                    <a:pt x="319" y="154"/>
                  </a:cubicBezTo>
                  <a:cubicBezTo>
                    <a:pt x="317" y="156"/>
                    <a:pt x="314" y="161"/>
                    <a:pt x="311" y="166"/>
                  </a:cubicBezTo>
                  <a:cubicBezTo>
                    <a:pt x="308" y="170"/>
                    <a:pt x="306" y="175"/>
                    <a:pt x="304" y="181"/>
                  </a:cubicBezTo>
                  <a:cubicBezTo>
                    <a:pt x="302" y="187"/>
                    <a:pt x="301" y="193"/>
                    <a:pt x="301" y="200"/>
                  </a:cubicBezTo>
                  <a:cubicBezTo>
                    <a:pt x="301" y="204"/>
                    <a:pt x="301" y="209"/>
                    <a:pt x="302" y="213"/>
                  </a:cubicBezTo>
                  <a:cubicBezTo>
                    <a:pt x="303" y="220"/>
                    <a:pt x="306" y="226"/>
                    <a:pt x="310" y="233"/>
                  </a:cubicBezTo>
                  <a:cubicBezTo>
                    <a:pt x="316" y="242"/>
                    <a:pt x="325" y="252"/>
                    <a:pt x="338" y="262"/>
                  </a:cubicBezTo>
                  <a:cubicBezTo>
                    <a:pt x="343" y="266"/>
                    <a:pt x="344" y="273"/>
                    <a:pt x="340" y="278"/>
                  </a:cubicBezTo>
                  <a:cubicBezTo>
                    <a:pt x="336" y="283"/>
                    <a:pt x="329" y="284"/>
                    <a:pt x="324" y="280"/>
                  </a:cubicBezTo>
                  <a:cubicBezTo>
                    <a:pt x="311" y="271"/>
                    <a:pt x="301" y="261"/>
                    <a:pt x="294" y="251"/>
                  </a:cubicBezTo>
                  <a:cubicBezTo>
                    <a:pt x="287" y="241"/>
                    <a:pt x="282" y="231"/>
                    <a:pt x="280" y="221"/>
                  </a:cubicBezTo>
                  <a:cubicBezTo>
                    <a:pt x="280" y="221"/>
                    <a:pt x="280" y="220"/>
                    <a:pt x="280" y="220"/>
                  </a:cubicBezTo>
                  <a:cubicBezTo>
                    <a:pt x="263" y="214"/>
                    <a:pt x="248" y="208"/>
                    <a:pt x="236" y="201"/>
                  </a:cubicBezTo>
                  <a:cubicBezTo>
                    <a:pt x="218" y="190"/>
                    <a:pt x="205" y="179"/>
                    <a:pt x="195" y="167"/>
                  </a:cubicBezTo>
                  <a:cubicBezTo>
                    <a:pt x="185" y="155"/>
                    <a:pt x="179" y="142"/>
                    <a:pt x="175" y="131"/>
                  </a:cubicBezTo>
                  <a:cubicBezTo>
                    <a:pt x="173" y="123"/>
                    <a:pt x="172" y="116"/>
                    <a:pt x="171" y="109"/>
                  </a:cubicBezTo>
                  <a:cubicBezTo>
                    <a:pt x="171" y="103"/>
                    <a:pt x="171" y="97"/>
                    <a:pt x="171" y="92"/>
                  </a:cubicBezTo>
                  <a:cubicBezTo>
                    <a:pt x="166" y="94"/>
                    <a:pt x="159" y="96"/>
                    <a:pt x="153" y="99"/>
                  </a:cubicBezTo>
                  <a:cubicBezTo>
                    <a:pt x="146" y="102"/>
                    <a:pt x="140" y="106"/>
                    <a:pt x="134" y="110"/>
                  </a:cubicBezTo>
                  <a:cubicBezTo>
                    <a:pt x="126" y="117"/>
                    <a:pt x="119" y="124"/>
                    <a:pt x="113" y="134"/>
                  </a:cubicBezTo>
                  <a:cubicBezTo>
                    <a:pt x="108" y="143"/>
                    <a:pt x="104" y="153"/>
                    <a:pt x="103" y="165"/>
                  </a:cubicBezTo>
                  <a:cubicBezTo>
                    <a:pt x="102" y="173"/>
                    <a:pt x="102" y="173"/>
                    <a:pt x="102" y="173"/>
                  </a:cubicBezTo>
                  <a:cubicBezTo>
                    <a:pt x="95" y="175"/>
                    <a:pt x="95" y="175"/>
                    <a:pt x="95" y="175"/>
                  </a:cubicBezTo>
                  <a:cubicBezTo>
                    <a:pt x="95" y="175"/>
                    <a:pt x="95" y="175"/>
                    <a:pt x="95" y="175"/>
                  </a:cubicBezTo>
                  <a:cubicBezTo>
                    <a:pt x="95" y="175"/>
                    <a:pt x="95" y="175"/>
                    <a:pt x="95" y="175"/>
                  </a:cubicBezTo>
                  <a:cubicBezTo>
                    <a:pt x="95" y="175"/>
                    <a:pt x="95" y="175"/>
                    <a:pt x="95" y="175"/>
                  </a:cubicBezTo>
                  <a:cubicBezTo>
                    <a:pt x="95" y="175"/>
                    <a:pt x="95" y="175"/>
                    <a:pt x="95" y="175"/>
                  </a:cubicBezTo>
                  <a:cubicBezTo>
                    <a:pt x="94" y="175"/>
                    <a:pt x="94" y="175"/>
                    <a:pt x="94" y="175"/>
                  </a:cubicBezTo>
                  <a:cubicBezTo>
                    <a:pt x="94" y="175"/>
                    <a:pt x="94" y="175"/>
                    <a:pt x="94" y="175"/>
                  </a:cubicBezTo>
                  <a:cubicBezTo>
                    <a:pt x="94" y="175"/>
                    <a:pt x="93" y="176"/>
                    <a:pt x="92" y="176"/>
                  </a:cubicBezTo>
                  <a:cubicBezTo>
                    <a:pt x="90" y="177"/>
                    <a:pt x="87" y="178"/>
                    <a:pt x="84" y="180"/>
                  </a:cubicBezTo>
                  <a:cubicBezTo>
                    <a:pt x="77" y="183"/>
                    <a:pt x="68" y="188"/>
                    <a:pt x="59" y="196"/>
                  </a:cubicBezTo>
                  <a:cubicBezTo>
                    <a:pt x="54" y="202"/>
                    <a:pt x="48" y="208"/>
                    <a:pt x="44" y="216"/>
                  </a:cubicBezTo>
                  <a:cubicBezTo>
                    <a:pt x="39" y="224"/>
                    <a:pt x="36" y="232"/>
                    <a:pt x="34" y="243"/>
                  </a:cubicBezTo>
                  <a:cubicBezTo>
                    <a:pt x="32" y="250"/>
                    <a:pt x="32" y="258"/>
                    <a:pt x="32" y="268"/>
                  </a:cubicBezTo>
                  <a:cubicBezTo>
                    <a:pt x="33" y="269"/>
                    <a:pt x="33" y="271"/>
                    <a:pt x="33" y="272"/>
                  </a:cubicBezTo>
                  <a:cubicBezTo>
                    <a:pt x="33" y="272"/>
                    <a:pt x="33" y="272"/>
                    <a:pt x="33" y="272"/>
                  </a:cubicBezTo>
                  <a:cubicBezTo>
                    <a:pt x="33" y="272"/>
                    <a:pt x="33" y="272"/>
                    <a:pt x="33" y="272"/>
                  </a:cubicBezTo>
                  <a:cubicBezTo>
                    <a:pt x="33" y="272"/>
                    <a:pt x="33" y="273"/>
                    <a:pt x="33" y="273"/>
                  </a:cubicBezTo>
                  <a:cubicBezTo>
                    <a:pt x="33" y="273"/>
                    <a:pt x="33" y="273"/>
                    <a:pt x="33" y="274"/>
                  </a:cubicBezTo>
                  <a:cubicBezTo>
                    <a:pt x="33" y="275"/>
                    <a:pt x="33" y="277"/>
                    <a:pt x="33" y="280"/>
                  </a:cubicBezTo>
                  <a:cubicBezTo>
                    <a:pt x="34" y="285"/>
                    <a:pt x="36" y="292"/>
                    <a:pt x="39" y="300"/>
                  </a:cubicBezTo>
                  <a:cubicBezTo>
                    <a:pt x="42" y="305"/>
                    <a:pt x="45" y="311"/>
                    <a:pt x="49" y="316"/>
                  </a:cubicBezTo>
                  <a:cubicBezTo>
                    <a:pt x="55" y="323"/>
                    <a:pt x="62" y="330"/>
                    <a:pt x="73" y="337"/>
                  </a:cubicBezTo>
                  <a:cubicBezTo>
                    <a:pt x="82" y="342"/>
                    <a:pt x="94" y="347"/>
                    <a:pt x="108" y="350"/>
                  </a:cubicBezTo>
                  <a:cubicBezTo>
                    <a:pt x="122" y="353"/>
                    <a:pt x="139" y="355"/>
                    <a:pt x="160" y="355"/>
                  </a:cubicBezTo>
                  <a:cubicBezTo>
                    <a:pt x="161" y="355"/>
                    <a:pt x="162" y="356"/>
                    <a:pt x="163" y="356"/>
                  </a:cubicBezTo>
                  <a:cubicBezTo>
                    <a:pt x="164" y="351"/>
                    <a:pt x="166" y="346"/>
                    <a:pt x="168" y="341"/>
                  </a:cubicBezTo>
                  <a:cubicBezTo>
                    <a:pt x="170" y="338"/>
                    <a:pt x="172" y="336"/>
                    <a:pt x="174" y="333"/>
                  </a:cubicBezTo>
                  <a:cubicBezTo>
                    <a:pt x="177" y="330"/>
                    <a:pt x="182" y="329"/>
                    <a:pt x="185" y="332"/>
                  </a:cubicBezTo>
                  <a:cubicBezTo>
                    <a:pt x="188" y="335"/>
                    <a:pt x="189" y="340"/>
                    <a:pt x="186" y="343"/>
                  </a:cubicBezTo>
                  <a:cubicBezTo>
                    <a:pt x="184" y="345"/>
                    <a:pt x="183" y="347"/>
                    <a:pt x="182" y="349"/>
                  </a:cubicBezTo>
                  <a:cubicBezTo>
                    <a:pt x="180" y="353"/>
                    <a:pt x="178" y="356"/>
                    <a:pt x="178" y="360"/>
                  </a:cubicBezTo>
                  <a:cubicBezTo>
                    <a:pt x="177" y="363"/>
                    <a:pt x="177" y="367"/>
                    <a:pt x="177" y="370"/>
                  </a:cubicBezTo>
                  <a:cubicBezTo>
                    <a:pt x="177" y="377"/>
                    <a:pt x="179" y="382"/>
                    <a:pt x="181" y="386"/>
                  </a:cubicBezTo>
                  <a:cubicBezTo>
                    <a:pt x="182" y="388"/>
                    <a:pt x="183" y="390"/>
                    <a:pt x="183" y="390"/>
                  </a:cubicBezTo>
                  <a:cubicBezTo>
                    <a:pt x="183" y="390"/>
                    <a:pt x="183" y="390"/>
                    <a:pt x="183" y="390"/>
                  </a:cubicBezTo>
                  <a:cubicBezTo>
                    <a:pt x="183" y="390"/>
                    <a:pt x="183" y="390"/>
                    <a:pt x="183" y="390"/>
                  </a:cubicBezTo>
                  <a:cubicBezTo>
                    <a:pt x="183" y="390"/>
                    <a:pt x="183" y="390"/>
                    <a:pt x="183" y="390"/>
                  </a:cubicBezTo>
                  <a:cubicBezTo>
                    <a:pt x="185" y="393"/>
                    <a:pt x="184" y="398"/>
                    <a:pt x="180" y="400"/>
                  </a:cubicBezTo>
                  <a:cubicBezTo>
                    <a:pt x="177" y="403"/>
                    <a:pt x="172" y="402"/>
                    <a:pt x="170" y="398"/>
                  </a:cubicBezTo>
                  <a:cubicBezTo>
                    <a:pt x="169" y="398"/>
                    <a:pt x="168" y="395"/>
                    <a:pt x="166" y="392"/>
                  </a:cubicBezTo>
                  <a:cubicBezTo>
                    <a:pt x="165" y="388"/>
                    <a:pt x="163" y="384"/>
                    <a:pt x="162" y="378"/>
                  </a:cubicBezTo>
                  <a:cubicBezTo>
                    <a:pt x="162" y="379"/>
                    <a:pt x="161" y="379"/>
                    <a:pt x="160" y="379"/>
                  </a:cubicBezTo>
                  <a:cubicBezTo>
                    <a:pt x="138" y="379"/>
                    <a:pt x="119" y="376"/>
                    <a:pt x="103" y="373"/>
                  </a:cubicBezTo>
                  <a:cubicBezTo>
                    <a:pt x="86" y="369"/>
                    <a:pt x="73" y="363"/>
                    <a:pt x="62" y="357"/>
                  </a:cubicBezTo>
                  <a:cubicBezTo>
                    <a:pt x="47" y="348"/>
                    <a:pt x="36" y="338"/>
                    <a:pt x="28" y="327"/>
                  </a:cubicBezTo>
                  <a:cubicBezTo>
                    <a:pt x="23" y="320"/>
                    <a:pt x="20" y="314"/>
                    <a:pt x="17" y="307"/>
                  </a:cubicBezTo>
                  <a:cubicBezTo>
                    <a:pt x="14" y="313"/>
                    <a:pt x="10" y="321"/>
                    <a:pt x="7" y="329"/>
                  </a:cubicBezTo>
                  <a:cubicBezTo>
                    <a:pt x="4" y="337"/>
                    <a:pt x="2" y="347"/>
                    <a:pt x="1" y="357"/>
                  </a:cubicBezTo>
                  <a:cubicBezTo>
                    <a:pt x="0" y="363"/>
                    <a:pt x="0" y="370"/>
                    <a:pt x="1" y="377"/>
                  </a:cubicBezTo>
                  <a:cubicBezTo>
                    <a:pt x="1" y="379"/>
                    <a:pt x="1" y="380"/>
                    <a:pt x="1" y="382"/>
                  </a:cubicBezTo>
                  <a:cubicBezTo>
                    <a:pt x="4" y="379"/>
                    <a:pt x="6" y="376"/>
                    <a:pt x="9" y="373"/>
                  </a:cubicBezTo>
                  <a:cubicBezTo>
                    <a:pt x="14" y="367"/>
                    <a:pt x="21" y="361"/>
                    <a:pt x="29" y="357"/>
                  </a:cubicBezTo>
                  <a:cubicBezTo>
                    <a:pt x="35" y="354"/>
                    <a:pt x="42" y="356"/>
                    <a:pt x="45" y="361"/>
                  </a:cubicBezTo>
                  <a:cubicBezTo>
                    <a:pt x="48" y="367"/>
                    <a:pt x="46" y="374"/>
                    <a:pt x="41" y="377"/>
                  </a:cubicBezTo>
                  <a:cubicBezTo>
                    <a:pt x="35" y="380"/>
                    <a:pt x="30" y="384"/>
                    <a:pt x="26" y="389"/>
                  </a:cubicBezTo>
                  <a:cubicBezTo>
                    <a:pt x="22" y="393"/>
                    <a:pt x="19" y="398"/>
                    <a:pt x="16" y="402"/>
                  </a:cubicBezTo>
                  <a:cubicBezTo>
                    <a:pt x="13" y="407"/>
                    <a:pt x="11" y="412"/>
                    <a:pt x="10" y="415"/>
                  </a:cubicBezTo>
                  <a:cubicBezTo>
                    <a:pt x="10" y="416"/>
                    <a:pt x="10" y="416"/>
                    <a:pt x="10" y="417"/>
                  </a:cubicBezTo>
                  <a:cubicBezTo>
                    <a:pt x="9" y="418"/>
                    <a:pt x="9" y="418"/>
                    <a:pt x="9" y="419"/>
                  </a:cubicBezTo>
                  <a:cubicBezTo>
                    <a:pt x="9" y="419"/>
                    <a:pt x="9" y="419"/>
                    <a:pt x="9" y="419"/>
                  </a:cubicBezTo>
                  <a:cubicBezTo>
                    <a:pt x="9" y="420"/>
                    <a:pt x="9" y="420"/>
                    <a:pt x="8" y="420"/>
                  </a:cubicBezTo>
                  <a:cubicBezTo>
                    <a:pt x="8" y="420"/>
                    <a:pt x="8" y="420"/>
                    <a:pt x="8" y="421"/>
                  </a:cubicBezTo>
                  <a:cubicBezTo>
                    <a:pt x="8" y="421"/>
                    <a:pt x="8" y="421"/>
                    <a:pt x="8" y="421"/>
                  </a:cubicBezTo>
                  <a:cubicBezTo>
                    <a:pt x="7" y="425"/>
                    <a:pt x="5" y="430"/>
                    <a:pt x="4" y="436"/>
                  </a:cubicBezTo>
                  <a:cubicBezTo>
                    <a:pt x="2" y="448"/>
                    <a:pt x="0" y="465"/>
                    <a:pt x="3" y="483"/>
                  </a:cubicBezTo>
                  <a:cubicBezTo>
                    <a:pt x="5" y="495"/>
                    <a:pt x="9" y="508"/>
                    <a:pt x="16" y="520"/>
                  </a:cubicBezTo>
                  <a:cubicBezTo>
                    <a:pt x="19" y="528"/>
                    <a:pt x="24" y="535"/>
                    <a:pt x="31" y="542"/>
                  </a:cubicBezTo>
                  <a:cubicBezTo>
                    <a:pt x="33" y="545"/>
                    <a:pt x="36" y="548"/>
                    <a:pt x="39" y="551"/>
                  </a:cubicBezTo>
                  <a:cubicBezTo>
                    <a:pt x="40" y="547"/>
                    <a:pt x="41" y="542"/>
                    <a:pt x="42" y="537"/>
                  </a:cubicBezTo>
                  <a:cubicBezTo>
                    <a:pt x="45" y="524"/>
                    <a:pt x="51" y="508"/>
                    <a:pt x="59" y="493"/>
                  </a:cubicBezTo>
                  <a:cubicBezTo>
                    <a:pt x="67" y="479"/>
                    <a:pt x="78" y="465"/>
                    <a:pt x="93" y="453"/>
                  </a:cubicBezTo>
                  <a:cubicBezTo>
                    <a:pt x="107" y="441"/>
                    <a:pt x="125" y="431"/>
                    <a:pt x="147" y="425"/>
                  </a:cubicBezTo>
                  <a:cubicBezTo>
                    <a:pt x="147" y="425"/>
                    <a:pt x="147" y="425"/>
                    <a:pt x="147" y="425"/>
                  </a:cubicBezTo>
                  <a:cubicBezTo>
                    <a:pt x="147" y="425"/>
                    <a:pt x="147" y="425"/>
                    <a:pt x="147" y="425"/>
                  </a:cubicBezTo>
                  <a:cubicBezTo>
                    <a:pt x="147" y="425"/>
                    <a:pt x="147" y="425"/>
                    <a:pt x="147" y="425"/>
                  </a:cubicBezTo>
                  <a:cubicBezTo>
                    <a:pt x="147" y="425"/>
                    <a:pt x="147" y="425"/>
                    <a:pt x="147" y="425"/>
                  </a:cubicBezTo>
                  <a:cubicBezTo>
                    <a:pt x="149" y="425"/>
                    <a:pt x="157" y="423"/>
                    <a:pt x="169" y="421"/>
                  </a:cubicBezTo>
                  <a:cubicBezTo>
                    <a:pt x="182" y="420"/>
                    <a:pt x="200" y="420"/>
                    <a:pt x="220" y="424"/>
                  </a:cubicBezTo>
                  <a:cubicBezTo>
                    <a:pt x="233" y="426"/>
                    <a:pt x="247" y="431"/>
                    <a:pt x="260" y="439"/>
                  </a:cubicBezTo>
                  <a:cubicBezTo>
                    <a:pt x="269" y="444"/>
                    <a:pt x="278" y="450"/>
                    <a:pt x="286" y="458"/>
                  </a:cubicBezTo>
                  <a:cubicBezTo>
                    <a:pt x="294" y="466"/>
                    <a:pt x="301" y="475"/>
                    <a:pt x="308" y="486"/>
                  </a:cubicBezTo>
                  <a:cubicBezTo>
                    <a:pt x="312" y="491"/>
                    <a:pt x="310" y="499"/>
                    <a:pt x="305" y="502"/>
                  </a:cubicBezTo>
                  <a:cubicBezTo>
                    <a:pt x="299" y="505"/>
                    <a:pt x="292" y="504"/>
                    <a:pt x="289" y="498"/>
                  </a:cubicBezTo>
                  <a:cubicBezTo>
                    <a:pt x="283" y="489"/>
                    <a:pt x="276" y="481"/>
                    <a:pt x="270" y="475"/>
                  </a:cubicBezTo>
                  <a:cubicBezTo>
                    <a:pt x="263" y="468"/>
                    <a:pt x="256" y="463"/>
                    <a:pt x="249" y="459"/>
                  </a:cubicBezTo>
                  <a:cubicBezTo>
                    <a:pt x="238" y="453"/>
                    <a:pt x="226" y="449"/>
                    <a:pt x="215" y="447"/>
                  </a:cubicBezTo>
                  <a:cubicBezTo>
                    <a:pt x="205" y="444"/>
                    <a:pt x="194" y="444"/>
                    <a:pt x="185" y="444"/>
                  </a:cubicBezTo>
                  <a:cubicBezTo>
                    <a:pt x="167" y="444"/>
                    <a:pt x="154" y="448"/>
                    <a:pt x="154" y="448"/>
                  </a:cubicBezTo>
                  <a:cubicBezTo>
                    <a:pt x="154" y="448"/>
                    <a:pt x="154" y="448"/>
                    <a:pt x="154" y="448"/>
                  </a:cubicBezTo>
                  <a:cubicBezTo>
                    <a:pt x="154" y="448"/>
                    <a:pt x="154" y="448"/>
                    <a:pt x="154" y="448"/>
                  </a:cubicBezTo>
                  <a:cubicBezTo>
                    <a:pt x="154" y="448"/>
                    <a:pt x="154" y="448"/>
                    <a:pt x="154" y="448"/>
                  </a:cubicBezTo>
                  <a:cubicBezTo>
                    <a:pt x="135" y="453"/>
                    <a:pt x="120" y="461"/>
                    <a:pt x="108" y="471"/>
                  </a:cubicBezTo>
                  <a:cubicBezTo>
                    <a:pt x="96" y="481"/>
                    <a:pt x="86" y="493"/>
                    <a:pt x="79" y="505"/>
                  </a:cubicBezTo>
                  <a:cubicBezTo>
                    <a:pt x="72" y="518"/>
                    <a:pt x="67" y="531"/>
                    <a:pt x="65" y="542"/>
                  </a:cubicBezTo>
                  <a:cubicBezTo>
                    <a:pt x="62" y="551"/>
                    <a:pt x="62" y="559"/>
                    <a:pt x="62" y="565"/>
                  </a:cubicBezTo>
                  <a:cubicBezTo>
                    <a:pt x="62" y="566"/>
                    <a:pt x="62" y="568"/>
                    <a:pt x="62" y="569"/>
                  </a:cubicBezTo>
                  <a:cubicBezTo>
                    <a:pt x="62" y="570"/>
                    <a:pt x="62" y="570"/>
                    <a:pt x="62" y="570"/>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7"/>
                    <a:pt x="63" y="577"/>
                    <a:pt x="63" y="578"/>
                  </a:cubicBezTo>
                  <a:cubicBezTo>
                    <a:pt x="63" y="581"/>
                    <a:pt x="63" y="584"/>
                    <a:pt x="64" y="588"/>
                  </a:cubicBezTo>
                  <a:cubicBezTo>
                    <a:pt x="65" y="595"/>
                    <a:pt x="68" y="606"/>
                    <a:pt x="74" y="618"/>
                  </a:cubicBezTo>
                  <a:cubicBezTo>
                    <a:pt x="78" y="626"/>
                    <a:pt x="83" y="634"/>
                    <a:pt x="89" y="642"/>
                  </a:cubicBezTo>
                  <a:cubicBezTo>
                    <a:pt x="98" y="653"/>
                    <a:pt x="110" y="664"/>
                    <a:pt x="126" y="673"/>
                  </a:cubicBezTo>
                  <a:cubicBezTo>
                    <a:pt x="139" y="681"/>
                    <a:pt x="156" y="688"/>
                    <a:pt x="177" y="692"/>
                  </a:cubicBezTo>
                  <a:cubicBezTo>
                    <a:pt x="177" y="692"/>
                    <a:pt x="177" y="692"/>
                    <a:pt x="177" y="692"/>
                  </a:cubicBezTo>
                  <a:cubicBezTo>
                    <a:pt x="178" y="692"/>
                    <a:pt x="178" y="693"/>
                    <a:pt x="180" y="693"/>
                  </a:cubicBezTo>
                  <a:cubicBezTo>
                    <a:pt x="182" y="693"/>
                    <a:pt x="185" y="693"/>
                    <a:pt x="189" y="693"/>
                  </a:cubicBezTo>
                  <a:cubicBezTo>
                    <a:pt x="197" y="693"/>
                    <a:pt x="208" y="693"/>
                    <a:pt x="219" y="690"/>
                  </a:cubicBezTo>
                  <a:cubicBezTo>
                    <a:pt x="227" y="688"/>
                    <a:pt x="234" y="685"/>
                    <a:pt x="241" y="681"/>
                  </a:cubicBezTo>
                  <a:cubicBezTo>
                    <a:pt x="247" y="678"/>
                    <a:pt x="252" y="675"/>
                    <a:pt x="256" y="672"/>
                  </a:cubicBezTo>
                  <a:cubicBezTo>
                    <a:pt x="260" y="669"/>
                    <a:pt x="263" y="666"/>
                    <a:pt x="267" y="662"/>
                  </a:cubicBezTo>
                  <a:cubicBezTo>
                    <a:pt x="270" y="660"/>
                    <a:pt x="272" y="657"/>
                    <a:pt x="275" y="654"/>
                  </a:cubicBezTo>
                  <a:cubicBezTo>
                    <a:pt x="278" y="650"/>
                    <a:pt x="282" y="645"/>
                    <a:pt x="286" y="638"/>
                  </a:cubicBezTo>
                  <a:cubicBezTo>
                    <a:pt x="292" y="630"/>
                    <a:pt x="298" y="620"/>
                    <a:pt x="306" y="607"/>
                  </a:cubicBezTo>
                  <a:cubicBezTo>
                    <a:pt x="306" y="607"/>
                    <a:pt x="306" y="607"/>
                    <a:pt x="306" y="607"/>
                  </a:cubicBezTo>
                  <a:lnTo>
                    <a:pt x="475" y="312"/>
                  </a:lnTo>
                  <a:close/>
                </a:path>
              </a:pathLst>
            </a:custGeom>
            <a:solidFill>
              <a:schemeClr val="accent3"/>
            </a:solidFill>
            <a:ln w="9525">
              <a:noFill/>
              <a:round/>
            </a:ln>
          </p:spPr>
          <p:txBody>
            <a:bodyPr vert="horz" wrap="square" lIns="121920" tIns="60960" rIns="121920" bIns="60960" numCol="1" anchor="t" anchorCtr="0" compatLnSpc="1"/>
            <a:lstStyle/>
            <a:p>
              <a:endParaRPr lang="en-US" sz="3200"/>
            </a:p>
          </p:txBody>
        </p:sp>
        <p:sp>
          <p:nvSpPr>
            <p:cNvPr id="38" name="íş1îḍê"/>
            <p:cNvSpPr/>
            <p:nvPr/>
          </p:nvSpPr>
          <p:spPr bwMode="auto">
            <a:xfrm>
              <a:off x="4896153" y="3102503"/>
              <a:ext cx="92679" cy="166424"/>
            </a:xfrm>
            <a:custGeom>
              <a:avLst/>
              <a:gdLst/>
              <a:ahLst/>
              <a:cxnLst>
                <a:cxn ang="0">
                  <a:pos x="18" y="197"/>
                </a:cxn>
                <a:cxn ang="0">
                  <a:pos x="14" y="195"/>
                </a:cxn>
                <a:cxn ang="0">
                  <a:pos x="9" y="156"/>
                </a:cxn>
                <a:cxn ang="0">
                  <a:pos x="44" y="35"/>
                </a:cxn>
                <a:cxn ang="0">
                  <a:pos x="67" y="3"/>
                </a:cxn>
                <a:cxn ang="0">
                  <a:pos x="99" y="26"/>
                </a:cxn>
                <a:cxn ang="0">
                  <a:pos x="54" y="190"/>
                </a:cxn>
                <a:cxn ang="0">
                  <a:pos x="18" y="197"/>
                </a:cxn>
              </a:cxnLst>
              <a:rect l="0" t="0" r="r" b="b"/>
              <a:pathLst>
                <a:path w="113" h="204">
                  <a:moveTo>
                    <a:pt x="18" y="197"/>
                  </a:moveTo>
                  <a:cubicBezTo>
                    <a:pt x="17" y="197"/>
                    <a:pt x="16" y="196"/>
                    <a:pt x="14" y="195"/>
                  </a:cubicBezTo>
                  <a:cubicBezTo>
                    <a:pt x="2" y="186"/>
                    <a:pt x="0" y="168"/>
                    <a:pt x="9" y="156"/>
                  </a:cubicBezTo>
                  <a:cubicBezTo>
                    <a:pt x="10" y="155"/>
                    <a:pt x="54" y="97"/>
                    <a:pt x="44" y="35"/>
                  </a:cubicBezTo>
                  <a:cubicBezTo>
                    <a:pt x="41" y="20"/>
                    <a:pt x="52" y="5"/>
                    <a:pt x="67" y="3"/>
                  </a:cubicBezTo>
                  <a:cubicBezTo>
                    <a:pt x="83" y="0"/>
                    <a:pt x="97" y="11"/>
                    <a:pt x="99" y="26"/>
                  </a:cubicBezTo>
                  <a:cubicBezTo>
                    <a:pt x="113" y="112"/>
                    <a:pt x="56" y="187"/>
                    <a:pt x="54" y="190"/>
                  </a:cubicBezTo>
                  <a:cubicBezTo>
                    <a:pt x="45" y="202"/>
                    <a:pt x="30" y="204"/>
                    <a:pt x="18" y="197"/>
                  </a:cubicBezTo>
                  <a:close/>
                </a:path>
              </a:pathLst>
            </a:custGeom>
            <a:solidFill>
              <a:schemeClr val="tx2"/>
            </a:solidFill>
            <a:ln w="9525">
              <a:noFill/>
              <a:round/>
            </a:ln>
          </p:spPr>
          <p:txBody>
            <a:bodyPr vert="horz" wrap="square" lIns="121920" tIns="60960" rIns="121920" bIns="60960" numCol="1" anchor="t" anchorCtr="0" compatLnSpc="1"/>
            <a:lstStyle/>
            <a:p>
              <a:endParaRPr lang="en-US" sz="3200"/>
            </a:p>
          </p:txBody>
        </p:sp>
        <p:sp>
          <p:nvSpPr>
            <p:cNvPr id="39" name="îsľîḋé"/>
            <p:cNvSpPr/>
            <p:nvPr/>
          </p:nvSpPr>
          <p:spPr bwMode="auto">
            <a:xfrm>
              <a:off x="5016736" y="3200165"/>
              <a:ext cx="136528" cy="139517"/>
            </a:xfrm>
            <a:custGeom>
              <a:avLst/>
              <a:gdLst/>
              <a:ahLst/>
              <a:cxnLst>
                <a:cxn ang="0">
                  <a:pos x="18" y="162"/>
                </a:cxn>
                <a:cxn ang="0">
                  <a:pos x="6" y="127"/>
                </a:cxn>
                <a:cxn ang="0">
                  <a:pos x="125" y="6"/>
                </a:cxn>
                <a:cxn ang="0">
                  <a:pos x="161" y="22"/>
                </a:cxn>
                <a:cxn ang="0">
                  <a:pos x="145" y="58"/>
                </a:cxn>
                <a:cxn ang="0">
                  <a:pos x="58" y="149"/>
                </a:cxn>
                <a:cxn ang="0">
                  <a:pos x="21" y="164"/>
                </a:cxn>
                <a:cxn ang="0">
                  <a:pos x="18" y="162"/>
                </a:cxn>
              </a:cxnLst>
              <a:rect l="0" t="0" r="r" b="b"/>
              <a:pathLst>
                <a:path w="167" h="170">
                  <a:moveTo>
                    <a:pt x="18" y="162"/>
                  </a:moveTo>
                  <a:cubicBezTo>
                    <a:pt x="6" y="155"/>
                    <a:pt x="0" y="140"/>
                    <a:pt x="6" y="127"/>
                  </a:cubicBezTo>
                  <a:cubicBezTo>
                    <a:pt x="7" y="124"/>
                    <a:pt x="44" y="37"/>
                    <a:pt x="125" y="6"/>
                  </a:cubicBezTo>
                  <a:cubicBezTo>
                    <a:pt x="140" y="0"/>
                    <a:pt x="156" y="8"/>
                    <a:pt x="161" y="22"/>
                  </a:cubicBezTo>
                  <a:cubicBezTo>
                    <a:pt x="167" y="37"/>
                    <a:pt x="160" y="53"/>
                    <a:pt x="145" y="58"/>
                  </a:cubicBezTo>
                  <a:cubicBezTo>
                    <a:pt x="87" y="81"/>
                    <a:pt x="58" y="148"/>
                    <a:pt x="58" y="149"/>
                  </a:cubicBezTo>
                  <a:cubicBezTo>
                    <a:pt x="52" y="163"/>
                    <a:pt x="35" y="170"/>
                    <a:pt x="21" y="164"/>
                  </a:cubicBezTo>
                  <a:cubicBezTo>
                    <a:pt x="20" y="163"/>
                    <a:pt x="19" y="163"/>
                    <a:pt x="18" y="162"/>
                  </a:cubicBezTo>
                  <a:close/>
                </a:path>
              </a:pathLst>
            </a:custGeom>
            <a:solidFill>
              <a:schemeClr val="tx2"/>
            </a:solidFill>
            <a:ln w="9525">
              <a:noFill/>
              <a:round/>
            </a:ln>
          </p:spPr>
          <p:txBody>
            <a:bodyPr vert="horz" wrap="square" lIns="121920" tIns="60960" rIns="121920" bIns="60960" numCol="1" anchor="t" anchorCtr="0" compatLnSpc="1"/>
            <a:lstStyle/>
            <a:p>
              <a:endParaRPr lang="en-US" sz="3200"/>
            </a:p>
          </p:txBody>
        </p:sp>
      </p:grpSp>
      <p:sp>
        <p:nvSpPr>
          <p:cNvPr id="40" name="文本框 39"/>
          <p:cNvSpPr txBox="1"/>
          <p:nvPr/>
        </p:nvSpPr>
        <p:spPr>
          <a:xfrm>
            <a:off x="609600" y="1878330"/>
            <a:ext cx="8659495" cy="2614930"/>
          </a:xfrm>
          <a:prstGeom prst="rect">
            <a:avLst/>
          </a:prstGeom>
          <a:noFill/>
        </p:spPr>
        <p:txBody>
          <a:bodyPr wrap="square" rtlCol="0">
            <a:spAutoFit/>
          </a:bodyPr>
          <a:p>
            <a:r>
              <a:rPr lang="en-US" altLang="zh-CN"/>
              <a:t>  </a:t>
            </a:r>
            <a:endParaRPr lang="zh-CN" altLang="en-US"/>
          </a:p>
          <a:p>
            <a:r>
              <a:rPr lang="zh-CN" altLang="en-US"/>
              <a:t>解决生产者消费者问题实际上是要解决线程间互斥关系问题和同步关系问题</a:t>
            </a:r>
            <a:endParaRPr lang="zh-CN" altLang="en-US"/>
          </a:p>
          <a:p>
            <a:endParaRPr lang="zh-CN" altLang="en-US"/>
          </a:p>
          <a:p>
            <a:endParaRPr lang="zh-CN" altLang="en-US"/>
          </a:p>
          <a:p>
            <a:r>
              <a:rPr lang="zh-CN" altLang="en-US"/>
              <a:t>         </a:t>
            </a:r>
            <a:r>
              <a:rPr lang="zh-CN" altLang="en-US">
                <a:sym typeface="+mn-ea"/>
              </a:rPr>
              <a:t>由于缓冲区是临界资源，它一个时刻只允许一个生产者放入消息，或者一个消费者从中取出消息，所以这里我们需要解决一个</a:t>
            </a:r>
            <a:r>
              <a:rPr lang="zh-CN" altLang="en-US" b="1">
                <a:sym typeface="+mn-ea"/>
              </a:rPr>
              <a:t>互斥</a:t>
            </a:r>
            <a:r>
              <a:rPr lang="zh-CN" altLang="en-US">
                <a:sym typeface="+mn-ea"/>
              </a:rPr>
              <a:t>访问的问题。</a:t>
            </a:r>
            <a:endParaRPr lang="zh-CN" altLang="en-US"/>
          </a:p>
          <a:p>
            <a:r>
              <a:rPr lang="zh-CN" altLang="en-US"/>
              <a:t>       </a:t>
            </a:r>
            <a:endParaRPr lang="zh-CN" altLang="en-US"/>
          </a:p>
          <a:p>
            <a:r>
              <a:rPr lang="zh-CN" altLang="en-US"/>
              <a:t>         同时生产者和消费者又是一个相互协作的关系，只有生产者生产之后，消费者才能消费，所以我们还需要解决一个</a:t>
            </a:r>
            <a:r>
              <a:rPr lang="zh-CN" altLang="en-US" b="1"/>
              <a:t>同步</a:t>
            </a:r>
            <a:r>
              <a:rPr lang="zh-CN" altLang="en-US"/>
              <a:t>的问题</a:t>
            </a:r>
            <a:r>
              <a:rPr lang="zh-CN" altLang="en-US" sz="2000"/>
              <a:t>。</a:t>
            </a:r>
            <a:endParaRPr lang="zh-CN" altLang="en-US"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生产者消费者解决模型</a:t>
            </a:r>
            <a:endParaRPr lang="zh-CN" altLang="en-US"/>
          </a:p>
        </p:txBody>
      </p:sp>
      <p:grpSp>
        <p:nvGrpSpPr>
          <p:cNvPr id="5" name="îṡḷïḋè"/>
          <p:cNvGrpSpPr/>
          <p:nvPr/>
        </p:nvGrpSpPr>
        <p:grpSpPr>
          <a:xfrm rot="0">
            <a:off x="8992870" y="1757680"/>
            <a:ext cx="2592070" cy="3694430"/>
            <a:chOff x="4169666" y="2268389"/>
            <a:chExt cx="1673212" cy="2384748"/>
          </a:xfrm>
        </p:grpSpPr>
        <p:sp>
          <p:nvSpPr>
            <p:cNvPr id="23" name="íSļiḍè"/>
            <p:cNvSpPr>
              <a:spLocks noChangeAspect="1" noChangeArrowheads="1" noTextEdit="1"/>
            </p:cNvSpPr>
            <p:nvPr/>
          </p:nvSpPr>
          <p:spPr bwMode="auto">
            <a:xfrm>
              <a:off x="4171659" y="2271379"/>
              <a:ext cx="1669226" cy="2379765"/>
            </a:xfrm>
            <a:prstGeom prst="rect">
              <a:avLst/>
            </a:prstGeom>
            <a:noFill/>
            <a:ln w="9525">
              <a:noFill/>
              <a:miter lim="800000"/>
            </a:ln>
          </p:spPr>
          <p:txBody>
            <a:bodyPr vert="horz" wrap="square" lIns="121920" tIns="60960" rIns="121920" bIns="60960" numCol="1" anchor="t" anchorCtr="0" compatLnSpc="1"/>
            <a:lstStyle/>
            <a:p>
              <a:endParaRPr lang="en-US" sz="3200"/>
            </a:p>
          </p:txBody>
        </p:sp>
        <p:sp>
          <p:nvSpPr>
            <p:cNvPr id="24" name="îSľíďé"/>
            <p:cNvSpPr/>
            <p:nvPr/>
          </p:nvSpPr>
          <p:spPr bwMode="auto">
            <a:xfrm>
              <a:off x="4691860" y="3253979"/>
              <a:ext cx="437487" cy="282024"/>
            </a:xfrm>
            <a:custGeom>
              <a:avLst/>
              <a:gdLst/>
              <a:ahLst/>
              <a:cxnLst>
                <a:cxn ang="0">
                  <a:pos x="474" y="335"/>
                </a:cxn>
                <a:cxn ang="0">
                  <a:pos x="525" y="323"/>
                </a:cxn>
                <a:cxn ang="0">
                  <a:pos x="512" y="270"/>
                </a:cxn>
                <a:cxn ang="0">
                  <a:pos x="61" y="10"/>
                </a:cxn>
                <a:cxn ang="0">
                  <a:pos x="11" y="22"/>
                </a:cxn>
                <a:cxn ang="0">
                  <a:pos x="23" y="75"/>
                </a:cxn>
                <a:cxn ang="0">
                  <a:pos x="474" y="335"/>
                </a:cxn>
              </a:cxnLst>
              <a:rect l="0" t="0" r="r" b="b"/>
              <a:pathLst>
                <a:path w="535" h="345">
                  <a:moveTo>
                    <a:pt x="474" y="335"/>
                  </a:moveTo>
                  <a:cubicBezTo>
                    <a:pt x="492" y="345"/>
                    <a:pt x="514" y="341"/>
                    <a:pt x="525" y="323"/>
                  </a:cubicBezTo>
                  <a:cubicBezTo>
                    <a:pt x="535" y="305"/>
                    <a:pt x="530" y="281"/>
                    <a:pt x="512" y="270"/>
                  </a:cubicBezTo>
                  <a:cubicBezTo>
                    <a:pt x="61" y="10"/>
                    <a:pt x="61" y="10"/>
                    <a:pt x="61" y="10"/>
                  </a:cubicBezTo>
                  <a:cubicBezTo>
                    <a:pt x="43" y="0"/>
                    <a:pt x="21" y="5"/>
                    <a:pt x="11" y="22"/>
                  </a:cubicBezTo>
                  <a:cubicBezTo>
                    <a:pt x="0" y="40"/>
                    <a:pt x="5" y="64"/>
                    <a:pt x="23" y="75"/>
                  </a:cubicBezTo>
                  <a:lnTo>
                    <a:pt x="474" y="335"/>
                  </a:ln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25" name="ïS1idé"/>
            <p:cNvSpPr/>
            <p:nvPr/>
          </p:nvSpPr>
          <p:spPr bwMode="auto">
            <a:xfrm>
              <a:off x="4646018" y="3332706"/>
              <a:ext cx="437487" cy="283021"/>
            </a:xfrm>
            <a:custGeom>
              <a:avLst/>
              <a:gdLst/>
              <a:ahLst/>
              <a:cxnLst>
                <a:cxn ang="0">
                  <a:pos x="24" y="76"/>
                </a:cxn>
                <a:cxn ang="0">
                  <a:pos x="474" y="336"/>
                </a:cxn>
                <a:cxn ang="0">
                  <a:pos x="525" y="323"/>
                </a:cxn>
                <a:cxn ang="0">
                  <a:pos x="512" y="271"/>
                </a:cxn>
                <a:cxn ang="0">
                  <a:pos x="61" y="11"/>
                </a:cxn>
                <a:cxn ang="0">
                  <a:pos x="11" y="23"/>
                </a:cxn>
                <a:cxn ang="0">
                  <a:pos x="24" y="76"/>
                </a:cxn>
              </a:cxnLst>
              <a:rect l="0" t="0" r="r" b="b"/>
              <a:pathLst>
                <a:path w="535" h="346">
                  <a:moveTo>
                    <a:pt x="24" y="76"/>
                  </a:moveTo>
                  <a:cubicBezTo>
                    <a:pt x="474" y="336"/>
                    <a:pt x="474" y="336"/>
                    <a:pt x="474" y="336"/>
                  </a:cubicBezTo>
                  <a:cubicBezTo>
                    <a:pt x="492" y="346"/>
                    <a:pt x="514" y="341"/>
                    <a:pt x="525" y="323"/>
                  </a:cubicBezTo>
                  <a:cubicBezTo>
                    <a:pt x="535" y="306"/>
                    <a:pt x="530" y="281"/>
                    <a:pt x="512" y="271"/>
                  </a:cubicBezTo>
                  <a:cubicBezTo>
                    <a:pt x="61" y="11"/>
                    <a:pt x="61" y="11"/>
                    <a:pt x="61" y="11"/>
                  </a:cubicBezTo>
                  <a:cubicBezTo>
                    <a:pt x="43" y="0"/>
                    <a:pt x="21" y="5"/>
                    <a:pt x="11" y="23"/>
                  </a:cubicBezTo>
                  <a:cubicBezTo>
                    <a:pt x="0" y="41"/>
                    <a:pt x="6" y="65"/>
                    <a:pt x="24" y="76"/>
                  </a:cubicBez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26" name="íşliďe"/>
            <p:cNvSpPr>
              <a:spLocks noEditPoints="1"/>
            </p:cNvSpPr>
            <p:nvPr/>
          </p:nvSpPr>
          <p:spPr bwMode="auto">
            <a:xfrm>
              <a:off x="4169666" y="3412430"/>
              <a:ext cx="875970" cy="1240707"/>
            </a:xfrm>
            <a:custGeom>
              <a:avLst/>
              <a:gdLst/>
              <a:ahLst/>
              <a:cxnLst>
                <a:cxn ang="0">
                  <a:pos x="1068" y="298"/>
                </a:cxn>
                <a:cxn ang="0">
                  <a:pos x="1058" y="284"/>
                </a:cxn>
                <a:cxn ang="0">
                  <a:pos x="1038" y="271"/>
                </a:cxn>
                <a:cxn ang="0">
                  <a:pos x="587" y="11"/>
                </a:cxn>
                <a:cxn ang="0">
                  <a:pos x="567" y="3"/>
                </a:cxn>
                <a:cxn ang="0">
                  <a:pos x="536" y="17"/>
                </a:cxn>
                <a:cxn ang="0">
                  <a:pos x="24" y="903"/>
                </a:cxn>
                <a:cxn ang="0">
                  <a:pos x="24" y="903"/>
                </a:cxn>
                <a:cxn ang="0">
                  <a:pos x="1" y="1456"/>
                </a:cxn>
                <a:cxn ang="0">
                  <a:pos x="29" y="1507"/>
                </a:cxn>
                <a:cxn ang="0">
                  <a:pos x="87" y="1506"/>
                </a:cxn>
                <a:cxn ang="0">
                  <a:pos x="554" y="1209"/>
                </a:cxn>
                <a:cxn ang="0">
                  <a:pos x="554" y="1209"/>
                </a:cxn>
                <a:cxn ang="0">
                  <a:pos x="1066" y="323"/>
                </a:cxn>
                <a:cxn ang="0">
                  <a:pos x="1069" y="304"/>
                </a:cxn>
                <a:cxn ang="0">
                  <a:pos x="1068" y="298"/>
                </a:cxn>
                <a:cxn ang="0">
                  <a:pos x="509" y="1167"/>
                </a:cxn>
                <a:cxn ang="0">
                  <a:pos x="509" y="1167"/>
                </a:cxn>
                <a:cxn ang="0">
                  <a:pos x="195" y="1367"/>
                </a:cxn>
                <a:cxn ang="0">
                  <a:pos x="194" y="1366"/>
                </a:cxn>
                <a:cxn ang="0">
                  <a:pos x="142" y="1310"/>
                </a:cxn>
                <a:cxn ang="0">
                  <a:pos x="68" y="1289"/>
                </a:cxn>
                <a:cxn ang="0">
                  <a:pos x="68" y="1289"/>
                </a:cxn>
                <a:cxn ang="0">
                  <a:pos x="83" y="921"/>
                </a:cxn>
                <a:cxn ang="0">
                  <a:pos x="83" y="921"/>
                </a:cxn>
                <a:cxn ang="0">
                  <a:pos x="87" y="914"/>
                </a:cxn>
                <a:cxn ang="0">
                  <a:pos x="87" y="914"/>
                </a:cxn>
                <a:cxn ang="0">
                  <a:pos x="229" y="896"/>
                </a:cxn>
                <a:cxn ang="0">
                  <a:pos x="237" y="898"/>
                </a:cxn>
                <a:cxn ang="0">
                  <a:pos x="241" y="905"/>
                </a:cxn>
                <a:cxn ang="0">
                  <a:pos x="255" y="1023"/>
                </a:cxn>
                <a:cxn ang="0">
                  <a:pos x="281" y="1063"/>
                </a:cxn>
                <a:cxn ang="0">
                  <a:pos x="281" y="1063"/>
                </a:cxn>
                <a:cxn ang="0">
                  <a:pos x="328" y="1067"/>
                </a:cxn>
                <a:cxn ang="0">
                  <a:pos x="446" y="1021"/>
                </a:cxn>
                <a:cxn ang="0">
                  <a:pos x="457" y="1025"/>
                </a:cxn>
                <a:cxn ang="0">
                  <a:pos x="513" y="1161"/>
                </a:cxn>
                <a:cxn ang="0">
                  <a:pos x="513" y="1161"/>
                </a:cxn>
                <a:cxn ang="0">
                  <a:pos x="509" y="1167"/>
                </a:cxn>
                <a:cxn ang="0">
                  <a:pos x="538" y="1117"/>
                </a:cxn>
                <a:cxn ang="0">
                  <a:pos x="538" y="1117"/>
                </a:cxn>
                <a:cxn ang="0">
                  <a:pos x="494" y="1010"/>
                </a:cxn>
                <a:cxn ang="0">
                  <a:pos x="432" y="984"/>
                </a:cxn>
                <a:cxn ang="0">
                  <a:pos x="314" y="1030"/>
                </a:cxn>
                <a:cxn ang="0">
                  <a:pos x="301" y="1029"/>
                </a:cxn>
                <a:cxn ang="0">
                  <a:pos x="294" y="1018"/>
                </a:cxn>
                <a:cxn ang="0">
                  <a:pos x="280" y="901"/>
                </a:cxn>
                <a:cxn ang="0">
                  <a:pos x="267" y="872"/>
                </a:cxn>
                <a:cxn ang="0">
                  <a:pos x="224" y="856"/>
                </a:cxn>
                <a:cxn ang="0">
                  <a:pos x="113" y="871"/>
                </a:cxn>
                <a:cxn ang="0">
                  <a:pos x="112" y="870"/>
                </a:cxn>
                <a:cxn ang="0">
                  <a:pos x="566" y="85"/>
                </a:cxn>
                <a:cxn ang="0">
                  <a:pos x="566" y="85"/>
                </a:cxn>
                <a:cxn ang="0">
                  <a:pos x="992" y="331"/>
                </a:cxn>
                <a:cxn ang="0">
                  <a:pos x="992" y="331"/>
                </a:cxn>
                <a:cxn ang="0">
                  <a:pos x="538" y="1117"/>
                </a:cxn>
              </a:cxnLst>
              <a:rect l="0" t="0" r="r" b="b"/>
              <a:pathLst>
                <a:path w="1070" h="1517">
                  <a:moveTo>
                    <a:pt x="1068" y="298"/>
                  </a:moveTo>
                  <a:cubicBezTo>
                    <a:pt x="1066" y="293"/>
                    <a:pt x="1063" y="288"/>
                    <a:pt x="1058" y="284"/>
                  </a:cubicBezTo>
                  <a:cubicBezTo>
                    <a:pt x="1053" y="280"/>
                    <a:pt x="1046" y="275"/>
                    <a:pt x="1038" y="271"/>
                  </a:cubicBezTo>
                  <a:cubicBezTo>
                    <a:pt x="587" y="11"/>
                    <a:pt x="587" y="11"/>
                    <a:pt x="587" y="11"/>
                  </a:cubicBezTo>
                  <a:cubicBezTo>
                    <a:pt x="580" y="6"/>
                    <a:pt x="573" y="4"/>
                    <a:pt x="567" y="3"/>
                  </a:cubicBezTo>
                  <a:cubicBezTo>
                    <a:pt x="555" y="0"/>
                    <a:pt x="542" y="6"/>
                    <a:pt x="536" y="17"/>
                  </a:cubicBezTo>
                  <a:cubicBezTo>
                    <a:pt x="24" y="903"/>
                    <a:pt x="24" y="903"/>
                    <a:pt x="24" y="903"/>
                  </a:cubicBezTo>
                  <a:cubicBezTo>
                    <a:pt x="24" y="903"/>
                    <a:pt x="24" y="903"/>
                    <a:pt x="24" y="903"/>
                  </a:cubicBezTo>
                  <a:cubicBezTo>
                    <a:pt x="1" y="1456"/>
                    <a:pt x="1" y="1456"/>
                    <a:pt x="1" y="1456"/>
                  </a:cubicBezTo>
                  <a:cubicBezTo>
                    <a:pt x="0" y="1477"/>
                    <a:pt x="11" y="1496"/>
                    <a:pt x="29" y="1507"/>
                  </a:cubicBezTo>
                  <a:cubicBezTo>
                    <a:pt x="47" y="1517"/>
                    <a:pt x="70" y="1517"/>
                    <a:pt x="87" y="1506"/>
                  </a:cubicBezTo>
                  <a:cubicBezTo>
                    <a:pt x="554" y="1209"/>
                    <a:pt x="554" y="1209"/>
                    <a:pt x="554" y="1209"/>
                  </a:cubicBezTo>
                  <a:cubicBezTo>
                    <a:pt x="554" y="1209"/>
                    <a:pt x="554" y="1209"/>
                    <a:pt x="554" y="1209"/>
                  </a:cubicBezTo>
                  <a:cubicBezTo>
                    <a:pt x="1066" y="323"/>
                    <a:pt x="1066" y="323"/>
                    <a:pt x="1066" y="323"/>
                  </a:cubicBezTo>
                  <a:cubicBezTo>
                    <a:pt x="1069" y="317"/>
                    <a:pt x="1070" y="311"/>
                    <a:pt x="1069" y="304"/>
                  </a:cubicBezTo>
                  <a:cubicBezTo>
                    <a:pt x="1069" y="302"/>
                    <a:pt x="1069" y="300"/>
                    <a:pt x="1068" y="298"/>
                  </a:cubicBezTo>
                  <a:close/>
                  <a:moveTo>
                    <a:pt x="509" y="1167"/>
                  </a:moveTo>
                  <a:cubicBezTo>
                    <a:pt x="509" y="1167"/>
                    <a:pt x="509" y="1167"/>
                    <a:pt x="509" y="1167"/>
                  </a:cubicBezTo>
                  <a:cubicBezTo>
                    <a:pt x="195" y="1367"/>
                    <a:pt x="195" y="1367"/>
                    <a:pt x="195" y="1367"/>
                  </a:cubicBezTo>
                  <a:cubicBezTo>
                    <a:pt x="194" y="1366"/>
                    <a:pt x="194" y="1366"/>
                    <a:pt x="194" y="1366"/>
                  </a:cubicBezTo>
                  <a:cubicBezTo>
                    <a:pt x="179" y="1342"/>
                    <a:pt x="158" y="1320"/>
                    <a:pt x="142" y="1310"/>
                  </a:cubicBezTo>
                  <a:cubicBezTo>
                    <a:pt x="124" y="1300"/>
                    <a:pt x="95" y="1292"/>
                    <a:pt x="68" y="1289"/>
                  </a:cubicBezTo>
                  <a:cubicBezTo>
                    <a:pt x="68" y="1289"/>
                    <a:pt x="68" y="1289"/>
                    <a:pt x="68" y="1289"/>
                  </a:cubicBezTo>
                  <a:cubicBezTo>
                    <a:pt x="83" y="921"/>
                    <a:pt x="83" y="921"/>
                    <a:pt x="83" y="921"/>
                  </a:cubicBezTo>
                  <a:cubicBezTo>
                    <a:pt x="83" y="921"/>
                    <a:pt x="83" y="921"/>
                    <a:pt x="83" y="921"/>
                  </a:cubicBezTo>
                  <a:cubicBezTo>
                    <a:pt x="87" y="914"/>
                    <a:pt x="87" y="914"/>
                    <a:pt x="87" y="914"/>
                  </a:cubicBezTo>
                  <a:cubicBezTo>
                    <a:pt x="87" y="914"/>
                    <a:pt x="87" y="914"/>
                    <a:pt x="87" y="914"/>
                  </a:cubicBezTo>
                  <a:cubicBezTo>
                    <a:pt x="229" y="896"/>
                    <a:pt x="229" y="896"/>
                    <a:pt x="229" y="896"/>
                  </a:cubicBezTo>
                  <a:cubicBezTo>
                    <a:pt x="233" y="896"/>
                    <a:pt x="235" y="897"/>
                    <a:pt x="237" y="898"/>
                  </a:cubicBezTo>
                  <a:cubicBezTo>
                    <a:pt x="238" y="899"/>
                    <a:pt x="240" y="901"/>
                    <a:pt x="241" y="905"/>
                  </a:cubicBezTo>
                  <a:cubicBezTo>
                    <a:pt x="255" y="1023"/>
                    <a:pt x="255" y="1023"/>
                    <a:pt x="255" y="1023"/>
                  </a:cubicBezTo>
                  <a:cubicBezTo>
                    <a:pt x="257" y="1040"/>
                    <a:pt x="266" y="1054"/>
                    <a:pt x="281" y="1063"/>
                  </a:cubicBezTo>
                  <a:cubicBezTo>
                    <a:pt x="281" y="1063"/>
                    <a:pt x="281" y="1063"/>
                    <a:pt x="281" y="1063"/>
                  </a:cubicBezTo>
                  <a:cubicBezTo>
                    <a:pt x="296" y="1072"/>
                    <a:pt x="313" y="1073"/>
                    <a:pt x="328" y="1067"/>
                  </a:cubicBezTo>
                  <a:cubicBezTo>
                    <a:pt x="446" y="1021"/>
                    <a:pt x="446" y="1021"/>
                    <a:pt x="446" y="1021"/>
                  </a:cubicBezTo>
                  <a:cubicBezTo>
                    <a:pt x="450" y="1019"/>
                    <a:pt x="455" y="1021"/>
                    <a:pt x="457" y="1025"/>
                  </a:cubicBezTo>
                  <a:cubicBezTo>
                    <a:pt x="513" y="1161"/>
                    <a:pt x="513" y="1161"/>
                    <a:pt x="513" y="1161"/>
                  </a:cubicBezTo>
                  <a:cubicBezTo>
                    <a:pt x="513" y="1161"/>
                    <a:pt x="513" y="1161"/>
                    <a:pt x="513" y="1161"/>
                  </a:cubicBezTo>
                  <a:lnTo>
                    <a:pt x="509" y="1167"/>
                  </a:lnTo>
                  <a:close/>
                  <a:moveTo>
                    <a:pt x="538" y="1117"/>
                  </a:moveTo>
                  <a:cubicBezTo>
                    <a:pt x="538" y="1117"/>
                    <a:pt x="538" y="1117"/>
                    <a:pt x="538" y="1117"/>
                  </a:cubicBezTo>
                  <a:cubicBezTo>
                    <a:pt x="494" y="1010"/>
                    <a:pt x="494" y="1010"/>
                    <a:pt x="494" y="1010"/>
                  </a:cubicBezTo>
                  <a:cubicBezTo>
                    <a:pt x="484" y="986"/>
                    <a:pt x="456" y="974"/>
                    <a:pt x="432" y="984"/>
                  </a:cubicBezTo>
                  <a:cubicBezTo>
                    <a:pt x="314" y="1030"/>
                    <a:pt x="314" y="1030"/>
                    <a:pt x="314" y="1030"/>
                  </a:cubicBezTo>
                  <a:cubicBezTo>
                    <a:pt x="308" y="1032"/>
                    <a:pt x="303" y="1030"/>
                    <a:pt x="301" y="1029"/>
                  </a:cubicBezTo>
                  <a:cubicBezTo>
                    <a:pt x="299" y="1027"/>
                    <a:pt x="295" y="1024"/>
                    <a:pt x="294" y="1018"/>
                  </a:cubicBezTo>
                  <a:cubicBezTo>
                    <a:pt x="280" y="901"/>
                    <a:pt x="280" y="901"/>
                    <a:pt x="280" y="901"/>
                  </a:cubicBezTo>
                  <a:cubicBezTo>
                    <a:pt x="279" y="891"/>
                    <a:pt x="275" y="880"/>
                    <a:pt x="267" y="872"/>
                  </a:cubicBezTo>
                  <a:cubicBezTo>
                    <a:pt x="256" y="860"/>
                    <a:pt x="240" y="854"/>
                    <a:pt x="224" y="856"/>
                  </a:cubicBezTo>
                  <a:cubicBezTo>
                    <a:pt x="113" y="871"/>
                    <a:pt x="113" y="871"/>
                    <a:pt x="113" y="871"/>
                  </a:cubicBezTo>
                  <a:cubicBezTo>
                    <a:pt x="112" y="871"/>
                    <a:pt x="112" y="871"/>
                    <a:pt x="112" y="870"/>
                  </a:cubicBezTo>
                  <a:cubicBezTo>
                    <a:pt x="566" y="85"/>
                    <a:pt x="566" y="85"/>
                    <a:pt x="566" y="85"/>
                  </a:cubicBezTo>
                  <a:cubicBezTo>
                    <a:pt x="566" y="85"/>
                    <a:pt x="566" y="85"/>
                    <a:pt x="566" y="85"/>
                  </a:cubicBezTo>
                  <a:cubicBezTo>
                    <a:pt x="992" y="331"/>
                    <a:pt x="992" y="331"/>
                    <a:pt x="992" y="331"/>
                  </a:cubicBezTo>
                  <a:cubicBezTo>
                    <a:pt x="992" y="331"/>
                    <a:pt x="992" y="331"/>
                    <a:pt x="992" y="331"/>
                  </a:cubicBezTo>
                  <a:lnTo>
                    <a:pt x="538" y="1117"/>
                  </a:ln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27" name="îSlïḋê"/>
            <p:cNvSpPr/>
            <p:nvPr/>
          </p:nvSpPr>
          <p:spPr bwMode="auto">
            <a:xfrm>
              <a:off x="5688412" y="2720823"/>
              <a:ext cx="154466" cy="84707"/>
            </a:xfrm>
            <a:custGeom>
              <a:avLst/>
              <a:gdLst/>
              <a:ahLst/>
              <a:cxnLst>
                <a:cxn ang="0">
                  <a:pos x="33" y="33"/>
                </a:cxn>
                <a:cxn ang="0">
                  <a:pos x="5" y="76"/>
                </a:cxn>
                <a:cxn ang="0">
                  <a:pos x="51" y="99"/>
                </a:cxn>
                <a:cxn ang="0">
                  <a:pos x="155" y="71"/>
                </a:cxn>
                <a:cxn ang="0">
                  <a:pos x="184" y="28"/>
                </a:cxn>
                <a:cxn ang="0">
                  <a:pos x="138" y="5"/>
                </a:cxn>
                <a:cxn ang="0">
                  <a:pos x="33" y="33"/>
                </a:cxn>
              </a:cxnLst>
              <a:rect l="0" t="0" r="r" b="b"/>
              <a:pathLst>
                <a:path w="189" h="104">
                  <a:moveTo>
                    <a:pt x="33" y="33"/>
                  </a:moveTo>
                  <a:cubicBezTo>
                    <a:pt x="13" y="39"/>
                    <a:pt x="0" y="58"/>
                    <a:pt x="5" y="76"/>
                  </a:cubicBezTo>
                  <a:cubicBezTo>
                    <a:pt x="10" y="94"/>
                    <a:pt x="31" y="104"/>
                    <a:pt x="51" y="99"/>
                  </a:cubicBezTo>
                  <a:cubicBezTo>
                    <a:pt x="155" y="71"/>
                    <a:pt x="155" y="71"/>
                    <a:pt x="155" y="71"/>
                  </a:cubicBezTo>
                  <a:cubicBezTo>
                    <a:pt x="176" y="65"/>
                    <a:pt x="189" y="46"/>
                    <a:pt x="184" y="28"/>
                  </a:cubicBezTo>
                  <a:cubicBezTo>
                    <a:pt x="179" y="10"/>
                    <a:pt x="158" y="0"/>
                    <a:pt x="138" y="5"/>
                  </a:cubicBezTo>
                  <a:lnTo>
                    <a:pt x="33" y="33"/>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28" name="í$ļïḓè"/>
            <p:cNvSpPr/>
            <p:nvPr/>
          </p:nvSpPr>
          <p:spPr bwMode="auto">
            <a:xfrm>
              <a:off x="4999794" y="2268389"/>
              <a:ext cx="84707" cy="154465"/>
            </a:xfrm>
            <a:custGeom>
              <a:avLst/>
              <a:gdLst/>
              <a:ahLst/>
              <a:cxnLst>
                <a:cxn ang="0">
                  <a:pos x="99" y="138"/>
                </a:cxn>
                <a:cxn ang="0">
                  <a:pos x="76" y="184"/>
                </a:cxn>
                <a:cxn ang="0">
                  <a:pos x="33" y="155"/>
                </a:cxn>
                <a:cxn ang="0">
                  <a:pos x="5" y="51"/>
                </a:cxn>
                <a:cxn ang="0">
                  <a:pos x="28" y="5"/>
                </a:cxn>
                <a:cxn ang="0">
                  <a:pos x="71" y="33"/>
                </a:cxn>
                <a:cxn ang="0">
                  <a:pos x="99" y="138"/>
                </a:cxn>
              </a:cxnLst>
              <a:rect l="0" t="0" r="r" b="b"/>
              <a:pathLst>
                <a:path w="104" h="189">
                  <a:moveTo>
                    <a:pt x="99" y="138"/>
                  </a:moveTo>
                  <a:cubicBezTo>
                    <a:pt x="104" y="158"/>
                    <a:pt x="94" y="179"/>
                    <a:pt x="76" y="184"/>
                  </a:cubicBezTo>
                  <a:cubicBezTo>
                    <a:pt x="58" y="189"/>
                    <a:pt x="39" y="176"/>
                    <a:pt x="33" y="155"/>
                  </a:cubicBezTo>
                  <a:cubicBezTo>
                    <a:pt x="5" y="51"/>
                    <a:pt x="5" y="51"/>
                    <a:pt x="5" y="51"/>
                  </a:cubicBezTo>
                  <a:cubicBezTo>
                    <a:pt x="0" y="31"/>
                    <a:pt x="10" y="10"/>
                    <a:pt x="28" y="5"/>
                  </a:cubicBezTo>
                  <a:cubicBezTo>
                    <a:pt x="46" y="0"/>
                    <a:pt x="65" y="13"/>
                    <a:pt x="71" y="33"/>
                  </a:cubicBezTo>
                  <a:lnTo>
                    <a:pt x="99" y="138"/>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29" name="íŝ1íḑè"/>
            <p:cNvSpPr/>
            <p:nvPr/>
          </p:nvSpPr>
          <p:spPr bwMode="auto">
            <a:xfrm>
              <a:off x="5290788" y="3397482"/>
              <a:ext cx="85704" cy="153469"/>
            </a:xfrm>
            <a:custGeom>
              <a:avLst/>
              <a:gdLst/>
              <a:ahLst/>
              <a:cxnLst>
                <a:cxn ang="0">
                  <a:pos x="5" y="51"/>
                </a:cxn>
                <a:cxn ang="0">
                  <a:pos x="28" y="5"/>
                </a:cxn>
                <a:cxn ang="0">
                  <a:pos x="71" y="33"/>
                </a:cxn>
                <a:cxn ang="0">
                  <a:pos x="99" y="137"/>
                </a:cxn>
                <a:cxn ang="0">
                  <a:pos x="76" y="183"/>
                </a:cxn>
                <a:cxn ang="0">
                  <a:pos x="33" y="155"/>
                </a:cxn>
                <a:cxn ang="0">
                  <a:pos x="5" y="51"/>
                </a:cxn>
              </a:cxnLst>
              <a:rect l="0" t="0" r="r" b="b"/>
              <a:pathLst>
                <a:path w="104" h="188">
                  <a:moveTo>
                    <a:pt x="5" y="51"/>
                  </a:moveTo>
                  <a:cubicBezTo>
                    <a:pt x="0" y="30"/>
                    <a:pt x="10" y="10"/>
                    <a:pt x="28" y="5"/>
                  </a:cubicBezTo>
                  <a:cubicBezTo>
                    <a:pt x="46" y="0"/>
                    <a:pt x="65" y="13"/>
                    <a:pt x="71" y="33"/>
                  </a:cubicBezTo>
                  <a:cubicBezTo>
                    <a:pt x="99" y="137"/>
                    <a:pt x="99" y="137"/>
                    <a:pt x="99" y="137"/>
                  </a:cubicBezTo>
                  <a:cubicBezTo>
                    <a:pt x="104" y="158"/>
                    <a:pt x="94" y="179"/>
                    <a:pt x="76" y="183"/>
                  </a:cubicBezTo>
                  <a:cubicBezTo>
                    <a:pt x="58" y="188"/>
                    <a:pt x="39" y="175"/>
                    <a:pt x="33" y="155"/>
                  </a:cubicBezTo>
                  <a:lnTo>
                    <a:pt x="5" y="51"/>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0" name="ïṡľíḓe"/>
            <p:cNvSpPr/>
            <p:nvPr/>
          </p:nvSpPr>
          <p:spPr bwMode="auto">
            <a:xfrm>
              <a:off x="4561311" y="3030751"/>
              <a:ext cx="154466" cy="85703"/>
            </a:xfrm>
            <a:custGeom>
              <a:avLst/>
              <a:gdLst/>
              <a:ahLst/>
              <a:cxnLst>
                <a:cxn ang="0">
                  <a:pos x="155" y="72"/>
                </a:cxn>
                <a:cxn ang="0">
                  <a:pos x="184" y="29"/>
                </a:cxn>
                <a:cxn ang="0">
                  <a:pos x="138" y="6"/>
                </a:cxn>
                <a:cxn ang="0">
                  <a:pos x="34" y="34"/>
                </a:cxn>
                <a:cxn ang="0">
                  <a:pos x="5" y="77"/>
                </a:cxn>
                <a:cxn ang="0">
                  <a:pos x="51" y="99"/>
                </a:cxn>
                <a:cxn ang="0">
                  <a:pos x="155" y="72"/>
                </a:cxn>
              </a:cxnLst>
              <a:rect l="0" t="0" r="r" b="b"/>
              <a:pathLst>
                <a:path w="189" h="105">
                  <a:moveTo>
                    <a:pt x="155" y="72"/>
                  </a:moveTo>
                  <a:cubicBezTo>
                    <a:pt x="176" y="66"/>
                    <a:pt x="189" y="47"/>
                    <a:pt x="184" y="29"/>
                  </a:cubicBezTo>
                  <a:cubicBezTo>
                    <a:pt x="179" y="11"/>
                    <a:pt x="158" y="0"/>
                    <a:pt x="138" y="6"/>
                  </a:cubicBezTo>
                  <a:cubicBezTo>
                    <a:pt x="34" y="34"/>
                    <a:pt x="34" y="34"/>
                    <a:pt x="34" y="34"/>
                  </a:cubicBezTo>
                  <a:cubicBezTo>
                    <a:pt x="13" y="39"/>
                    <a:pt x="0" y="59"/>
                    <a:pt x="5" y="77"/>
                  </a:cubicBezTo>
                  <a:cubicBezTo>
                    <a:pt x="10" y="95"/>
                    <a:pt x="31" y="105"/>
                    <a:pt x="51" y="99"/>
                  </a:cubicBezTo>
                  <a:lnTo>
                    <a:pt x="155" y="72"/>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1" name="îšļiḋe"/>
            <p:cNvSpPr/>
            <p:nvPr/>
          </p:nvSpPr>
          <p:spPr bwMode="auto">
            <a:xfrm>
              <a:off x="5448243" y="2317220"/>
              <a:ext cx="109621" cy="146493"/>
            </a:xfrm>
            <a:custGeom>
              <a:avLst/>
              <a:gdLst/>
              <a:ahLst/>
              <a:cxnLst>
                <a:cxn ang="0">
                  <a:pos x="10" y="119"/>
                </a:cxn>
                <a:cxn ang="0">
                  <a:pos x="21" y="170"/>
                </a:cxn>
                <a:cxn ang="0">
                  <a:pos x="69" y="153"/>
                </a:cxn>
                <a:cxn ang="0">
                  <a:pos x="123" y="60"/>
                </a:cxn>
                <a:cxn ang="0">
                  <a:pos x="113" y="9"/>
                </a:cxn>
                <a:cxn ang="0">
                  <a:pos x="64" y="26"/>
                </a:cxn>
                <a:cxn ang="0">
                  <a:pos x="10" y="119"/>
                </a:cxn>
              </a:cxnLst>
              <a:rect l="0" t="0" r="r" b="b"/>
              <a:pathLst>
                <a:path w="134" h="179">
                  <a:moveTo>
                    <a:pt x="10" y="119"/>
                  </a:moveTo>
                  <a:cubicBezTo>
                    <a:pt x="0" y="138"/>
                    <a:pt x="4" y="160"/>
                    <a:pt x="21" y="170"/>
                  </a:cubicBezTo>
                  <a:cubicBezTo>
                    <a:pt x="37" y="179"/>
                    <a:pt x="59" y="171"/>
                    <a:pt x="69" y="153"/>
                  </a:cubicBezTo>
                  <a:cubicBezTo>
                    <a:pt x="123" y="60"/>
                    <a:pt x="123" y="60"/>
                    <a:pt x="123" y="60"/>
                  </a:cubicBezTo>
                  <a:cubicBezTo>
                    <a:pt x="134" y="41"/>
                    <a:pt x="129" y="19"/>
                    <a:pt x="113" y="9"/>
                  </a:cubicBezTo>
                  <a:cubicBezTo>
                    <a:pt x="97" y="0"/>
                    <a:pt x="75" y="7"/>
                    <a:pt x="64" y="26"/>
                  </a:cubicBezTo>
                  <a:lnTo>
                    <a:pt x="10" y="119"/>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2" name="ïś1íḑè"/>
            <p:cNvSpPr/>
            <p:nvPr/>
          </p:nvSpPr>
          <p:spPr bwMode="auto">
            <a:xfrm>
              <a:off x="4613132" y="2606220"/>
              <a:ext cx="146493" cy="109621"/>
            </a:xfrm>
            <a:custGeom>
              <a:avLst/>
              <a:gdLst/>
              <a:ahLst/>
              <a:cxnLst>
                <a:cxn ang="0">
                  <a:pos x="59" y="11"/>
                </a:cxn>
                <a:cxn ang="0">
                  <a:pos x="9" y="21"/>
                </a:cxn>
                <a:cxn ang="0">
                  <a:pos x="25" y="69"/>
                </a:cxn>
                <a:cxn ang="0">
                  <a:pos x="119" y="123"/>
                </a:cxn>
                <a:cxn ang="0">
                  <a:pos x="169" y="113"/>
                </a:cxn>
                <a:cxn ang="0">
                  <a:pos x="153" y="65"/>
                </a:cxn>
                <a:cxn ang="0">
                  <a:pos x="59" y="11"/>
                </a:cxn>
              </a:cxnLst>
              <a:rect l="0" t="0" r="r" b="b"/>
              <a:pathLst>
                <a:path w="179" h="134">
                  <a:moveTo>
                    <a:pt x="59" y="11"/>
                  </a:moveTo>
                  <a:cubicBezTo>
                    <a:pt x="41" y="0"/>
                    <a:pt x="18" y="5"/>
                    <a:pt x="9" y="21"/>
                  </a:cubicBezTo>
                  <a:cubicBezTo>
                    <a:pt x="0" y="37"/>
                    <a:pt x="7" y="59"/>
                    <a:pt x="25" y="69"/>
                  </a:cubicBezTo>
                  <a:cubicBezTo>
                    <a:pt x="119" y="123"/>
                    <a:pt x="119" y="123"/>
                    <a:pt x="119" y="123"/>
                  </a:cubicBezTo>
                  <a:cubicBezTo>
                    <a:pt x="137" y="134"/>
                    <a:pt x="160" y="129"/>
                    <a:pt x="169" y="113"/>
                  </a:cubicBezTo>
                  <a:cubicBezTo>
                    <a:pt x="179" y="97"/>
                    <a:pt x="171" y="75"/>
                    <a:pt x="153" y="65"/>
                  </a:cubicBezTo>
                  <a:lnTo>
                    <a:pt x="59" y="11"/>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3" name="ïṥḻîďé"/>
            <p:cNvSpPr/>
            <p:nvPr/>
          </p:nvSpPr>
          <p:spPr bwMode="auto">
            <a:xfrm>
              <a:off x="5592743" y="3172261"/>
              <a:ext cx="146493" cy="109621"/>
            </a:xfrm>
            <a:custGeom>
              <a:avLst/>
              <a:gdLst/>
              <a:ahLst/>
              <a:cxnLst>
                <a:cxn ang="0">
                  <a:pos x="60" y="10"/>
                </a:cxn>
                <a:cxn ang="0">
                  <a:pos x="9" y="21"/>
                </a:cxn>
                <a:cxn ang="0">
                  <a:pos x="26" y="69"/>
                </a:cxn>
                <a:cxn ang="0">
                  <a:pos x="119" y="123"/>
                </a:cxn>
                <a:cxn ang="0">
                  <a:pos x="169" y="113"/>
                </a:cxn>
                <a:cxn ang="0">
                  <a:pos x="153" y="64"/>
                </a:cxn>
                <a:cxn ang="0">
                  <a:pos x="60" y="10"/>
                </a:cxn>
              </a:cxnLst>
              <a:rect l="0" t="0" r="r" b="b"/>
              <a:pathLst>
                <a:path w="179" h="134">
                  <a:moveTo>
                    <a:pt x="60" y="10"/>
                  </a:moveTo>
                  <a:cubicBezTo>
                    <a:pt x="41" y="0"/>
                    <a:pt x="19" y="4"/>
                    <a:pt x="9" y="21"/>
                  </a:cubicBezTo>
                  <a:cubicBezTo>
                    <a:pt x="0" y="37"/>
                    <a:pt x="7" y="59"/>
                    <a:pt x="26" y="69"/>
                  </a:cubicBezTo>
                  <a:cubicBezTo>
                    <a:pt x="119" y="123"/>
                    <a:pt x="119" y="123"/>
                    <a:pt x="119" y="123"/>
                  </a:cubicBezTo>
                  <a:cubicBezTo>
                    <a:pt x="137" y="134"/>
                    <a:pt x="160" y="129"/>
                    <a:pt x="169" y="113"/>
                  </a:cubicBezTo>
                  <a:cubicBezTo>
                    <a:pt x="179" y="97"/>
                    <a:pt x="171" y="75"/>
                    <a:pt x="153" y="64"/>
                  </a:cubicBezTo>
                  <a:lnTo>
                    <a:pt x="60" y="10"/>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4" name="islîḓè"/>
            <p:cNvSpPr>
              <a:spLocks noEditPoints="1"/>
            </p:cNvSpPr>
            <p:nvPr/>
          </p:nvSpPr>
          <p:spPr bwMode="auto">
            <a:xfrm>
              <a:off x="4733715" y="2441789"/>
              <a:ext cx="942739" cy="1026448"/>
            </a:xfrm>
            <a:custGeom>
              <a:avLst/>
              <a:gdLst/>
              <a:ahLst/>
              <a:cxnLst>
                <a:cxn ang="0">
                  <a:pos x="510" y="1256"/>
                </a:cxn>
                <a:cxn ang="0">
                  <a:pos x="0" y="961"/>
                </a:cxn>
                <a:cxn ang="0">
                  <a:pos x="13" y="937"/>
                </a:cxn>
                <a:cxn ang="0">
                  <a:pos x="32" y="713"/>
                </a:cxn>
                <a:cxn ang="0">
                  <a:pos x="73" y="317"/>
                </a:cxn>
                <a:cxn ang="0">
                  <a:pos x="373" y="37"/>
                </a:cxn>
                <a:cxn ang="0">
                  <a:pos x="616" y="7"/>
                </a:cxn>
                <a:cxn ang="0">
                  <a:pos x="848" y="77"/>
                </a:cxn>
                <a:cxn ang="0">
                  <a:pos x="852" y="80"/>
                </a:cxn>
                <a:cxn ang="0">
                  <a:pos x="853" y="80"/>
                </a:cxn>
                <a:cxn ang="0">
                  <a:pos x="1029" y="245"/>
                </a:cxn>
                <a:cxn ang="0">
                  <a:pos x="1125" y="470"/>
                </a:cxn>
                <a:cxn ang="0">
                  <a:pos x="1032" y="870"/>
                </a:cxn>
                <a:cxn ang="0">
                  <a:pos x="710" y="1104"/>
                </a:cxn>
                <a:cxn ang="0">
                  <a:pos x="524" y="1232"/>
                </a:cxn>
                <a:cxn ang="0">
                  <a:pos x="510" y="1256"/>
                </a:cxn>
                <a:cxn ang="0">
                  <a:pos x="75" y="939"/>
                </a:cxn>
                <a:cxn ang="0">
                  <a:pos x="492" y="1180"/>
                </a:cxn>
                <a:cxn ang="0">
                  <a:pos x="686" y="1053"/>
                </a:cxn>
                <a:cxn ang="0">
                  <a:pos x="987" y="836"/>
                </a:cxn>
                <a:cxn ang="0">
                  <a:pos x="1069" y="481"/>
                </a:cxn>
                <a:cxn ang="0">
                  <a:pos x="824" y="128"/>
                </a:cxn>
                <a:cxn ang="0">
                  <a:pos x="820" y="126"/>
                </a:cxn>
                <a:cxn ang="0">
                  <a:pos x="392" y="90"/>
                </a:cxn>
                <a:cxn ang="0">
                  <a:pos x="125" y="339"/>
                </a:cxn>
                <a:cxn ang="0">
                  <a:pos x="88" y="708"/>
                </a:cxn>
                <a:cxn ang="0">
                  <a:pos x="75" y="939"/>
                </a:cxn>
              </a:cxnLst>
              <a:rect l="0" t="0" r="r" b="b"/>
              <a:pathLst>
                <a:path w="1152" h="1256">
                  <a:moveTo>
                    <a:pt x="510" y="1256"/>
                  </a:moveTo>
                  <a:cubicBezTo>
                    <a:pt x="0" y="961"/>
                    <a:pt x="0" y="961"/>
                    <a:pt x="0" y="961"/>
                  </a:cubicBezTo>
                  <a:cubicBezTo>
                    <a:pt x="13" y="937"/>
                    <a:pt x="13" y="937"/>
                    <a:pt x="13" y="937"/>
                  </a:cubicBezTo>
                  <a:cubicBezTo>
                    <a:pt x="46" y="877"/>
                    <a:pt x="40" y="801"/>
                    <a:pt x="32" y="713"/>
                  </a:cubicBezTo>
                  <a:cubicBezTo>
                    <a:pt x="23" y="604"/>
                    <a:pt x="11" y="468"/>
                    <a:pt x="73" y="317"/>
                  </a:cubicBezTo>
                  <a:cubicBezTo>
                    <a:pt x="128" y="184"/>
                    <a:pt x="234" y="85"/>
                    <a:pt x="373" y="37"/>
                  </a:cubicBezTo>
                  <a:cubicBezTo>
                    <a:pt x="449" y="10"/>
                    <a:pt x="533" y="0"/>
                    <a:pt x="616" y="7"/>
                  </a:cubicBezTo>
                  <a:cubicBezTo>
                    <a:pt x="699" y="14"/>
                    <a:pt x="779" y="38"/>
                    <a:pt x="848" y="77"/>
                  </a:cubicBezTo>
                  <a:cubicBezTo>
                    <a:pt x="852" y="80"/>
                    <a:pt x="852" y="80"/>
                    <a:pt x="852" y="80"/>
                  </a:cubicBezTo>
                  <a:cubicBezTo>
                    <a:pt x="853" y="80"/>
                    <a:pt x="853" y="80"/>
                    <a:pt x="853" y="80"/>
                  </a:cubicBezTo>
                  <a:cubicBezTo>
                    <a:pt x="920" y="120"/>
                    <a:pt x="981" y="177"/>
                    <a:pt x="1029" y="245"/>
                  </a:cubicBezTo>
                  <a:cubicBezTo>
                    <a:pt x="1076" y="313"/>
                    <a:pt x="1109" y="391"/>
                    <a:pt x="1125" y="470"/>
                  </a:cubicBezTo>
                  <a:cubicBezTo>
                    <a:pt x="1152" y="615"/>
                    <a:pt x="1119" y="757"/>
                    <a:pt x="1032" y="870"/>
                  </a:cubicBezTo>
                  <a:cubicBezTo>
                    <a:pt x="932" y="1000"/>
                    <a:pt x="809" y="1057"/>
                    <a:pt x="710" y="1104"/>
                  </a:cubicBezTo>
                  <a:cubicBezTo>
                    <a:pt x="629" y="1141"/>
                    <a:pt x="560" y="1174"/>
                    <a:pt x="524" y="1232"/>
                  </a:cubicBezTo>
                  <a:lnTo>
                    <a:pt x="510" y="1256"/>
                  </a:lnTo>
                  <a:close/>
                  <a:moveTo>
                    <a:pt x="75" y="939"/>
                  </a:moveTo>
                  <a:cubicBezTo>
                    <a:pt x="492" y="1180"/>
                    <a:pt x="492" y="1180"/>
                    <a:pt x="492" y="1180"/>
                  </a:cubicBezTo>
                  <a:cubicBezTo>
                    <a:pt x="538" y="1122"/>
                    <a:pt x="607" y="1090"/>
                    <a:pt x="686" y="1053"/>
                  </a:cubicBezTo>
                  <a:cubicBezTo>
                    <a:pt x="784" y="1007"/>
                    <a:pt x="896" y="955"/>
                    <a:pt x="987" y="836"/>
                  </a:cubicBezTo>
                  <a:cubicBezTo>
                    <a:pt x="1087" y="707"/>
                    <a:pt x="1087" y="572"/>
                    <a:pt x="1069" y="481"/>
                  </a:cubicBezTo>
                  <a:cubicBezTo>
                    <a:pt x="1042" y="337"/>
                    <a:pt x="948" y="201"/>
                    <a:pt x="824" y="128"/>
                  </a:cubicBezTo>
                  <a:cubicBezTo>
                    <a:pt x="820" y="126"/>
                    <a:pt x="820" y="126"/>
                    <a:pt x="820" y="126"/>
                  </a:cubicBezTo>
                  <a:cubicBezTo>
                    <a:pt x="695" y="55"/>
                    <a:pt x="530" y="41"/>
                    <a:pt x="392" y="90"/>
                  </a:cubicBezTo>
                  <a:cubicBezTo>
                    <a:pt x="304" y="120"/>
                    <a:pt x="187" y="188"/>
                    <a:pt x="125" y="339"/>
                  </a:cubicBezTo>
                  <a:cubicBezTo>
                    <a:pt x="68" y="477"/>
                    <a:pt x="79" y="600"/>
                    <a:pt x="88" y="708"/>
                  </a:cubicBezTo>
                  <a:cubicBezTo>
                    <a:pt x="96" y="795"/>
                    <a:pt x="102" y="871"/>
                    <a:pt x="75" y="939"/>
                  </a:cubicBez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35" name="îSľïḋé"/>
            <p:cNvSpPr/>
            <p:nvPr/>
          </p:nvSpPr>
          <p:spPr bwMode="auto">
            <a:xfrm>
              <a:off x="5280822" y="2620172"/>
              <a:ext cx="303949" cy="350786"/>
            </a:xfrm>
            <a:custGeom>
              <a:avLst/>
              <a:gdLst/>
              <a:ahLst/>
              <a:cxnLst>
                <a:cxn ang="0">
                  <a:pos x="90" y="42"/>
                </a:cxn>
                <a:cxn ang="0">
                  <a:pos x="16" y="171"/>
                </a:cxn>
                <a:cxn ang="0">
                  <a:pos x="15" y="174"/>
                </a:cxn>
                <a:cxn ang="0">
                  <a:pos x="4" y="267"/>
                </a:cxn>
                <a:cxn ang="0">
                  <a:pos x="40" y="375"/>
                </a:cxn>
                <a:cxn ang="0">
                  <a:pos x="44" y="375"/>
                </a:cxn>
                <a:cxn ang="0">
                  <a:pos x="112" y="379"/>
                </a:cxn>
                <a:cxn ang="0">
                  <a:pos x="149" y="332"/>
                </a:cxn>
                <a:cxn ang="0">
                  <a:pos x="149" y="331"/>
                </a:cxn>
                <a:cxn ang="0">
                  <a:pos x="148" y="330"/>
                </a:cxn>
                <a:cxn ang="0">
                  <a:pos x="131" y="312"/>
                </a:cxn>
                <a:cxn ang="0">
                  <a:pos x="134" y="301"/>
                </a:cxn>
                <a:cxn ang="0">
                  <a:pos x="145" y="304"/>
                </a:cxn>
                <a:cxn ang="0">
                  <a:pos x="192" y="323"/>
                </a:cxn>
                <a:cxn ang="0">
                  <a:pos x="202" y="327"/>
                </a:cxn>
                <a:cxn ang="0">
                  <a:pos x="197" y="337"/>
                </a:cxn>
                <a:cxn ang="0">
                  <a:pos x="171" y="340"/>
                </a:cxn>
                <a:cxn ang="0">
                  <a:pos x="137" y="391"/>
                </a:cxn>
                <a:cxn ang="0">
                  <a:pos x="254" y="416"/>
                </a:cxn>
                <a:cxn ang="0">
                  <a:pos x="319" y="366"/>
                </a:cxn>
                <a:cxn ang="0">
                  <a:pos x="320" y="365"/>
                </a:cxn>
                <a:cxn ang="0">
                  <a:pos x="312" y="237"/>
                </a:cxn>
                <a:cxn ang="0">
                  <a:pos x="306" y="232"/>
                </a:cxn>
                <a:cxn ang="0">
                  <a:pos x="307" y="226"/>
                </a:cxn>
                <a:cxn ang="0">
                  <a:pos x="247" y="115"/>
                </a:cxn>
                <a:cxn ang="0">
                  <a:pos x="227" y="149"/>
                </a:cxn>
                <a:cxn ang="0">
                  <a:pos x="180" y="179"/>
                </a:cxn>
                <a:cxn ang="0">
                  <a:pos x="108" y="171"/>
                </a:cxn>
                <a:cxn ang="0">
                  <a:pos x="106" y="171"/>
                </a:cxn>
                <a:cxn ang="0">
                  <a:pos x="104" y="169"/>
                </a:cxn>
                <a:cxn ang="0">
                  <a:pos x="85" y="182"/>
                </a:cxn>
                <a:cxn ang="0">
                  <a:pos x="78" y="181"/>
                </a:cxn>
                <a:cxn ang="0">
                  <a:pos x="75" y="178"/>
                </a:cxn>
                <a:cxn ang="0">
                  <a:pos x="79" y="168"/>
                </a:cxn>
                <a:cxn ang="0">
                  <a:pos x="106" y="126"/>
                </a:cxn>
                <a:cxn ang="0">
                  <a:pos x="114" y="118"/>
                </a:cxn>
                <a:cxn ang="0">
                  <a:pos x="122" y="125"/>
                </a:cxn>
                <a:cxn ang="0">
                  <a:pos x="118" y="150"/>
                </a:cxn>
                <a:cxn ang="0">
                  <a:pos x="210" y="134"/>
                </a:cxn>
                <a:cxn ang="0">
                  <a:pos x="229" y="96"/>
                </a:cxn>
                <a:cxn ang="0">
                  <a:pos x="192" y="14"/>
                </a:cxn>
                <a:cxn ang="0">
                  <a:pos x="164" y="4"/>
                </a:cxn>
                <a:cxn ang="0">
                  <a:pos x="110" y="18"/>
                </a:cxn>
                <a:cxn ang="0">
                  <a:pos x="90" y="42"/>
                </a:cxn>
              </a:cxnLst>
              <a:rect l="0" t="0" r="r" b="b"/>
              <a:pathLst>
                <a:path w="372" h="428">
                  <a:moveTo>
                    <a:pt x="90" y="42"/>
                  </a:moveTo>
                  <a:cubicBezTo>
                    <a:pt x="16" y="171"/>
                    <a:pt x="16" y="171"/>
                    <a:pt x="16" y="171"/>
                  </a:cubicBezTo>
                  <a:cubicBezTo>
                    <a:pt x="16" y="172"/>
                    <a:pt x="16" y="173"/>
                    <a:pt x="15" y="174"/>
                  </a:cubicBezTo>
                  <a:cubicBezTo>
                    <a:pt x="15" y="175"/>
                    <a:pt x="0" y="215"/>
                    <a:pt x="4" y="267"/>
                  </a:cubicBezTo>
                  <a:cubicBezTo>
                    <a:pt x="6" y="307"/>
                    <a:pt x="19" y="343"/>
                    <a:pt x="40" y="375"/>
                  </a:cubicBezTo>
                  <a:cubicBezTo>
                    <a:pt x="42" y="375"/>
                    <a:pt x="43" y="375"/>
                    <a:pt x="44" y="375"/>
                  </a:cubicBezTo>
                  <a:cubicBezTo>
                    <a:pt x="71" y="387"/>
                    <a:pt x="93" y="388"/>
                    <a:pt x="112" y="379"/>
                  </a:cubicBezTo>
                  <a:cubicBezTo>
                    <a:pt x="139" y="366"/>
                    <a:pt x="149" y="333"/>
                    <a:pt x="149" y="332"/>
                  </a:cubicBezTo>
                  <a:cubicBezTo>
                    <a:pt x="149" y="332"/>
                    <a:pt x="149" y="332"/>
                    <a:pt x="149" y="331"/>
                  </a:cubicBezTo>
                  <a:cubicBezTo>
                    <a:pt x="149" y="331"/>
                    <a:pt x="148" y="331"/>
                    <a:pt x="148" y="330"/>
                  </a:cubicBezTo>
                  <a:cubicBezTo>
                    <a:pt x="137" y="322"/>
                    <a:pt x="131" y="312"/>
                    <a:pt x="131" y="312"/>
                  </a:cubicBezTo>
                  <a:cubicBezTo>
                    <a:pt x="129" y="308"/>
                    <a:pt x="130" y="303"/>
                    <a:pt x="134" y="301"/>
                  </a:cubicBezTo>
                  <a:cubicBezTo>
                    <a:pt x="138" y="299"/>
                    <a:pt x="142" y="300"/>
                    <a:pt x="145" y="304"/>
                  </a:cubicBezTo>
                  <a:cubicBezTo>
                    <a:pt x="145" y="305"/>
                    <a:pt x="162" y="334"/>
                    <a:pt x="192" y="323"/>
                  </a:cubicBezTo>
                  <a:cubicBezTo>
                    <a:pt x="196" y="321"/>
                    <a:pt x="200" y="323"/>
                    <a:pt x="202" y="327"/>
                  </a:cubicBezTo>
                  <a:cubicBezTo>
                    <a:pt x="203" y="331"/>
                    <a:pt x="201" y="336"/>
                    <a:pt x="197" y="337"/>
                  </a:cubicBezTo>
                  <a:cubicBezTo>
                    <a:pt x="188" y="341"/>
                    <a:pt x="179" y="342"/>
                    <a:pt x="171" y="340"/>
                  </a:cubicBezTo>
                  <a:cubicBezTo>
                    <a:pt x="168" y="348"/>
                    <a:pt x="159" y="373"/>
                    <a:pt x="137" y="391"/>
                  </a:cubicBezTo>
                  <a:cubicBezTo>
                    <a:pt x="171" y="421"/>
                    <a:pt x="223" y="428"/>
                    <a:pt x="254" y="416"/>
                  </a:cubicBezTo>
                  <a:cubicBezTo>
                    <a:pt x="298" y="400"/>
                    <a:pt x="319" y="366"/>
                    <a:pt x="319" y="366"/>
                  </a:cubicBezTo>
                  <a:cubicBezTo>
                    <a:pt x="320" y="365"/>
                    <a:pt x="320" y="365"/>
                    <a:pt x="320" y="365"/>
                  </a:cubicBezTo>
                  <a:cubicBezTo>
                    <a:pt x="372" y="283"/>
                    <a:pt x="314" y="238"/>
                    <a:pt x="312" y="237"/>
                  </a:cubicBezTo>
                  <a:cubicBezTo>
                    <a:pt x="306" y="232"/>
                    <a:pt x="306" y="232"/>
                    <a:pt x="306" y="232"/>
                  </a:cubicBezTo>
                  <a:cubicBezTo>
                    <a:pt x="307" y="226"/>
                    <a:pt x="307" y="226"/>
                    <a:pt x="307" y="226"/>
                  </a:cubicBezTo>
                  <a:cubicBezTo>
                    <a:pt x="316" y="167"/>
                    <a:pt x="272" y="131"/>
                    <a:pt x="247" y="115"/>
                  </a:cubicBezTo>
                  <a:cubicBezTo>
                    <a:pt x="244" y="125"/>
                    <a:pt x="237" y="137"/>
                    <a:pt x="227" y="149"/>
                  </a:cubicBezTo>
                  <a:cubicBezTo>
                    <a:pt x="214" y="164"/>
                    <a:pt x="198" y="174"/>
                    <a:pt x="180" y="179"/>
                  </a:cubicBezTo>
                  <a:cubicBezTo>
                    <a:pt x="158" y="185"/>
                    <a:pt x="133" y="182"/>
                    <a:pt x="108" y="171"/>
                  </a:cubicBezTo>
                  <a:cubicBezTo>
                    <a:pt x="107" y="171"/>
                    <a:pt x="107" y="171"/>
                    <a:pt x="106" y="171"/>
                  </a:cubicBezTo>
                  <a:cubicBezTo>
                    <a:pt x="106" y="170"/>
                    <a:pt x="105" y="170"/>
                    <a:pt x="104" y="169"/>
                  </a:cubicBezTo>
                  <a:cubicBezTo>
                    <a:pt x="95" y="178"/>
                    <a:pt x="86" y="182"/>
                    <a:pt x="85" y="182"/>
                  </a:cubicBezTo>
                  <a:cubicBezTo>
                    <a:pt x="83" y="183"/>
                    <a:pt x="81" y="183"/>
                    <a:pt x="78" y="181"/>
                  </a:cubicBezTo>
                  <a:cubicBezTo>
                    <a:pt x="77" y="181"/>
                    <a:pt x="76" y="179"/>
                    <a:pt x="75" y="178"/>
                  </a:cubicBezTo>
                  <a:cubicBezTo>
                    <a:pt x="74" y="174"/>
                    <a:pt x="75" y="169"/>
                    <a:pt x="79" y="168"/>
                  </a:cubicBezTo>
                  <a:cubicBezTo>
                    <a:pt x="81" y="167"/>
                    <a:pt x="108" y="155"/>
                    <a:pt x="106" y="126"/>
                  </a:cubicBezTo>
                  <a:cubicBezTo>
                    <a:pt x="106" y="122"/>
                    <a:pt x="109" y="118"/>
                    <a:pt x="114" y="118"/>
                  </a:cubicBezTo>
                  <a:cubicBezTo>
                    <a:pt x="118" y="118"/>
                    <a:pt x="122" y="121"/>
                    <a:pt x="122" y="125"/>
                  </a:cubicBezTo>
                  <a:cubicBezTo>
                    <a:pt x="123" y="135"/>
                    <a:pt x="121" y="143"/>
                    <a:pt x="118" y="150"/>
                  </a:cubicBezTo>
                  <a:cubicBezTo>
                    <a:pt x="167" y="171"/>
                    <a:pt x="196" y="149"/>
                    <a:pt x="210" y="134"/>
                  </a:cubicBezTo>
                  <a:cubicBezTo>
                    <a:pt x="224" y="117"/>
                    <a:pt x="229" y="97"/>
                    <a:pt x="229" y="96"/>
                  </a:cubicBezTo>
                  <a:cubicBezTo>
                    <a:pt x="236" y="63"/>
                    <a:pt x="221" y="31"/>
                    <a:pt x="192" y="14"/>
                  </a:cubicBezTo>
                  <a:cubicBezTo>
                    <a:pt x="183" y="10"/>
                    <a:pt x="174" y="6"/>
                    <a:pt x="164" y="4"/>
                  </a:cubicBezTo>
                  <a:cubicBezTo>
                    <a:pt x="145" y="0"/>
                    <a:pt x="127" y="5"/>
                    <a:pt x="110" y="18"/>
                  </a:cubicBezTo>
                  <a:cubicBezTo>
                    <a:pt x="97" y="29"/>
                    <a:pt x="90" y="42"/>
                    <a:pt x="90" y="42"/>
                  </a:cubicBezTo>
                  <a:close/>
                </a:path>
              </a:pathLst>
            </a:custGeom>
            <a:solidFill>
              <a:schemeClr val="accent2"/>
            </a:solidFill>
            <a:ln w="9525">
              <a:noFill/>
              <a:round/>
            </a:ln>
          </p:spPr>
          <p:txBody>
            <a:bodyPr vert="horz" wrap="square" lIns="121920" tIns="60960" rIns="121920" bIns="60960" numCol="1" anchor="t" anchorCtr="0" compatLnSpc="1"/>
            <a:lstStyle/>
            <a:p>
              <a:endParaRPr lang="en-US" sz="3200"/>
            </a:p>
          </p:txBody>
        </p:sp>
        <p:sp>
          <p:nvSpPr>
            <p:cNvPr id="36" name="ïśliḍè"/>
            <p:cNvSpPr/>
            <p:nvPr/>
          </p:nvSpPr>
          <p:spPr bwMode="auto">
            <a:xfrm>
              <a:off x="5095463" y="2810513"/>
              <a:ext cx="457418" cy="421541"/>
            </a:xfrm>
            <a:custGeom>
              <a:avLst/>
              <a:gdLst/>
              <a:ahLst/>
              <a:cxnLst>
                <a:cxn ang="0">
                  <a:pos x="362" y="381"/>
                </a:cxn>
                <a:cxn ang="0">
                  <a:pos x="272" y="324"/>
                </a:cxn>
                <a:cxn ang="0">
                  <a:pos x="187" y="270"/>
                </a:cxn>
                <a:cxn ang="0">
                  <a:pos x="206" y="257"/>
                </a:cxn>
                <a:cxn ang="0">
                  <a:pos x="310" y="296"/>
                </a:cxn>
                <a:cxn ang="0">
                  <a:pos x="325" y="302"/>
                </a:cxn>
                <a:cxn ang="0">
                  <a:pos x="409" y="373"/>
                </a:cxn>
                <a:cxn ang="0">
                  <a:pos x="464" y="367"/>
                </a:cxn>
                <a:cxn ang="0">
                  <a:pos x="513" y="267"/>
                </a:cxn>
                <a:cxn ang="0">
                  <a:pos x="518" y="254"/>
                </a:cxn>
                <a:cxn ang="0">
                  <a:pos x="488" y="206"/>
                </a:cxn>
                <a:cxn ang="0">
                  <a:pos x="370" y="192"/>
                </a:cxn>
                <a:cxn ang="0">
                  <a:pos x="294" y="175"/>
                </a:cxn>
                <a:cxn ang="0">
                  <a:pos x="330" y="218"/>
                </a:cxn>
                <a:cxn ang="0">
                  <a:pos x="313" y="221"/>
                </a:cxn>
                <a:cxn ang="0">
                  <a:pos x="206" y="36"/>
                </a:cxn>
                <a:cxn ang="0">
                  <a:pos x="34" y="300"/>
                </a:cxn>
                <a:cxn ang="0">
                  <a:pos x="24" y="452"/>
                </a:cxn>
                <a:cxn ang="0">
                  <a:pos x="67" y="488"/>
                </a:cxn>
                <a:cxn ang="0">
                  <a:pos x="182" y="495"/>
                </a:cxn>
                <a:cxn ang="0">
                  <a:pos x="188" y="492"/>
                </a:cxn>
                <a:cxn ang="0">
                  <a:pos x="251" y="369"/>
                </a:cxn>
                <a:cxn ang="0">
                  <a:pos x="208" y="383"/>
                </a:cxn>
                <a:cxn ang="0">
                  <a:pos x="202" y="374"/>
                </a:cxn>
                <a:cxn ang="0">
                  <a:pos x="227" y="366"/>
                </a:cxn>
                <a:cxn ang="0">
                  <a:pos x="258" y="336"/>
                </a:cxn>
                <a:cxn ang="0">
                  <a:pos x="270" y="346"/>
                </a:cxn>
                <a:cxn ang="0">
                  <a:pos x="215" y="502"/>
                </a:cxn>
                <a:cxn ang="0">
                  <a:pos x="345" y="463"/>
                </a:cxn>
                <a:cxn ang="0">
                  <a:pos x="365" y="414"/>
                </a:cxn>
                <a:cxn ang="0">
                  <a:pos x="388" y="414"/>
                </a:cxn>
                <a:cxn ang="0">
                  <a:pos x="426" y="416"/>
                </a:cxn>
                <a:cxn ang="0">
                  <a:pos x="406" y="396"/>
                </a:cxn>
              </a:cxnLst>
              <a:rect l="0" t="0" r="r" b="b"/>
              <a:pathLst>
                <a:path w="559" h="516">
                  <a:moveTo>
                    <a:pt x="406" y="396"/>
                  </a:moveTo>
                  <a:cubicBezTo>
                    <a:pt x="393" y="394"/>
                    <a:pt x="377" y="390"/>
                    <a:pt x="362" y="381"/>
                  </a:cubicBezTo>
                  <a:cubicBezTo>
                    <a:pt x="342" y="370"/>
                    <a:pt x="323" y="351"/>
                    <a:pt x="308" y="321"/>
                  </a:cubicBezTo>
                  <a:cubicBezTo>
                    <a:pt x="300" y="323"/>
                    <a:pt x="287" y="325"/>
                    <a:pt x="272" y="324"/>
                  </a:cubicBezTo>
                  <a:cubicBezTo>
                    <a:pt x="260" y="323"/>
                    <a:pt x="244" y="320"/>
                    <a:pt x="228" y="311"/>
                  </a:cubicBezTo>
                  <a:cubicBezTo>
                    <a:pt x="214" y="303"/>
                    <a:pt x="199" y="290"/>
                    <a:pt x="187" y="270"/>
                  </a:cubicBezTo>
                  <a:cubicBezTo>
                    <a:pt x="183" y="264"/>
                    <a:pt x="185" y="257"/>
                    <a:pt x="190" y="254"/>
                  </a:cubicBezTo>
                  <a:cubicBezTo>
                    <a:pt x="196" y="250"/>
                    <a:pt x="203" y="252"/>
                    <a:pt x="206" y="257"/>
                  </a:cubicBezTo>
                  <a:cubicBezTo>
                    <a:pt x="243" y="315"/>
                    <a:pt x="295" y="301"/>
                    <a:pt x="308" y="297"/>
                  </a:cubicBezTo>
                  <a:cubicBezTo>
                    <a:pt x="308" y="296"/>
                    <a:pt x="309" y="296"/>
                    <a:pt x="310" y="296"/>
                  </a:cubicBezTo>
                  <a:cubicBezTo>
                    <a:pt x="313" y="294"/>
                    <a:pt x="316" y="294"/>
                    <a:pt x="319" y="296"/>
                  </a:cubicBezTo>
                  <a:cubicBezTo>
                    <a:pt x="322" y="297"/>
                    <a:pt x="324" y="299"/>
                    <a:pt x="325" y="302"/>
                  </a:cubicBezTo>
                  <a:cubicBezTo>
                    <a:pt x="326" y="303"/>
                    <a:pt x="326" y="303"/>
                    <a:pt x="326" y="304"/>
                  </a:cubicBezTo>
                  <a:cubicBezTo>
                    <a:pt x="344" y="345"/>
                    <a:pt x="372" y="368"/>
                    <a:pt x="409" y="373"/>
                  </a:cubicBezTo>
                  <a:cubicBezTo>
                    <a:pt x="438" y="376"/>
                    <a:pt x="461" y="368"/>
                    <a:pt x="462" y="368"/>
                  </a:cubicBezTo>
                  <a:cubicBezTo>
                    <a:pt x="462" y="367"/>
                    <a:pt x="463" y="367"/>
                    <a:pt x="464" y="367"/>
                  </a:cubicBezTo>
                  <a:cubicBezTo>
                    <a:pt x="490" y="353"/>
                    <a:pt x="506" y="333"/>
                    <a:pt x="512" y="308"/>
                  </a:cubicBezTo>
                  <a:cubicBezTo>
                    <a:pt x="517" y="285"/>
                    <a:pt x="513" y="267"/>
                    <a:pt x="513" y="267"/>
                  </a:cubicBezTo>
                  <a:cubicBezTo>
                    <a:pt x="511" y="259"/>
                    <a:pt x="511" y="259"/>
                    <a:pt x="511" y="259"/>
                  </a:cubicBezTo>
                  <a:cubicBezTo>
                    <a:pt x="518" y="254"/>
                    <a:pt x="518" y="254"/>
                    <a:pt x="518" y="254"/>
                  </a:cubicBezTo>
                  <a:cubicBezTo>
                    <a:pt x="559" y="224"/>
                    <a:pt x="557" y="186"/>
                    <a:pt x="551" y="163"/>
                  </a:cubicBezTo>
                  <a:cubicBezTo>
                    <a:pt x="539" y="177"/>
                    <a:pt x="518" y="195"/>
                    <a:pt x="488" y="206"/>
                  </a:cubicBezTo>
                  <a:cubicBezTo>
                    <a:pt x="465" y="214"/>
                    <a:pt x="438" y="215"/>
                    <a:pt x="410" y="208"/>
                  </a:cubicBezTo>
                  <a:cubicBezTo>
                    <a:pt x="396" y="205"/>
                    <a:pt x="382" y="199"/>
                    <a:pt x="370" y="192"/>
                  </a:cubicBezTo>
                  <a:cubicBezTo>
                    <a:pt x="359" y="186"/>
                    <a:pt x="350" y="179"/>
                    <a:pt x="342" y="171"/>
                  </a:cubicBezTo>
                  <a:cubicBezTo>
                    <a:pt x="327" y="176"/>
                    <a:pt x="311" y="178"/>
                    <a:pt x="294" y="175"/>
                  </a:cubicBezTo>
                  <a:cubicBezTo>
                    <a:pt x="304" y="184"/>
                    <a:pt x="315" y="193"/>
                    <a:pt x="327" y="202"/>
                  </a:cubicBezTo>
                  <a:cubicBezTo>
                    <a:pt x="332" y="205"/>
                    <a:pt x="333" y="213"/>
                    <a:pt x="330" y="218"/>
                  </a:cubicBezTo>
                  <a:cubicBezTo>
                    <a:pt x="326" y="223"/>
                    <a:pt x="319" y="224"/>
                    <a:pt x="314" y="221"/>
                  </a:cubicBezTo>
                  <a:cubicBezTo>
                    <a:pt x="314" y="221"/>
                    <a:pt x="314" y="221"/>
                    <a:pt x="313" y="221"/>
                  </a:cubicBezTo>
                  <a:cubicBezTo>
                    <a:pt x="277" y="195"/>
                    <a:pt x="249" y="165"/>
                    <a:pt x="231" y="129"/>
                  </a:cubicBezTo>
                  <a:cubicBezTo>
                    <a:pt x="217" y="101"/>
                    <a:pt x="209" y="69"/>
                    <a:pt x="206" y="36"/>
                  </a:cubicBezTo>
                  <a:cubicBezTo>
                    <a:pt x="206" y="23"/>
                    <a:pt x="206" y="11"/>
                    <a:pt x="207" y="0"/>
                  </a:cubicBezTo>
                  <a:cubicBezTo>
                    <a:pt x="34" y="300"/>
                    <a:pt x="34" y="300"/>
                    <a:pt x="34" y="300"/>
                  </a:cubicBezTo>
                  <a:cubicBezTo>
                    <a:pt x="17" y="329"/>
                    <a:pt x="2" y="357"/>
                    <a:pt x="1" y="389"/>
                  </a:cubicBezTo>
                  <a:cubicBezTo>
                    <a:pt x="0" y="427"/>
                    <a:pt x="24" y="452"/>
                    <a:pt x="24" y="452"/>
                  </a:cubicBezTo>
                  <a:cubicBezTo>
                    <a:pt x="24" y="453"/>
                    <a:pt x="24" y="453"/>
                    <a:pt x="24" y="453"/>
                  </a:cubicBezTo>
                  <a:cubicBezTo>
                    <a:pt x="38" y="467"/>
                    <a:pt x="52" y="479"/>
                    <a:pt x="67" y="488"/>
                  </a:cubicBezTo>
                  <a:cubicBezTo>
                    <a:pt x="93" y="502"/>
                    <a:pt x="120" y="508"/>
                    <a:pt x="148" y="505"/>
                  </a:cubicBezTo>
                  <a:cubicBezTo>
                    <a:pt x="169" y="502"/>
                    <a:pt x="182" y="495"/>
                    <a:pt x="182" y="495"/>
                  </a:cubicBezTo>
                  <a:cubicBezTo>
                    <a:pt x="187" y="492"/>
                    <a:pt x="187" y="492"/>
                    <a:pt x="187" y="492"/>
                  </a:cubicBezTo>
                  <a:cubicBezTo>
                    <a:pt x="188" y="492"/>
                    <a:pt x="188" y="492"/>
                    <a:pt x="188" y="492"/>
                  </a:cubicBezTo>
                  <a:cubicBezTo>
                    <a:pt x="193" y="489"/>
                    <a:pt x="202" y="484"/>
                    <a:pt x="210" y="476"/>
                  </a:cubicBezTo>
                  <a:cubicBezTo>
                    <a:pt x="225" y="462"/>
                    <a:pt x="257" y="424"/>
                    <a:pt x="251" y="369"/>
                  </a:cubicBezTo>
                  <a:cubicBezTo>
                    <a:pt x="244" y="375"/>
                    <a:pt x="237" y="379"/>
                    <a:pt x="231" y="381"/>
                  </a:cubicBezTo>
                  <a:cubicBezTo>
                    <a:pt x="219" y="384"/>
                    <a:pt x="209" y="383"/>
                    <a:pt x="208" y="383"/>
                  </a:cubicBezTo>
                  <a:cubicBezTo>
                    <a:pt x="207" y="382"/>
                    <a:pt x="206" y="382"/>
                    <a:pt x="205" y="382"/>
                  </a:cubicBezTo>
                  <a:cubicBezTo>
                    <a:pt x="203" y="380"/>
                    <a:pt x="201" y="377"/>
                    <a:pt x="202" y="374"/>
                  </a:cubicBezTo>
                  <a:cubicBezTo>
                    <a:pt x="202" y="369"/>
                    <a:pt x="206" y="367"/>
                    <a:pt x="211" y="367"/>
                  </a:cubicBezTo>
                  <a:cubicBezTo>
                    <a:pt x="211" y="367"/>
                    <a:pt x="218" y="368"/>
                    <a:pt x="227" y="366"/>
                  </a:cubicBezTo>
                  <a:cubicBezTo>
                    <a:pt x="237" y="362"/>
                    <a:pt x="245" y="354"/>
                    <a:pt x="248" y="341"/>
                  </a:cubicBezTo>
                  <a:cubicBezTo>
                    <a:pt x="249" y="337"/>
                    <a:pt x="254" y="335"/>
                    <a:pt x="258" y="336"/>
                  </a:cubicBezTo>
                  <a:cubicBezTo>
                    <a:pt x="259" y="336"/>
                    <a:pt x="259" y="337"/>
                    <a:pt x="260" y="337"/>
                  </a:cubicBezTo>
                  <a:cubicBezTo>
                    <a:pt x="265" y="338"/>
                    <a:pt x="269" y="341"/>
                    <a:pt x="270" y="346"/>
                  </a:cubicBezTo>
                  <a:cubicBezTo>
                    <a:pt x="289" y="422"/>
                    <a:pt x="246" y="474"/>
                    <a:pt x="226" y="493"/>
                  </a:cubicBezTo>
                  <a:cubicBezTo>
                    <a:pt x="222" y="497"/>
                    <a:pt x="218" y="500"/>
                    <a:pt x="215" y="502"/>
                  </a:cubicBezTo>
                  <a:cubicBezTo>
                    <a:pt x="262" y="516"/>
                    <a:pt x="306" y="503"/>
                    <a:pt x="343" y="465"/>
                  </a:cubicBezTo>
                  <a:cubicBezTo>
                    <a:pt x="343" y="464"/>
                    <a:pt x="344" y="463"/>
                    <a:pt x="345" y="463"/>
                  </a:cubicBezTo>
                  <a:cubicBezTo>
                    <a:pt x="345" y="462"/>
                    <a:pt x="346" y="461"/>
                    <a:pt x="346" y="461"/>
                  </a:cubicBezTo>
                  <a:cubicBezTo>
                    <a:pt x="351" y="456"/>
                    <a:pt x="365" y="436"/>
                    <a:pt x="365" y="414"/>
                  </a:cubicBezTo>
                  <a:cubicBezTo>
                    <a:pt x="365" y="408"/>
                    <a:pt x="370" y="403"/>
                    <a:pt x="377" y="403"/>
                  </a:cubicBezTo>
                  <a:cubicBezTo>
                    <a:pt x="383" y="402"/>
                    <a:pt x="388" y="408"/>
                    <a:pt x="388" y="414"/>
                  </a:cubicBezTo>
                  <a:cubicBezTo>
                    <a:pt x="389" y="428"/>
                    <a:pt x="385" y="441"/>
                    <a:pt x="380" y="451"/>
                  </a:cubicBezTo>
                  <a:cubicBezTo>
                    <a:pt x="398" y="444"/>
                    <a:pt x="413" y="433"/>
                    <a:pt x="426" y="416"/>
                  </a:cubicBezTo>
                  <a:cubicBezTo>
                    <a:pt x="432" y="409"/>
                    <a:pt x="436" y="402"/>
                    <a:pt x="439" y="396"/>
                  </a:cubicBezTo>
                  <a:cubicBezTo>
                    <a:pt x="430" y="397"/>
                    <a:pt x="418" y="397"/>
                    <a:pt x="406" y="396"/>
                  </a:cubicBezTo>
                  <a:close/>
                </a:path>
              </a:pathLst>
            </a:custGeom>
            <a:solidFill>
              <a:schemeClr val="accent4"/>
            </a:solidFill>
            <a:ln w="9525">
              <a:noFill/>
              <a:round/>
            </a:ln>
          </p:spPr>
          <p:txBody>
            <a:bodyPr vert="horz" wrap="square" lIns="121920" tIns="60960" rIns="121920" bIns="60960" numCol="1" anchor="t" anchorCtr="0" compatLnSpc="1"/>
            <a:lstStyle/>
            <a:p>
              <a:endParaRPr lang="en-US" sz="3200"/>
            </a:p>
          </p:txBody>
        </p:sp>
        <p:sp>
          <p:nvSpPr>
            <p:cNvPr id="37" name="iśḻídè"/>
            <p:cNvSpPr/>
            <p:nvPr/>
          </p:nvSpPr>
          <p:spPr bwMode="auto">
            <a:xfrm>
              <a:off x="4856291" y="2548420"/>
              <a:ext cx="491300" cy="567038"/>
            </a:xfrm>
            <a:custGeom>
              <a:avLst/>
              <a:gdLst/>
              <a:ahLst/>
              <a:cxnLst>
                <a:cxn ang="0">
                  <a:pos x="234" y="325"/>
                </a:cxn>
                <a:cxn ang="0">
                  <a:pos x="132" y="258"/>
                </a:cxn>
                <a:cxn ang="0">
                  <a:pos x="171" y="259"/>
                </a:cxn>
                <a:cxn ang="0">
                  <a:pos x="457" y="297"/>
                </a:cxn>
                <a:cxn ang="0">
                  <a:pos x="511" y="248"/>
                </a:cxn>
                <a:cxn ang="0">
                  <a:pos x="588" y="117"/>
                </a:cxn>
                <a:cxn ang="0">
                  <a:pos x="593" y="106"/>
                </a:cxn>
                <a:cxn ang="0">
                  <a:pos x="562" y="16"/>
                </a:cxn>
                <a:cxn ang="0">
                  <a:pos x="471" y="25"/>
                </a:cxn>
                <a:cxn ang="0">
                  <a:pos x="449" y="107"/>
                </a:cxn>
                <a:cxn ang="0">
                  <a:pos x="509" y="138"/>
                </a:cxn>
                <a:cxn ang="0">
                  <a:pos x="485" y="180"/>
                </a:cxn>
                <a:cxn ang="0">
                  <a:pos x="470" y="191"/>
                </a:cxn>
                <a:cxn ang="0">
                  <a:pos x="423" y="100"/>
                </a:cxn>
                <a:cxn ang="0">
                  <a:pos x="431" y="10"/>
                </a:cxn>
                <a:cxn ang="0">
                  <a:pos x="316" y="25"/>
                </a:cxn>
                <a:cxn ang="0">
                  <a:pos x="310" y="23"/>
                </a:cxn>
                <a:cxn ang="0">
                  <a:pos x="260" y="21"/>
                </a:cxn>
                <a:cxn ang="0">
                  <a:pos x="196" y="83"/>
                </a:cxn>
                <a:cxn ang="0">
                  <a:pos x="224" y="164"/>
                </a:cxn>
                <a:cxn ang="0">
                  <a:pos x="301" y="139"/>
                </a:cxn>
                <a:cxn ang="0">
                  <a:pos x="308" y="109"/>
                </a:cxn>
                <a:cxn ang="0">
                  <a:pos x="350" y="139"/>
                </a:cxn>
                <a:cxn ang="0">
                  <a:pos x="324" y="149"/>
                </a:cxn>
                <a:cxn ang="0">
                  <a:pos x="322" y="151"/>
                </a:cxn>
                <a:cxn ang="0">
                  <a:pos x="302" y="213"/>
                </a:cxn>
                <a:cxn ang="0">
                  <a:pos x="294" y="251"/>
                </a:cxn>
                <a:cxn ang="0">
                  <a:pos x="175" y="131"/>
                </a:cxn>
                <a:cxn ang="0">
                  <a:pos x="113" y="134"/>
                </a:cxn>
                <a:cxn ang="0">
                  <a:pos x="95" y="175"/>
                </a:cxn>
                <a:cxn ang="0">
                  <a:pos x="92" y="176"/>
                </a:cxn>
                <a:cxn ang="0">
                  <a:pos x="32" y="268"/>
                </a:cxn>
                <a:cxn ang="0">
                  <a:pos x="33" y="274"/>
                </a:cxn>
                <a:cxn ang="0">
                  <a:pos x="108" y="350"/>
                </a:cxn>
                <a:cxn ang="0">
                  <a:pos x="185" y="332"/>
                </a:cxn>
                <a:cxn ang="0">
                  <a:pos x="181" y="386"/>
                </a:cxn>
                <a:cxn ang="0">
                  <a:pos x="180" y="400"/>
                </a:cxn>
                <a:cxn ang="0">
                  <a:pos x="103" y="373"/>
                </a:cxn>
                <a:cxn ang="0">
                  <a:pos x="1" y="357"/>
                </a:cxn>
                <a:cxn ang="0">
                  <a:pos x="45" y="361"/>
                </a:cxn>
                <a:cxn ang="0">
                  <a:pos x="10" y="417"/>
                </a:cxn>
                <a:cxn ang="0">
                  <a:pos x="8" y="421"/>
                </a:cxn>
                <a:cxn ang="0">
                  <a:pos x="39" y="551"/>
                </a:cxn>
                <a:cxn ang="0">
                  <a:pos x="147" y="425"/>
                </a:cxn>
                <a:cxn ang="0">
                  <a:pos x="220" y="424"/>
                </a:cxn>
                <a:cxn ang="0">
                  <a:pos x="289" y="498"/>
                </a:cxn>
                <a:cxn ang="0">
                  <a:pos x="154" y="448"/>
                </a:cxn>
                <a:cxn ang="0">
                  <a:pos x="79" y="505"/>
                </a:cxn>
                <a:cxn ang="0">
                  <a:pos x="62" y="576"/>
                </a:cxn>
                <a:cxn ang="0">
                  <a:pos x="62" y="576"/>
                </a:cxn>
                <a:cxn ang="0">
                  <a:pos x="63" y="578"/>
                </a:cxn>
                <a:cxn ang="0">
                  <a:pos x="177" y="692"/>
                </a:cxn>
                <a:cxn ang="0">
                  <a:pos x="241" y="681"/>
                </a:cxn>
                <a:cxn ang="0">
                  <a:pos x="306" y="607"/>
                </a:cxn>
              </a:cxnLst>
              <a:rect l="0" t="0" r="r" b="b"/>
              <a:pathLst>
                <a:path w="600" h="693">
                  <a:moveTo>
                    <a:pt x="475" y="312"/>
                  </a:moveTo>
                  <a:cubicBezTo>
                    <a:pt x="469" y="317"/>
                    <a:pt x="462" y="321"/>
                    <a:pt x="455" y="325"/>
                  </a:cubicBezTo>
                  <a:cubicBezTo>
                    <a:pt x="439" y="334"/>
                    <a:pt x="420" y="341"/>
                    <a:pt x="398" y="346"/>
                  </a:cubicBezTo>
                  <a:cubicBezTo>
                    <a:pt x="370" y="353"/>
                    <a:pt x="337" y="354"/>
                    <a:pt x="300" y="347"/>
                  </a:cubicBezTo>
                  <a:cubicBezTo>
                    <a:pt x="279" y="343"/>
                    <a:pt x="257" y="336"/>
                    <a:pt x="234" y="325"/>
                  </a:cubicBezTo>
                  <a:cubicBezTo>
                    <a:pt x="234" y="325"/>
                    <a:pt x="234" y="325"/>
                    <a:pt x="234" y="325"/>
                  </a:cubicBezTo>
                  <a:cubicBezTo>
                    <a:pt x="234" y="325"/>
                    <a:pt x="234" y="325"/>
                    <a:pt x="234" y="325"/>
                  </a:cubicBezTo>
                  <a:cubicBezTo>
                    <a:pt x="234" y="325"/>
                    <a:pt x="222" y="319"/>
                    <a:pt x="206" y="310"/>
                  </a:cubicBezTo>
                  <a:cubicBezTo>
                    <a:pt x="195" y="304"/>
                    <a:pt x="183" y="296"/>
                    <a:pt x="170" y="287"/>
                  </a:cubicBezTo>
                  <a:cubicBezTo>
                    <a:pt x="157" y="279"/>
                    <a:pt x="144" y="269"/>
                    <a:pt x="132" y="258"/>
                  </a:cubicBezTo>
                  <a:cubicBezTo>
                    <a:pt x="124" y="251"/>
                    <a:pt x="116" y="244"/>
                    <a:pt x="110" y="237"/>
                  </a:cubicBezTo>
                  <a:cubicBezTo>
                    <a:pt x="106" y="232"/>
                    <a:pt x="107" y="224"/>
                    <a:pt x="111" y="220"/>
                  </a:cubicBezTo>
                  <a:cubicBezTo>
                    <a:pt x="116" y="216"/>
                    <a:pt x="124" y="217"/>
                    <a:pt x="128" y="222"/>
                  </a:cubicBezTo>
                  <a:cubicBezTo>
                    <a:pt x="133" y="228"/>
                    <a:pt x="140" y="235"/>
                    <a:pt x="147" y="241"/>
                  </a:cubicBezTo>
                  <a:cubicBezTo>
                    <a:pt x="154" y="247"/>
                    <a:pt x="162" y="254"/>
                    <a:pt x="171" y="259"/>
                  </a:cubicBezTo>
                  <a:cubicBezTo>
                    <a:pt x="187" y="271"/>
                    <a:pt x="204" y="282"/>
                    <a:pt x="217" y="290"/>
                  </a:cubicBezTo>
                  <a:cubicBezTo>
                    <a:pt x="232" y="298"/>
                    <a:pt x="243" y="303"/>
                    <a:pt x="244" y="304"/>
                  </a:cubicBezTo>
                  <a:cubicBezTo>
                    <a:pt x="280" y="321"/>
                    <a:pt x="313" y="328"/>
                    <a:pt x="342" y="328"/>
                  </a:cubicBezTo>
                  <a:cubicBezTo>
                    <a:pt x="371" y="329"/>
                    <a:pt x="396" y="324"/>
                    <a:pt x="418" y="316"/>
                  </a:cubicBezTo>
                  <a:cubicBezTo>
                    <a:pt x="432" y="311"/>
                    <a:pt x="445" y="304"/>
                    <a:pt x="457" y="297"/>
                  </a:cubicBezTo>
                  <a:cubicBezTo>
                    <a:pt x="472" y="287"/>
                    <a:pt x="484" y="277"/>
                    <a:pt x="493" y="269"/>
                  </a:cubicBezTo>
                  <a:cubicBezTo>
                    <a:pt x="505" y="257"/>
                    <a:pt x="511" y="249"/>
                    <a:pt x="511" y="248"/>
                  </a:cubicBezTo>
                  <a:cubicBezTo>
                    <a:pt x="511" y="248"/>
                    <a:pt x="511" y="248"/>
                    <a:pt x="511" y="248"/>
                  </a:cubicBezTo>
                  <a:cubicBezTo>
                    <a:pt x="511" y="248"/>
                    <a:pt x="511" y="248"/>
                    <a:pt x="511" y="248"/>
                  </a:cubicBezTo>
                  <a:cubicBezTo>
                    <a:pt x="511" y="248"/>
                    <a:pt x="511" y="248"/>
                    <a:pt x="511" y="248"/>
                  </a:cubicBezTo>
                  <a:cubicBezTo>
                    <a:pt x="511" y="248"/>
                    <a:pt x="511" y="248"/>
                    <a:pt x="511" y="248"/>
                  </a:cubicBezTo>
                  <a:cubicBezTo>
                    <a:pt x="511" y="248"/>
                    <a:pt x="511" y="248"/>
                    <a:pt x="511" y="248"/>
                  </a:cubicBezTo>
                  <a:cubicBezTo>
                    <a:pt x="512" y="247"/>
                    <a:pt x="513" y="247"/>
                    <a:pt x="514" y="246"/>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9" y="115"/>
                    <a:pt x="591" y="112"/>
                    <a:pt x="593" y="106"/>
                  </a:cubicBezTo>
                  <a:cubicBezTo>
                    <a:pt x="596" y="101"/>
                    <a:pt x="598" y="94"/>
                    <a:pt x="599" y="86"/>
                  </a:cubicBezTo>
                  <a:cubicBezTo>
                    <a:pt x="600" y="81"/>
                    <a:pt x="600" y="75"/>
                    <a:pt x="600" y="70"/>
                  </a:cubicBezTo>
                  <a:cubicBezTo>
                    <a:pt x="599" y="62"/>
                    <a:pt x="597" y="55"/>
                    <a:pt x="593" y="47"/>
                  </a:cubicBezTo>
                  <a:cubicBezTo>
                    <a:pt x="591" y="43"/>
                    <a:pt x="588" y="38"/>
                    <a:pt x="584" y="34"/>
                  </a:cubicBezTo>
                  <a:cubicBezTo>
                    <a:pt x="577" y="26"/>
                    <a:pt x="570" y="20"/>
                    <a:pt x="562" y="16"/>
                  </a:cubicBezTo>
                  <a:cubicBezTo>
                    <a:pt x="551" y="9"/>
                    <a:pt x="539" y="6"/>
                    <a:pt x="527" y="5"/>
                  </a:cubicBezTo>
                  <a:cubicBezTo>
                    <a:pt x="515" y="4"/>
                    <a:pt x="504" y="6"/>
                    <a:pt x="493" y="11"/>
                  </a:cubicBezTo>
                  <a:cubicBezTo>
                    <a:pt x="486" y="14"/>
                    <a:pt x="479" y="18"/>
                    <a:pt x="472" y="24"/>
                  </a:cubicBezTo>
                  <a:cubicBezTo>
                    <a:pt x="472" y="24"/>
                    <a:pt x="472" y="24"/>
                    <a:pt x="472" y="24"/>
                  </a:cubicBezTo>
                  <a:cubicBezTo>
                    <a:pt x="472" y="24"/>
                    <a:pt x="472" y="24"/>
                    <a:pt x="471" y="25"/>
                  </a:cubicBezTo>
                  <a:cubicBezTo>
                    <a:pt x="470" y="26"/>
                    <a:pt x="469" y="27"/>
                    <a:pt x="467" y="29"/>
                  </a:cubicBezTo>
                  <a:cubicBezTo>
                    <a:pt x="464" y="32"/>
                    <a:pt x="460" y="37"/>
                    <a:pt x="456" y="44"/>
                  </a:cubicBezTo>
                  <a:cubicBezTo>
                    <a:pt x="454" y="49"/>
                    <a:pt x="451" y="54"/>
                    <a:pt x="449" y="60"/>
                  </a:cubicBezTo>
                  <a:cubicBezTo>
                    <a:pt x="447" y="67"/>
                    <a:pt x="445" y="74"/>
                    <a:pt x="445" y="82"/>
                  </a:cubicBezTo>
                  <a:cubicBezTo>
                    <a:pt x="445" y="90"/>
                    <a:pt x="446" y="99"/>
                    <a:pt x="449" y="107"/>
                  </a:cubicBezTo>
                  <a:cubicBezTo>
                    <a:pt x="452" y="113"/>
                    <a:pt x="454" y="119"/>
                    <a:pt x="459" y="125"/>
                  </a:cubicBezTo>
                  <a:cubicBezTo>
                    <a:pt x="464" y="132"/>
                    <a:pt x="471" y="140"/>
                    <a:pt x="481" y="148"/>
                  </a:cubicBezTo>
                  <a:cubicBezTo>
                    <a:pt x="482" y="146"/>
                    <a:pt x="484" y="144"/>
                    <a:pt x="486" y="143"/>
                  </a:cubicBezTo>
                  <a:cubicBezTo>
                    <a:pt x="489" y="139"/>
                    <a:pt x="494" y="136"/>
                    <a:pt x="499" y="134"/>
                  </a:cubicBezTo>
                  <a:cubicBezTo>
                    <a:pt x="503" y="132"/>
                    <a:pt x="508" y="134"/>
                    <a:pt x="509" y="138"/>
                  </a:cubicBezTo>
                  <a:cubicBezTo>
                    <a:pt x="511" y="142"/>
                    <a:pt x="509" y="146"/>
                    <a:pt x="505" y="148"/>
                  </a:cubicBezTo>
                  <a:cubicBezTo>
                    <a:pt x="502" y="150"/>
                    <a:pt x="499" y="152"/>
                    <a:pt x="496" y="154"/>
                  </a:cubicBezTo>
                  <a:cubicBezTo>
                    <a:pt x="494" y="156"/>
                    <a:pt x="492" y="159"/>
                    <a:pt x="490" y="161"/>
                  </a:cubicBezTo>
                  <a:cubicBezTo>
                    <a:pt x="489" y="164"/>
                    <a:pt x="487" y="168"/>
                    <a:pt x="486" y="171"/>
                  </a:cubicBezTo>
                  <a:cubicBezTo>
                    <a:pt x="486" y="174"/>
                    <a:pt x="485" y="177"/>
                    <a:pt x="485" y="180"/>
                  </a:cubicBezTo>
                  <a:cubicBezTo>
                    <a:pt x="484" y="185"/>
                    <a:pt x="485" y="189"/>
                    <a:pt x="485" y="189"/>
                  </a:cubicBezTo>
                  <a:cubicBezTo>
                    <a:pt x="485" y="189"/>
                    <a:pt x="485" y="189"/>
                    <a:pt x="485" y="189"/>
                  </a:cubicBezTo>
                  <a:cubicBezTo>
                    <a:pt x="485" y="189"/>
                    <a:pt x="485" y="189"/>
                    <a:pt x="485" y="189"/>
                  </a:cubicBezTo>
                  <a:cubicBezTo>
                    <a:pt x="486" y="194"/>
                    <a:pt x="483" y="197"/>
                    <a:pt x="478" y="198"/>
                  </a:cubicBezTo>
                  <a:cubicBezTo>
                    <a:pt x="474" y="199"/>
                    <a:pt x="470" y="196"/>
                    <a:pt x="470" y="191"/>
                  </a:cubicBezTo>
                  <a:cubicBezTo>
                    <a:pt x="470" y="191"/>
                    <a:pt x="469" y="188"/>
                    <a:pt x="469" y="184"/>
                  </a:cubicBezTo>
                  <a:cubicBezTo>
                    <a:pt x="469" y="180"/>
                    <a:pt x="470" y="174"/>
                    <a:pt x="471" y="169"/>
                  </a:cubicBezTo>
                  <a:cubicBezTo>
                    <a:pt x="470" y="168"/>
                    <a:pt x="469" y="168"/>
                    <a:pt x="468" y="167"/>
                  </a:cubicBezTo>
                  <a:cubicBezTo>
                    <a:pt x="454" y="157"/>
                    <a:pt x="444" y="146"/>
                    <a:pt x="437" y="135"/>
                  </a:cubicBezTo>
                  <a:cubicBezTo>
                    <a:pt x="430" y="123"/>
                    <a:pt x="425" y="112"/>
                    <a:pt x="423" y="100"/>
                  </a:cubicBezTo>
                  <a:cubicBezTo>
                    <a:pt x="422" y="93"/>
                    <a:pt x="422" y="85"/>
                    <a:pt x="422" y="78"/>
                  </a:cubicBezTo>
                  <a:cubicBezTo>
                    <a:pt x="423" y="69"/>
                    <a:pt x="425" y="60"/>
                    <a:pt x="427" y="52"/>
                  </a:cubicBezTo>
                  <a:cubicBezTo>
                    <a:pt x="430" y="45"/>
                    <a:pt x="433" y="38"/>
                    <a:pt x="436" y="32"/>
                  </a:cubicBezTo>
                  <a:cubicBezTo>
                    <a:pt x="440" y="27"/>
                    <a:pt x="443" y="22"/>
                    <a:pt x="446" y="18"/>
                  </a:cubicBezTo>
                  <a:cubicBezTo>
                    <a:pt x="442" y="15"/>
                    <a:pt x="437" y="13"/>
                    <a:pt x="431" y="10"/>
                  </a:cubicBezTo>
                  <a:cubicBezTo>
                    <a:pt x="421" y="7"/>
                    <a:pt x="410" y="3"/>
                    <a:pt x="399" y="2"/>
                  </a:cubicBezTo>
                  <a:cubicBezTo>
                    <a:pt x="391" y="0"/>
                    <a:pt x="383" y="0"/>
                    <a:pt x="374" y="1"/>
                  </a:cubicBezTo>
                  <a:cubicBezTo>
                    <a:pt x="363" y="1"/>
                    <a:pt x="352" y="4"/>
                    <a:pt x="340" y="9"/>
                  </a:cubicBezTo>
                  <a:cubicBezTo>
                    <a:pt x="334" y="12"/>
                    <a:pt x="327" y="16"/>
                    <a:pt x="321" y="21"/>
                  </a:cubicBezTo>
                  <a:cubicBezTo>
                    <a:pt x="316" y="25"/>
                    <a:pt x="316" y="25"/>
                    <a:pt x="316" y="25"/>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09" y="23"/>
                    <a:pt x="308" y="23"/>
                  </a:cubicBezTo>
                  <a:cubicBezTo>
                    <a:pt x="307" y="22"/>
                    <a:pt x="305" y="22"/>
                    <a:pt x="302" y="21"/>
                  </a:cubicBezTo>
                  <a:cubicBezTo>
                    <a:pt x="296" y="20"/>
                    <a:pt x="288" y="19"/>
                    <a:pt x="279" y="19"/>
                  </a:cubicBezTo>
                  <a:cubicBezTo>
                    <a:pt x="273" y="19"/>
                    <a:pt x="267" y="20"/>
                    <a:pt x="260" y="21"/>
                  </a:cubicBezTo>
                  <a:cubicBezTo>
                    <a:pt x="252" y="22"/>
                    <a:pt x="243" y="25"/>
                    <a:pt x="235" y="30"/>
                  </a:cubicBezTo>
                  <a:cubicBezTo>
                    <a:pt x="230" y="33"/>
                    <a:pt x="225" y="36"/>
                    <a:pt x="221" y="41"/>
                  </a:cubicBezTo>
                  <a:cubicBezTo>
                    <a:pt x="216" y="45"/>
                    <a:pt x="211" y="51"/>
                    <a:pt x="207" y="59"/>
                  </a:cubicBezTo>
                  <a:cubicBezTo>
                    <a:pt x="203" y="65"/>
                    <a:pt x="200" y="72"/>
                    <a:pt x="197" y="81"/>
                  </a:cubicBezTo>
                  <a:cubicBezTo>
                    <a:pt x="196" y="83"/>
                    <a:pt x="196" y="83"/>
                    <a:pt x="196" y="83"/>
                  </a:cubicBezTo>
                  <a:cubicBezTo>
                    <a:pt x="196" y="83"/>
                    <a:pt x="196" y="83"/>
                    <a:pt x="196" y="83"/>
                  </a:cubicBezTo>
                  <a:cubicBezTo>
                    <a:pt x="196" y="85"/>
                    <a:pt x="195" y="87"/>
                    <a:pt x="195" y="90"/>
                  </a:cubicBezTo>
                  <a:cubicBezTo>
                    <a:pt x="194" y="96"/>
                    <a:pt x="193" y="104"/>
                    <a:pt x="195" y="114"/>
                  </a:cubicBezTo>
                  <a:cubicBezTo>
                    <a:pt x="196" y="120"/>
                    <a:pt x="198" y="127"/>
                    <a:pt x="201" y="134"/>
                  </a:cubicBezTo>
                  <a:cubicBezTo>
                    <a:pt x="206" y="144"/>
                    <a:pt x="213" y="154"/>
                    <a:pt x="224" y="164"/>
                  </a:cubicBezTo>
                  <a:cubicBezTo>
                    <a:pt x="231" y="169"/>
                    <a:pt x="238" y="175"/>
                    <a:pt x="248" y="181"/>
                  </a:cubicBezTo>
                  <a:cubicBezTo>
                    <a:pt x="256" y="185"/>
                    <a:pt x="266" y="190"/>
                    <a:pt x="278" y="195"/>
                  </a:cubicBezTo>
                  <a:cubicBezTo>
                    <a:pt x="278" y="189"/>
                    <a:pt x="279" y="183"/>
                    <a:pt x="280" y="178"/>
                  </a:cubicBezTo>
                  <a:cubicBezTo>
                    <a:pt x="283" y="169"/>
                    <a:pt x="287" y="161"/>
                    <a:pt x="291" y="154"/>
                  </a:cubicBezTo>
                  <a:cubicBezTo>
                    <a:pt x="294" y="148"/>
                    <a:pt x="298" y="143"/>
                    <a:pt x="301" y="139"/>
                  </a:cubicBezTo>
                  <a:cubicBezTo>
                    <a:pt x="302" y="137"/>
                    <a:pt x="304" y="136"/>
                    <a:pt x="304" y="135"/>
                  </a:cubicBezTo>
                  <a:cubicBezTo>
                    <a:pt x="304" y="134"/>
                    <a:pt x="303" y="134"/>
                    <a:pt x="303" y="133"/>
                  </a:cubicBezTo>
                  <a:cubicBezTo>
                    <a:pt x="298" y="128"/>
                    <a:pt x="295" y="121"/>
                    <a:pt x="293" y="113"/>
                  </a:cubicBezTo>
                  <a:cubicBezTo>
                    <a:pt x="292" y="109"/>
                    <a:pt x="295" y="104"/>
                    <a:pt x="299" y="103"/>
                  </a:cubicBezTo>
                  <a:cubicBezTo>
                    <a:pt x="303" y="103"/>
                    <a:pt x="307" y="105"/>
                    <a:pt x="308" y="109"/>
                  </a:cubicBezTo>
                  <a:cubicBezTo>
                    <a:pt x="310" y="115"/>
                    <a:pt x="312" y="120"/>
                    <a:pt x="315" y="123"/>
                  </a:cubicBezTo>
                  <a:cubicBezTo>
                    <a:pt x="318" y="127"/>
                    <a:pt x="321" y="130"/>
                    <a:pt x="325" y="132"/>
                  </a:cubicBezTo>
                  <a:cubicBezTo>
                    <a:pt x="331" y="135"/>
                    <a:pt x="337" y="137"/>
                    <a:pt x="342" y="138"/>
                  </a:cubicBezTo>
                  <a:cubicBezTo>
                    <a:pt x="346" y="139"/>
                    <a:pt x="350" y="139"/>
                    <a:pt x="350" y="139"/>
                  </a:cubicBezTo>
                  <a:cubicBezTo>
                    <a:pt x="350" y="139"/>
                    <a:pt x="350" y="139"/>
                    <a:pt x="350" y="139"/>
                  </a:cubicBezTo>
                  <a:cubicBezTo>
                    <a:pt x="350" y="139"/>
                    <a:pt x="350" y="139"/>
                    <a:pt x="350" y="139"/>
                  </a:cubicBezTo>
                  <a:cubicBezTo>
                    <a:pt x="354" y="139"/>
                    <a:pt x="357" y="143"/>
                    <a:pt x="357" y="147"/>
                  </a:cubicBezTo>
                  <a:cubicBezTo>
                    <a:pt x="357" y="151"/>
                    <a:pt x="354" y="155"/>
                    <a:pt x="349" y="155"/>
                  </a:cubicBezTo>
                  <a:cubicBezTo>
                    <a:pt x="349" y="155"/>
                    <a:pt x="345" y="154"/>
                    <a:pt x="339" y="153"/>
                  </a:cubicBezTo>
                  <a:cubicBezTo>
                    <a:pt x="335" y="152"/>
                    <a:pt x="329" y="151"/>
                    <a:pt x="324" y="149"/>
                  </a:cubicBezTo>
                  <a:cubicBezTo>
                    <a:pt x="323" y="149"/>
                    <a:pt x="323" y="149"/>
                    <a:pt x="323" y="150"/>
                  </a:cubicBezTo>
                  <a:cubicBezTo>
                    <a:pt x="323" y="150"/>
                    <a:pt x="323" y="150"/>
                    <a:pt x="323" y="150"/>
                  </a:cubicBezTo>
                  <a:cubicBezTo>
                    <a:pt x="323" y="150"/>
                    <a:pt x="323" y="150"/>
                    <a:pt x="323" y="150"/>
                  </a:cubicBezTo>
                  <a:cubicBezTo>
                    <a:pt x="323" y="150"/>
                    <a:pt x="323" y="150"/>
                    <a:pt x="322" y="150"/>
                  </a:cubicBezTo>
                  <a:cubicBezTo>
                    <a:pt x="322" y="150"/>
                    <a:pt x="322" y="150"/>
                    <a:pt x="322" y="151"/>
                  </a:cubicBezTo>
                  <a:cubicBezTo>
                    <a:pt x="321" y="151"/>
                    <a:pt x="320" y="152"/>
                    <a:pt x="319" y="154"/>
                  </a:cubicBezTo>
                  <a:cubicBezTo>
                    <a:pt x="317" y="156"/>
                    <a:pt x="314" y="161"/>
                    <a:pt x="311" y="166"/>
                  </a:cubicBezTo>
                  <a:cubicBezTo>
                    <a:pt x="308" y="170"/>
                    <a:pt x="306" y="175"/>
                    <a:pt x="304" y="181"/>
                  </a:cubicBezTo>
                  <a:cubicBezTo>
                    <a:pt x="302" y="187"/>
                    <a:pt x="301" y="193"/>
                    <a:pt x="301" y="200"/>
                  </a:cubicBezTo>
                  <a:cubicBezTo>
                    <a:pt x="301" y="204"/>
                    <a:pt x="301" y="209"/>
                    <a:pt x="302" y="213"/>
                  </a:cubicBezTo>
                  <a:cubicBezTo>
                    <a:pt x="303" y="220"/>
                    <a:pt x="306" y="226"/>
                    <a:pt x="310" y="233"/>
                  </a:cubicBezTo>
                  <a:cubicBezTo>
                    <a:pt x="316" y="242"/>
                    <a:pt x="325" y="252"/>
                    <a:pt x="338" y="262"/>
                  </a:cubicBezTo>
                  <a:cubicBezTo>
                    <a:pt x="343" y="266"/>
                    <a:pt x="344" y="273"/>
                    <a:pt x="340" y="278"/>
                  </a:cubicBezTo>
                  <a:cubicBezTo>
                    <a:pt x="336" y="283"/>
                    <a:pt x="329" y="284"/>
                    <a:pt x="324" y="280"/>
                  </a:cubicBezTo>
                  <a:cubicBezTo>
                    <a:pt x="311" y="271"/>
                    <a:pt x="301" y="261"/>
                    <a:pt x="294" y="251"/>
                  </a:cubicBezTo>
                  <a:cubicBezTo>
                    <a:pt x="287" y="241"/>
                    <a:pt x="282" y="231"/>
                    <a:pt x="280" y="221"/>
                  </a:cubicBezTo>
                  <a:cubicBezTo>
                    <a:pt x="280" y="221"/>
                    <a:pt x="280" y="220"/>
                    <a:pt x="280" y="220"/>
                  </a:cubicBezTo>
                  <a:cubicBezTo>
                    <a:pt x="263" y="214"/>
                    <a:pt x="248" y="208"/>
                    <a:pt x="236" y="201"/>
                  </a:cubicBezTo>
                  <a:cubicBezTo>
                    <a:pt x="218" y="190"/>
                    <a:pt x="205" y="179"/>
                    <a:pt x="195" y="167"/>
                  </a:cubicBezTo>
                  <a:cubicBezTo>
                    <a:pt x="185" y="155"/>
                    <a:pt x="179" y="142"/>
                    <a:pt x="175" y="131"/>
                  </a:cubicBezTo>
                  <a:cubicBezTo>
                    <a:pt x="173" y="123"/>
                    <a:pt x="172" y="116"/>
                    <a:pt x="171" y="109"/>
                  </a:cubicBezTo>
                  <a:cubicBezTo>
                    <a:pt x="171" y="103"/>
                    <a:pt x="171" y="97"/>
                    <a:pt x="171" y="92"/>
                  </a:cubicBezTo>
                  <a:cubicBezTo>
                    <a:pt x="166" y="94"/>
                    <a:pt x="159" y="96"/>
                    <a:pt x="153" y="99"/>
                  </a:cubicBezTo>
                  <a:cubicBezTo>
                    <a:pt x="146" y="102"/>
                    <a:pt x="140" y="106"/>
                    <a:pt x="134" y="110"/>
                  </a:cubicBezTo>
                  <a:cubicBezTo>
                    <a:pt x="126" y="117"/>
                    <a:pt x="119" y="124"/>
                    <a:pt x="113" y="134"/>
                  </a:cubicBezTo>
                  <a:cubicBezTo>
                    <a:pt x="108" y="143"/>
                    <a:pt x="104" y="153"/>
                    <a:pt x="103" y="165"/>
                  </a:cubicBezTo>
                  <a:cubicBezTo>
                    <a:pt x="102" y="173"/>
                    <a:pt x="102" y="173"/>
                    <a:pt x="102" y="173"/>
                  </a:cubicBezTo>
                  <a:cubicBezTo>
                    <a:pt x="95" y="175"/>
                    <a:pt x="95" y="175"/>
                    <a:pt x="95" y="175"/>
                  </a:cubicBezTo>
                  <a:cubicBezTo>
                    <a:pt x="95" y="175"/>
                    <a:pt x="95" y="175"/>
                    <a:pt x="95" y="175"/>
                  </a:cubicBezTo>
                  <a:cubicBezTo>
                    <a:pt x="95" y="175"/>
                    <a:pt x="95" y="175"/>
                    <a:pt x="95" y="175"/>
                  </a:cubicBezTo>
                  <a:cubicBezTo>
                    <a:pt x="95" y="175"/>
                    <a:pt x="95" y="175"/>
                    <a:pt x="95" y="175"/>
                  </a:cubicBezTo>
                  <a:cubicBezTo>
                    <a:pt x="95" y="175"/>
                    <a:pt x="95" y="175"/>
                    <a:pt x="95" y="175"/>
                  </a:cubicBezTo>
                  <a:cubicBezTo>
                    <a:pt x="94" y="175"/>
                    <a:pt x="94" y="175"/>
                    <a:pt x="94" y="175"/>
                  </a:cubicBezTo>
                  <a:cubicBezTo>
                    <a:pt x="94" y="175"/>
                    <a:pt x="94" y="175"/>
                    <a:pt x="94" y="175"/>
                  </a:cubicBezTo>
                  <a:cubicBezTo>
                    <a:pt x="94" y="175"/>
                    <a:pt x="93" y="176"/>
                    <a:pt x="92" y="176"/>
                  </a:cubicBezTo>
                  <a:cubicBezTo>
                    <a:pt x="90" y="177"/>
                    <a:pt x="87" y="178"/>
                    <a:pt x="84" y="180"/>
                  </a:cubicBezTo>
                  <a:cubicBezTo>
                    <a:pt x="77" y="183"/>
                    <a:pt x="68" y="188"/>
                    <a:pt x="59" y="196"/>
                  </a:cubicBezTo>
                  <a:cubicBezTo>
                    <a:pt x="54" y="202"/>
                    <a:pt x="48" y="208"/>
                    <a:pt x="44" y="216"/>
                  </a:cubicBezTo>
                  <a:cubicBezTo>
                    <a:pt x="39" y="224"/>
                    <a:pt x="36" y="232"/>
                    <a:pt x="34" y="243"/>
                  </a:cubicBezTo>
                  <a:cubicBezTo>
                    <a:pt x="32" y="250"/>
                    <a:pt x="32" y="258"/>
                    <a:pt x="32" y="268"/>
                  </a:cubicBezTo>
                  <a:cubicBezTo>
                    <a:pt x="33" y="269"/>
                    <a:pt x="33" y="271"/>
                    <a:pt x="33" y="272"/>
                  </a:cubicBezTo>
                  <a:cubicBezTo>
                    <a:pt x="33" y="272"/>
                    <a:pt x="33" y="272"/>
                    <a:pt x="33" y="272"/>
                  </a:cubicBezTo>
                  <a:cubicBezTo>
                    <a:pt x="33" y="272"/>
                    <a:pt x="33" y="272"/>
                    <a:pt x="33" y="272"/>
                  </a:cubicBezTo>
                  <a:cubicBezTo>
                    <a:pt x="33" y="272"/>
                    <a:pt x="33" y="273"/>
                    <a:pt x="33" y="273"/>
                  </a:cubicBezTo>
                  <a:cubicBezTo>
                    <a:pt x="33" y="273"/>
                    <a:pt x="33" y="273"/>
                    <a:pt x="33" y="274"/>
                  </a:cubicBezTo>
                  <a:cubicBezTo>
                    <a:pt x="33" y="275"/>
                    <a:pt x="33" y="277"/>
                    <a:pt x="33" y="280"/>
                  </a:cubicBezTo>
                  <a:cubicBezTo>
                    <a:pt x="34" y="285"/>
                    <a:pt x="36" y="292"/>
                    <a:pt x="39" y="300"/>
                  </a:cubicBezTo>
                  <a:cubicBezTo>
                    <a:pt x="42" y="305"/>
                    <a:pt x="45" y="311"/>
                    <a:pt x="49" y="316"/>
                  </a:cubicBezTo>
                  <a:cubicBezTo>
                    <a:pt x="55" y="323"/>
                    <a:pt x="62" y="330"/>
                    <a:pt x="73" y="337"/>
                  </a:cubicBezTo>
                  <a:cubicBezTo>
                    <a:pt x="82" y="342"/>
                    <a:pt x="94" y="347"/>
                    <a:pt x="108" y="350"/>
                  </a:cubicBezTo>
                  <a:cubicBezTo>
                    <a:pt x="122" y="353"/>
                    <a:pt x="139" y="355"/>
                    <a:pt x="160" y="355"/>
                  </a:cubicBezTo>
                  <a:cubicBezTo>
                    <a:pt x="161" y="355"/>
                    <a:pt x="162" y="356"/>
                    <a:pt x="163" y="356"/>
                  </a:cubicBezTo>
                  <a:cubicBezTo>
                    <a:pt x="164" y="351"/>
                    <a:pt x="166" y="346"/>
                    <a:pt x="168" y="341"/>
                  </a:cubicBezTo>
                  <a:cubicBezTo>
                    <a:pt x="170" y="338"/>
                    <a:pt x="172" y="336"/>
                    <a:pt x="174" y="333"/>
                  </a:cubicBezTo>
                  <a:cubicBezTo>
                    <a:pt x="177" y="330"/>
                    <a:pt x="182" y="329"/>
                    <a:pt x="185" y="332"/>
                  </a:cubicBezTo>
                  <a:cubicBezTo>
                    <a:pt x="188" y="335"/>
                    <a:pt x="189" y="340"/>
                    <a:pt x="186" y="343"/>
                  </a:cubicBezTo>
                  <a:cubicBezTo>
                    <a:pt x="184" y="345"/>
                    <a:pt x="183" y="347"/>
                    <a:pt x="182" y="349"/>
                  </a:cubicBezTo>
                  <a:cubicBezTo>
                    <a:pt x="180" y="353"/>
                    <a:pt x="178" y="356"/>
                    <a:pt x="178" y="360"/>
                  </a:cubicBezTo>
                  <a:cubicBezTo>
                    <a:pt x="177" y="363"/>
                    <a:pt x="177" y="367"/>
                    <a:pt x="177" y="370"/>
                  </a:cubicBezTo>
                  <a:cubicBezTo>
                    <a:pt x="177" y="377"/>
                    <a:pt x="179" y="382"/>
                    <a:pt x="181" y="386"/>
                  </a:cubicBezTo>
                  <a:cubicBezTo>
                    <a:pt x="182" y="388"/>
                    <a:pt x="183" y="390"/>
                    <a:pt x="183" y="390"/>
                  </a:cubicBezTo>
                  <a:cubicBezTo>
                    <a:pt x="183" y="390"/>
                    <a:pt x="183" y="390"/>
                    <a:pt x="183" y="390"/>
                  </a:cubicBezTo>
                  <a:cubicBezTo>
                    <a:pt x="183" y="390"/>
                    <a:pt x="183" y="390"/>
                    <a:pt x="183" y="390"/>
                  </a:cubicBezTo>
                  <a:cubicBezTo>
                    <a:pt x="183" y="390"/>
                    <a:pt x="183" y="390"/>
                    <a:pt x="183" y="390"/>
                  </a:cubicBezTo>
                  <a:cubicBezTo>
                    <a:pt x="185" y="393"/>
                    <a:pt x="184" y="398"/>
                    <a:pt x="180" y="400"/>
                  </a:cubicBezTo>
                  <a:cubicBezTo>
                    <a:pt x="177" y="403"/>
                    <a:pt x="172" y="402"/>
                    <a:pt x="170" y="398"/>
                  </a:cubicBezTo>
                  <a:cubicBezTo>
                    <a:pt x="169" y="398"/>
                    <a:pt x="168" y="395"/>
                    <a:pt x="166" y="392"/>
                  </a:cubicBezTo>
                  <a:cubicBezTo>
                    <a:pt x="165" y="388"/>
                    <a:pt x="163" y="384"/>
                    <a:pt x="162" y="378"/>
                  </a:cubicBezTo>
                  <a:cubicBezTo>
                    <a:pt x="162" y="379"/>
                    <a:pt x="161" y="379"/>
                    <a:pt x="160" y="379"/>
                  </a:cubicBezTo>
                  <a:cubicBezTo>
                    <a:pt x="138" y="379"/>
                    <a:pt x="119" y="376"/>
                    <a:pt x="103" y="373"/>
                  </a:cubicBezTo>
                  <a:cubicBezTo>
                    <a:pt x="86" y="369"/>
                    <a:pt x="73" y="363"/>
                    <a:pt x="62" y="357"/>
                  </a:cubicBezTo>
                  <a:cubicBezTo>
                    <a:pt x="47" y="348"/>
                    <a:pt x="36" y="338"/>
                    <a:pt x="28" y="327"/>
                  </a:cubicBezTo>
                  <a:cubicBezTo>
                    <a:pt x="23" y="320"/>
                    <a:pt x="20" y="314"/>
                    <a:pt x="17" y="307"/>
                  </a:cubicBezTo>
                  <a:cubicBezTo>
                    <a:pt x="14" y="313"/>
                    <a:pt x="10" y="321"/>
                    <a:pt x="7" y="329"/>
                  </a:cubicBezTo>
                  <a:cubicBezTo>
                    <a:pt x="4" y="337"/>
                    <a:pt x="2" y="347"/>
                    <a:pt x="1" y="357"/>
                  </a:cubicBezTo>
                  <a:cubicBezTo>
                    <a:pt x="0" y="363"/>
                    <a:pt x="0" y="370"/>
                    <a:pt x="1" y="377"/>
                  </a:cubicBezTo>
                  <a:cubicBezTo>
                    <a:pt x="1" y="379"/>
                    <a:pt x="1" y="380"/>
                    <a:pt x="1" y="382"/>
                  </a:cubicBezTo>
                  <a:cubicBezTo>
                    <a:pt x="4" y="379"/>
                    <a:pt x="6" y="376"/>
                    <a:pt x="9" y="373"/>
                  </a:cubicBezTo>
                  <a:cubicBezTo>
                    <a:pt x="14" y="367"/>
                    <a:pt x="21" y="361"/>
                    <a:pt x="29" y="357"/>
                  </a:cubicBezTo>
                  <a:cubicBezTo>
                    <a:pt x="35" y="354"/>
                    <a:pt x="42" y="356"/>
                    <a:pt x="45" y="361"/>
                  </a:cubicBezTo>
                  <a:cubicBezTo>
                    <a:pt x="48" y="367"/>
                    <a:pt x="46" y="374"/>
                    <a:pt x="41" y="377"/>
                  </a:cubicBezTo>
                  <a:cubicBezTo>
                    <a:pt x="35" y="380"/>
                    <a:pt x="30" y="384"/>
                    <a:pt x="26" y="389"/>
                  </a:cubicBezTo>
                  <a:cubicBezTo>
                    <a:pt x="22" y="393"/>
                    <a:pt x="19" y="398"/>
                    <a:pt x="16" y="402"/>
                  </a:cubicBezTo>
                  <a:cubicBezTo>
                    <a:pt x="13" y="407"/>
                    <a:pt x="11" y="412"/>
                    <a:pt x="10" y="415"/>
                  </a:cubicBezTo>
                  <a:cubicBezTo>
                    <a:pt x="10" y="416"/>
                    <a:pt x="10" y="416"/>
                    <a:pt x="10" y="417"/>
                  </a:cubicBezTo>
                  <a:cubicBezTo>
                    <a:pt x="9" y="418"/>
                    <a:pt x="9" y="418"/>
                    <a:pt x="9" y="419"/>
                  </a:cubicBezTo>
                  <a:cubicBezTo>
                    <a:pt x="9" y="419"/>
                    <a:pt x="9" y="419"/>
                    <a:pt x="9" y="419"/>
                  </a:cubicBezTo>
                  <a:cubicBezTo>
                    <a:pt x="9" y="420"/>
                    <a:pt x="9" y="420"/>
                    <a:pt x="8" y="420"/>
                  </a:cubicBezTo>
                  <a:cubicBezTo>
                    <a:pt x="8" y="420"/>
                    <a:pt x="8" y="420"/>
                    <a:pt x="8" y="421"/>
                  </a:cubicBezTo>
                  <a:cubicBezTo>
                    <a:pt x="8" y="421"/>
                    <a:pt x="8" y="421"/>
                    <a:pt x="8" y="421"/>
                  </a:cubicBezTo>
                  <a:cubicBezTo>
                    <a:pt x="7" y="425"/>
                    <a:pt x="5" y="430"/>
                    <a:pt x="4" y="436"/>
                  </a:cubicBezTo>
                  <a:cubicBezTo>
                    <a:pt x="2" y="448"/>
                    <a:pt x="0" y="465"/>
                    <a:pt x="3" y="483"/>
                  </a:cubicBezTo>
                  <a:cubicBezTo>
                    <a:pt x="5" y="495"/>
                    <a:pt x="9" y="508"/>
                    <a:pt x="16" y="520"/>
                  </a:cubicBezTo>
                  <a:cubicBezTo>
                    <a:pt x="19" y="528"/>
                    <a:pt x="24" y="535"/>
                    <a:pt x="31" y="542"/>
                  </a:cubicBezTo>
                  <a:cubicBezTo>
                    <a:pt x="33" y="545"/>
                    <a:pt x="36" y="548"/>
                    <a:pt x="39" y="551"/>
                  </a:cubicBezTo>
                  <a:cubicBezTo>
                    <a:pt x="40" y="547"/>
                    <a:pt x="41" y="542"/>
                    <a:pt x="42" y="537"/>
                  </a:cubicBezTo>
                  <a:cubicBezTo>
                    <a:pt x="45" y="524"/>
                    <a:pt x="51" y="508"/>
                    <a:pt x="59" y="493"/>
                  </a:cubicBezTo>
                  <a:cubicBezTo>
                    <a:pt x="67" y="479"/>
                    <a:pt x="78" y="465"/>
                    <a:pt x="93" y="453"/>
                  </a:cubicBezTo>
                  <a:cubicBezTo>
                    <a:pt x="107" y="441"/>
                    <a:pt x="125" y="431"/>
                    <a:pt x="147" y="425"/>
                  </a:cubicBezTo>
                  <a:cubicBezTo>
                    <a:pt x="147" y="425"/>
                    <a:pt x="147" y="425"/>
                    <a:pt x="147" y="425"/>
                  </a:cubicBezTo>
                  <a:cubicBezTo>
                    <a:pt x="147" y="425"/>
                    <a:pt x="147" y="425"/>
                    <a:pt x="147" y="425"/>
                  </a:cubicBezTo>
                  <a:cubicBezTo>
                    <a:pt x="147" y="425"/>
                    <a:pt x="147" y="425"/>
                    <a:pt x="147" y="425"/>
                  </a:cubicBezTo>
                  <a:cubicBezTo>
                    <a:pt x="147" y="425"/>
                    <a:pt x="147" y="425"/>
                    <a:pt x="147" y="425"/>
                  </a:cubicBezTo>
                  <a:cubicBezTo>
                    <a:pt x="149" y="425"/>
                    <a:pt x="157" y="423"/>
                    <a:pt x="169" y="421"/>
                  </a:cubicBezTo>
                  <a:cubicBezTo>
                    <a:pt x="182" y="420"/>
                    <a:pt x="200" y="420"/>
                    <a:pt x="220" y="424"/>
                  </a:cubicBezTo>
                  <a:cubicBezTo>
                    <a:pt x="233" y="426"/>
                    <a:pt x="247" y="431"/>
                    <a:pt x="260" y="439"/>
                  </a:cubicBezTo>
                  <a:cubicBezTo>
                    <a:pt x="269" y="444"/>
                    <a:pt x="278" y="450"/>
                    <a:pt x="286" y="458"/>
                  </a:cubicBezTo>
                  <a:cubicBezTo>
                    <a:pt x="294" y="466"/>
                    <a:pt x="301" y="475"/>
                    <a:pt x="308" y="486"/>
                  </a:cubicBezTo>
                  <a:cubicBezTo>
                    <a:pt x="312" y="491"/>
                    <a:pt x="310" y="499"/>
                    <a:pt x="305" y="502"/>
                  </a:cubicBezTo>
                  <a:cubicBezTo>
                    <a:pt x="299" y="505"/>
                    <a:pt x="292" y="504"/>
                    <a:pt x="289" y="498"/>
                  </a:cubicBezTo>
                  <a:cubicBezTo>
                    <a:pt x="283" y="489"/>
                    <a:pt x="276" y="481"/>
                    <a:pt x="270" y="475"/>
                  </a:cubicBezTo>
                  <a:cubicBezTo>
                    <a:pt x="263" y="468"/>
                    <a:pt x="256" y="463"/>
                    <a:pt x="249" y="459"/>
                  </a:cubicBezTo>
                  <a:cubicBezTo>
                    <a:pt x="238" y="453"/>
                    <a:pt x="226" y="449"/>
                    <a:pt x="215" y="447"/>
                  </a:cubicBezTo>
                  <a:cubicBezTo>
                    <a:pt x="205" y="444"/>
                    <a:pt x="194" y="444"/>
                    <a:pt x="185" y="444"/>
                  </a:cubicBezTo>
                  <a:cubicBezTo>
                    <a:pt x="167" y="444"/>
                    <a:pt x="154" y="448"/>
                    <a:pt x="154" y="448"/>
                  </a:cubicBezTo>
                  <a:cubicBezTo>
                    <a:pt x="154" y="448"/>
                    <a:pt x="154" y="448"/>
                    <a:pt x="154" y="448"/>
                  </a:cubicBezTo>
                  <a:cubicBezTo>
                    <a:pt x="154" y="448"/>
                    <a:pt x="154" y="448"/>
                    <a:pt x="154" y="448"/>
                  </a:cubicBezTo>
                  <a:cubicBezTo>
                    <a:pt x="154" y="448"/>
                    <a:pt x="154" y="448"/>
                    <a:pt x="154" y="448"/>
                  </a:cubicBezTo>
                  <a:cubicBezTo>
                    <a:pt x="135" y="453"/>
                    <a:pt x="120" y="461"/>
                    <a:pt x="108" y="471"/>
                  </a:cubicBezTo>
                  <a:cubicBezTo>
                    <a:pt x="96" y="481"/>
                    <a:pt x="86" y="493"/>
                    <a:pt x="79" y="505"/>
                  </a:cubicBezTo>
                  <a:cubicBezTo>
                    <a:pt x="72" y="518"/>
                    <a:pt x="67" y="531"/>
                    <a:pt x="65" y="542"/>
                  </a:cubicBezTo>
                  <a:cubicBezTo>
                    <a:pt x="62" y="551"/>
                    <a:pt x="62" y="559"/>
                    <a:pt x="62" y="565"/>
                  </a:cubicBezTo>
                  <a:cubicBezTo>
                    <a:pt x="62" y="566"/>
                    <a:pt x="62" y="568"/>
                    <a:pt x="62" y="569"/>
                  </a:cubicBezTo>
                  <a:cubicBezTo>
                    <a:pt x="62" y="570"/>
                    <a:pt x="62" y="570"/>
                    <a:pt x="62" y="570"/>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7"/>
                    <a:pt x="63" y="577"/>
                    <a:pt x="63" y="578"/>
                  </a:cubicBezTo>
                  <a:cubicBezTo>
                    <a:pt x="63" y="581"/>
                    <a:pt x="63" y="584"/>
                    <a:pt x="64" y="588"/>
                  </a:cubicBezTo>
                  <a:cubicBezTo>
                    <a:pt x="65" y="595"/>
                    <a:pt x="68" y="606"/>
                    <a:pt x="74" y="618"/>
                  </a:cubicBezTo>
                  <a:cubicBezTo>
                    <a:pt x="78" y="626"/>
                    <a:pt x="83" y="634"/>
                    <a:pt x="89" y="642"/>
                  </a:cubicBezTo>
                  <a:cubicBezTo>
                    <a:pt x="98" y="653"/>
                    <a:pt x="110" y="664"/>
                    <a:pt x="126" y="673"/>
                  </a:cubicBezTo>
                  <a:cubicBezTo>
                    <a:pt x="139" y="681"/>
                    <a:pt x="156" y="688"/>
                    <a:pt x="177" y="692"/>
                  </a:cubicBezTo>
                  <a:cubicBezTo>
                    <a:pt x="177" y="692"/>
                    <a:pt x="177" y="692"/>
                    <a:pt x="177" y="692"/>
                  </a:cubicBezTo>
                  <a:cubicBezTo>
                    <a:pt x="178" y="692"/>
                    <a:pt x="178" y="693"/>
                    <a:pt x="180" y="693"/>
                  </a:cubicBezTo>
                  <a:cubicBezTo>
                    <a:pt x="182" y="693"/>
                    <a:pt x="185" y="693"/>
                    <a:pt x="189" y="693"/>
                  </a:cubicBezTo>
                  <a:cubicBezTo>
                    <a:pt x="197" y="693"/>
                    <a:pt x="208" y="693"/>
                    <a:pt x="219" y="690"/>
                  </a:cubicBezTo>
                  <a:cubicBezTo>
                    <a:pt x="227" y="688"/>
                    <a:pt x="234" y="685"/>
                    <a:pt x="241" y="681"/>
                  </a:cubicBezTo>
                  <a:cubicBezTo>
                    <a:pt x="247" y="678"/>
                    <a:pt x="252" y="675"/>
                    <a:pt x="256" y="672"/>
                  </a:cubicBezTo>
                  <a:cubicBezTo>
                    <a:pt x="260" y="669"/>
                    <a:pt x="263" y="666"/>
                    <a:pt x="267" y="662"/>
                  </a:cubicBezTo>
                  <a:cubicBezTo>
                    <a:pt x="270" y="660"/>
                    <a:pt x="272" y="657"/>
                    <a:pt x="275" y="654"/>
                  </a:cubicBezTo>
                  <a:cubicBezTo>
                    <a:pt x="278" y="650"/>
                    <a:pt x="282" y="645"/>
                    <a:pt x="286" y="638"/>
                  </a:cubicBezTo>
                  <a:cubicBezTo>
                    <a:pt x="292" y="630"/>
                    <a:pt x="298" y="620"/>
                    <a:pt x="306" y="607"/>
                  </a:cubicBezTo>
                  <a:cubicBezTo>
                    <a:pt x="306" y="607"/>
                    <a:pt x="306" y="607"/>
                    <a:pt x="306" y="607"/>
                  </a:cubicBezTo>
                  <a:lnTo>
                    <a:pt x="475" y="312"/>
                  </a:lnTo>
                  <a:close/>
                </a:path>
              </a:pathLst>
            </a:custGeom>
            <a:solidFill>
              <a:schemeClr val="accent3"/>
            </a:solidFill>
            <a:ln w="9525">
              <a:noFill/>
              <a:round/>
            </a:ln>
          </p:spPr>
          <p:txBody>
            <a:bodyPr vert="horz" wrap="square" lIns="121920" tIns="60960" rIns="121920" bIns="60960" numCol="1" anchor="t" anchorCtr="0" compatLnSpc="1"/>
            <a:lstStyle/>
            <a:p>
              <a:endParaRPr lang="en-US" sz="3200"/>
            </a:p>
          </p:txBody>
        </p:sp>
        <p:sp>
          <p:nvSpPr>
            <p:cNvPr id="38" name="íş1îḍê"/>
            <p:cNvSpPr/>
            <p:nvPr/>
          </p:nvSpPr>
          <p:spPr bwMode="auto">
            <a:xfrm>
              <a:off x="4896153" y="3102503"/>
              <a:ext cx="92679" cy="166424"/>
            </a:xfrm>
            <a:custGeom>
              <a:avLst/>
              <a:gdLst/>
              <a:ahLst/>
              <a:cxnLst>
                <a:cxn ang="0">
                  <a:pos x="18" y="197"/>
                </a:cxn>
                <a:cxn ang="0">
                  <a:pos x="14" y="195"/>
                </a:cxn>
                <a:cxn ang="0">
                  <a:pos x="9" y="156"/>
                </a:cxn>
                <a:cxn ang="0">
                  <a:pos x="44" y="35"/>
                </a:cxn>
                <a:cxn ang="0">
                  <a:pos x="67" y="3"/>
                </a:cxn>
                <a:cxn ang="0">
                  <a:pos x="99" y="26"/>
                </a:cxn>
                <a:cxn ang="0">
                  <a:pos x="54" y="190"/>
                </a:cxn>
                <a:cxn ang="0">
                  <a:pos x="18" y="197"/>
                </a:cxn>
              </a:cxnLst>
              <a:rect l="0" t="0" r="r" b="b"/>
              <a:pathLst>
                <a:path w="113" h="204">
                  <a:moveTo>
                    <a:pt x="18" y="197"/>
                  </a:moveTo>
                  <a:cubicBezTo>
                    <a:pt x="17" y="197"/>
                    <a:pt x="16" y="196"/>
                    <a:pt x="14" y="195"/>
                  </a:cubicBezTo>
                  <a:cubicBezTo>
                    <a:pt x="2" y="186"/>
                    <a:pt x="0" y="168"/>
                    <a:pt x="9" y="156"/>
                  </a:cubicBezTo>
                  <a:cubicBezTo>
                    <a:pt x="10" y="155"/>
                    <a:pt x="54" y="97"/>
                    <a:pt x="44" y="35"/>
                  </a:cubicBezTo>
                  <a:cubicBezTo>
                    <a:pt x="41" y="20"/>
                    <a:pt x="52" y="5"/>
                    <a:pt x="67" y="3"/>
                  </a:cubicBezTo>
                  <a:cubicBezTo>
                    <a:pt x="83" y="0"/>
                    <a:pt x="97" y="11"/>
                    <a:pt x="99" y="26"/>
                  </a:cubicBezTo>
                  <a:cubicBezTo>
                    <a:pt x="113" y="112"/>
                    <a:pt x="56" y="187"/>
                    <a:pt x="54" y="190"/>
                  </a:cubicBezTo>
                  <a:cubicBezTo>
                    <a:pt x="45" y="202"/>
                    <a:pt x="30" y="204"/>
                    <a:pt x="18" y="197"/>
                  </a:cubicBezTo>
                  <a:close/>
                </a:path>
              </a:pathLst>
            </a:custGeom>
            <a:solidFill>
              <a:schemeClr val="tx2"/>
            </a:solidFill>
            <a:ln w="9525">
              <a:noFill/>
              <a:round/>
            </a:ln>
          </p:spPr>
          <p:txBody>
            <a:bodyPr vert="horz" wrap="square" lIns="121920" tIns="60960" rIns="121920" bIns="60960" numCol="1" anchor="t" anchorCtr="0" compatLnSpc="1"/>
            <a:lstStyle/>
            <a:p>
              <a:endParaRPr lang="en-US" sz="3200"/>
            </a:p>
          </p:txBody>
        </p:sp>
        <p:sp>
          <p:nvSpPr>
            <p:cNvPr id="39" name="îsľîḋé"/>
            <p:cNvSpPr/>
            <p:nvPr/>
          </p:nvSpPr>
          <p:spPr bwMode="auto">
            <a:xfrm>
              <a:off x="5016736" y="3200165"/>
              <a:ext cx="136528" cy="139517"/>
            </a:xfrm>
            <a:custGeom>
              <a:avLst/>
              <a:gdLst/>
              <a:ahLst/>
              <a:cxnLst>
                <a:cxn ang="0">
                  <a:pos x="18" y="162"/>
                </a:cxn>
                <a:cxn ang="0">
                  <a:pos x="6" y="127"/>
                </a:cxn>
                <a:cxn ang="0">
                  <a:pos x="125" y="6"/>
                </a:cxn>
                <a:cxn ang="0">
                  <a:pos x="161" y="22"/>
                </a:cxn>
                <a:cxn ang="0">
                  <a:pos x="145" y="58"/>
                </a:cxn>
                <a:cxn ang="0">
                  <a:pos x="58" y="149"/>
                </a:cxn>
                <a:cxn ang="0">
                  <a:pos x="21" y="164"/>
                </a:cxn>
                <a:cxn ang="0">
                  <a:pos x="18" y="162"/>
                </a:cxn>
              </a:cxnLst>
              <a:rect l="0" t="0" r="r" b="b"/>
              <a:pathLst>
                <a:path w="167" h="170">
                  <a:moveTo>
                    <a:pt x="18" y="162"/>
                  </a:moveTo>
                  <a:cubicBezTo>
                    <a:pt x="6" y="155"/>
                    <a:pt x="0" y="140"/>
                    <a:pt x="6" y="127"/>
                  </a:cubicBezTo>
                  <a:cubicBezTo>
                    <a:pt x="7" y="124"/>
                    <a:pt x="44" y="37"/>
                    <a:pt x="125" y="6"/>
                  </a:cubicBezTo>
                  <a:cubicBezTo>
                    <a:pt x="140" y="0"/>
                    <a:pt x="156" y="8"/>
                    <a:pt x="161" y="22"/>
                  </a:cubicBezTo>
                  <a:cubicBezTo>
                    <a:pt x="167" y="37"/>
                    <a:pt x="160" y="53"/>
                    <a:pt x="145" y="58"/>
                  </a:cubicBezTo>
                  <a:cubicBezTo>
                    <a:pt x="87" y="81"/>
                    <a:pt x="58" y="148"/>
                    <a:pt x="58" y="149"/>
                  </a:cubicBezTo>
                  <a:cubicBezTo>
                    <a:pt x="52" y="163"/>
                    <a:pt x="35" y="170"/>
                    <a:pt x="21" y="164"/>
                  </a:cubicBezTo>
                  <a:cubicBezTo>
                    <a:pt x="20" y="163"/>
                    <a:pt x="19" y="163"/>
                    <a:pt x="18" y="162"/>
                  </a:cubicBezTo>
                  <a:close/>
                </a:path>
              </a:pathLst>
            </a:custGeom>
            <a:solidFill>
              <a:schemeClr val="tx2"/>
            </a:solidFill>
            <a:ln w="9525">
              <a:noFill/>
              <a:round/>
            </a:ln>
          </p:spPr>
          <p:txBody>
            <a:bodyPr vert="horz" wrap="square" lIns="121920" tIns="60960" rIns="121920" bIns="60960" numCol="1" anchor="t" anchorCtr="0" compatLnSpc="1"/>
            <a:lstStyle/>
            <a:p>
              <a:endParaRPr lang="en-US" sz="3200"/>
            </a:p>
          </p:txBody>
        </p:sp>
      </p:grpSp>
      <p:graphicFrame>
        <p:nvGraphicFramePr>
          <p:cNvPr id="10" name="对象 9"/>
          <p:cNvGraphicFramePr/>
          <p:nvPr/>
        </p:nvGraphicFramePr>
        <p:xfrm>
          <a:off x="2099310" y="3307715"/>
          <a:ext cx="5591175" cy="3429000"/>
        </p:xfrm>
        <a:graphic>
          <a:graphicData uri="http://schemas.openxmlformats.org/presentationml/2006/ole">
            <mc:AlternateContent xmlns:mc="http://schemas.openxmlformats.org/markup-compatibility/2006">
              <mc:Choice xmlns:v="urn:schemas-microsoft-com:vml" Requires="v">
                <p:oleObj spid="_x0000_s11" name="" r:id="rId1" imgW="4564380" imgH="2781935" progId="Visio.Drawing.15">
                  <p:embed/>
                </p:oleObj>
              </mc:Choice>
              <mc:Fallback>
                <p:oleObj name="" r:id="rId1" imgW="4564380" imgH="2781935" progId="Visio.Drawing.15">
                  <p:embed/>
                  <p:pic>
                    <p:nvPicPr>
                      <p:cNvPr id="0" name="图片 10"/>
                      <p:cNvPicPr/>
                      <p:nvPr/>
                    </p:nvPicPr>
                    <p:blipFill>
                      <a:blip r:embed="rId2"/>
                      <a:stretch>
                        <a:fillRect/>
                      </a:stretch>
                    </p:blipFill>
                    <p:spPr>
                      <a:xfrm>
                        <a:off x="2099310" y="3307715"/>
                        <a:ext cx="5591175" cy="3429000"/>
                      </a:xfrm>
                      <a:prstGeom prst="rect">
                        <a:avLst/>
                      </a:prstGeom>
                    </p:spPr>
                  </p:pic>
                </p:oleObj>
              </mc:Fallback>
            </mc:AlternateContent>
          </a:graphicData>
        </a:graphic>
      </p:graphicFrame>
      <p:graphicFrame>
        <p:nvGraphicFramePr>
          <p:cNvPr id="12" name="对象 11"/>
          <p:cNvGraphicFramePr/>
          <p:nvPr/>
        </p:nvGraphicFramePr>
        <p:xfrm>
          <a:off x="1929130" y="1390650"/>
          <a:ext cx="5761355" cy="1659255"/>
        </p:xfrm>
        <a:graphic>
          <a:graphicData uri="http://schemas.openxmlformats.org/presentationml/2006/ole">
            <mc:AlternateContent xmlns:mc="http://schemas.openxmlformats.org/markup-compatibility/2006">
              <mc:Choice xmlns:v="urn:schemas-microsoft-com:vml" Requires="v">
                <p:oleObj spid="_x0000_s13" name="" r:id="rId3" imgW="5292725" imgH="1475105" progId="Visio.Drawing.15">
                  <p:embed/>
                </p:oleObj>
              </mc:Choice>
              <mc:Fallback>
                <p:oleObj name="" r:id="rId3" imgW="5292725" imgH="1475105" progId="Visio.Drawing.15">
                  <p:embed/>
                  <p:pic>
                    <p:nvPicPr>
                      <p:cNvPr id="0" name="图片 12"/>
                      <p:cNvPicPr/>
                      <p:nvPr/>
                    </p:nvPicPr>
                    <p:blipFill>
                      <a:blip r:embed="rId4"/>
                      <a:stretch>
                        <a:fillRect/>
                      </a:stretch>
                    </p:blipFill>
                    <p:spPr>
                      <a:xfrm>
                        <a:off x="1929130" y="1390650"/>
                        <a:ext cx="5761355" cy="1659255"/>
                      </a:xfrm>
                      <a:prstGeom prst="rect">
                        <a:avLst/>
                      </a:prstGeom>
                    </p:spPr>
                  </p:pic>
                </p:oleObj>
              </mc:Fallback>
            </mc:AlternateContent>
          </a:graphicData>
        </a:graphic>
      </p:graphicFrame>
      <p:sp>
        <p:nvSpPr>
          <p:cNvPr id="14" name="文本框 13"/>
          <p:cNvSpPr txBox="1"/>
          <p:nvPr/>
        </p:nvSpPr>
        <p:spPr>
          <a:xfrm>
            <a:off x="609600" y="1997075"/>
            <a:ext cx="839470" cy="368300"/>
          </a:xfrm>
          <a:prstGeom prst="rect">
            <a:avLst/>
          </a:prstGeom>
          <a:noFill/>
        </p:spPr>
        <p:txBody>
          <a:bodyPr wrap="square" rtlCol="0">
            <a:spAutoFit/>
          </a:bodyPr>
          <a:p>
            <a:r>
              <a:rPr lang="zh-CN" altLang="en-US" b="1"/>
              <a:t>互斥</a:t>
            </a:r>
            <a:endParaRPr lang="zh-CN" altLang="en-US" b="1"/>
          </a:p>
        </p:txBody>
      </p:sp>
      <p:sp>
        <p:nvSpPr>
          <p:cNvPr id="17" name="文本框 16"/>
          <p:cNvSpPr txBox="1"/>
          <p:nvPr/>
        </p:nvSpPr>
        <p:spPr>
          <a:xfrm>
            <a:off x="609600" y="5080635"/>
            <a:ext cx="839470" cy="368300"/>
          </a:xfrm>
          <a:prstGeom prst="rect">
            <a:avLst/>
          </a:prstGeom>
          <a:noFill/>
        </p:spPr>
        <p:txBody>
          <a:bodyPr wrap="square" rtlCol="0">
            <a:spAutoFit/>
          </a:bodyPr>
          <a:p>
            <a:r>
              <a:rPr lang="zh-CN" altLang="en-US" b="1"/>
              <a:t>同步</a:t>
            </a:r>
            <a:endParaRPr lang="zh-CN" altLang="en-US"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Shape 543"/>
          <p:cNvSpPr txBox="1">
            <a:spLocks noGrp="1"/>
          </p:cNvSpPr>
          <p:nvPr>
            <p:ph type="body" idx="1"/>
          </p:nvPr>
        </p:nvSpPr>
        <p:spPr>
          <a:xfrm>
            <a:off x="2715895" y="2407192"/>
            <a:ext cx="8229600" cy="2043600"/>
          </a:xfrm>
          <a:prstGeom prst="rect">
            <a:avLst/>
          </a:prstGeom>
        </p:spPr>
        <p:txBody>
          <a:bodyPr vert="horz" lIns="91425" tIns="91425" rIns="91425" bIns="91425" rtlCol="0" anchor="ctr" anchorCtr="0">
            <a:noAutofit/>
          </a:bodyPr>
          <a:lstStyle/>
          <a:p>
            <a:r>
              <a:rPr lang="zh-CN" dirty="0"/>
              <a:t>生产者消费者问题示例</a:t>
            </a:r>
            <a:endParaRPr lang="zh-CN" dirty="0"/>
          </a:p>
        </p:txBody>
      </p:sp>
    </p:spTree>
  </p:cSld>
  <p:clrMapOvr>
    <a:masterClrMapping/>
  </p:clrMapOvr>
  <p:transition spd="slow">
    <p:cut/>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535</Words>
  <Application>WPS 演示</Application>
  <PresentationFormat>宽屏</PresentationFormat>
  <Paragraphs>36</Paragraphs>
  <Slides>5</Slides>
  <Notes>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5</vt:i4>
      </vt:variant>
    </vt:vector>
  </HeadingPairs>
  <TitlesOfParts>
    <vt:vector size="16" baseType="lpstr">
      <vt:lpstr>Arial</vt:lpstr>
      <vt:lpstr>宋体</vt:lpstr>
      <vt:lpstr>Wingdings</vt:lpstr>
      <vt:lpstr>Arial Unicode MS</vt:lpstr>
      <vt:lpstr>Calibri</vt:lpstr>
      <vt:lpstr>微软雅黑</vt:lpstr>
      <vt:lpstr>Arial Unicode MS</vt:lpstr>
      <vt:lpstr>等线</vt:lpstr>
      <vt:lpstr>Custom Design</vt:lpstr>
      <vt:lpstr>Visio.Drawing.15</vt:lpstr>
      <vt:lpstr>Visio.Drawing.15</vt:lpstr>
      <vt:lpstr>RT-Thread入门系列视频教程</vt:lpstr>
      <vt:lpstr>生产者消费者问题模型</vt:lpstr>
      <vt:lpstr>生产者消费者问题本质</vt:lpstr>
      <vt:lpstr>生产者消费者解决模型</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pxxiong</dc:creator>
  <cp:lastModifiedBy>Wk</cp:lastModifiedBy>
  <cp:revision>198</cp:revision>
  <dcterms:created xsi:type="dcterms:W3CDTF">2014-06-30T01:36:00Z</dcterms:created>
  <dcterms:modified xsi:type="dcterms:W3CDTF">2018-11-25T09:13:02Z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2052-10.1.0.7668</vt:lpwstr>
  </property>
</Properties>
</file>