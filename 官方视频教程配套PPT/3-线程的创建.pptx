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3"/>
    <p:sldId id="396" r:id="rId4"/>
    <p:sldId id="403" r:id="rId5"/>
    <p:sldId id="404" r:id="rId6"/>
    <p:sldId id="405" r:id="rId7"/>
    <p:sldId id="407" r:id="rId8"/>
    <p:sldId id="40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9970" y="4874895"/>
            <a:ext cx="5913755" cy="1032510"/>
          </a:xfrm>
        </p:spPr>
        <p:txBody>
          <a:bodyPr/>
          <a:lstStyle/>
          <a:p>
            <a:r>
              <a:rPr lang="en-US" altLang="zh-CN" dirty="0"/>
              <a:t>          </a:t>
            </a:r>
            <a:r>
              <a:rPr lang="zh-CN" altLang="en-US" sz="2800" dirty="0"/>
              <a:t>第三讲：</a:t>
            </a:r>
            <a:r>
              <a:rPr lang="en-US" altLang="zh-CN" sz="2800" dirty="0"/>
              <a:t> </a:t>
            </a:r>
            <a:r>
              <a:rPr lang="zh-CN" altLang="en-US" sz="2800" dirty="0"/>
              <a:t>线程的创建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线程的概念</a:t>
            </a:r>
            <a:endParaRPr lang="zh-CN" altLang="en-US"/>
          </a:p>
        </p:txBody>
      </p:sp>
      <p:grpSp>
        <p:nvGrpSpPr>
          <p:cNvPr id="3" name="c28d1b1a-3544-4c52-b345-0ba3bc32e28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322134" y="1569085"/>
            <a:ext cx="9366946" cy="4045585"/>
            <a:chOff x="1419213" y="1422119"/>
            <a:chExt cx="9380284" cy="4045359"/>
          </a:xfrm>
        </p:grpSpPr>
        <p:grpSp>
          <p:nvGrpSpPr>
            <p:cNvPr id="5" name="îṡḷïḋè"/>
            <p:cNvGrpSpPr/>
            <p:nvPr/>
          </p:nvGrpSpPr>
          <p:grpSpPr>
            <a:xfrm>
              <a:off x="8207208" y="1772815"/>
              <a:ext cx="2592289" cy="3694663"/>
              <a:chOff x="4169666" y="2268389"/>
              <a:chExt cx="1673212" cy="2384748"/>
            </a:xfrm>
          </p:grpSpPr>
          <p:sp>
            <p:nvSpPr>
              <p:cNvPr id="23" name="íSļiḍè"/>
              <p:cNvSpPr>
                <a:spLocks noChangeAspect="1" noChangeArrowheads="1" noTextEdit="1"/>
              </p:cNvSpPr>
              <p:nvPr/>
            </p:nvSpPr>
            <p:spPr bwMode="auto">
              <a:xfrm>
                <a:off x="4171659" y="2271379"/>
                <a:ext cx="1669226" cy="23797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4" name="îSľíďé"/>
              <p:cNvSpPr/>
              <p:nvPr/>
            </p:nvSpPr>
            <p:spPr bwMode="auto">
              <a:xfrm>
                <a:off x="4691860" y="3253979"/>
                <a:ext cx="437487" cy="282024"/>
              </a:xfrm>
              <a:custGeom>
                <a:avLst/>
                <a:gdLst/>
                <a:ahLst/>
                <a:cxnLst>
                  <a:cxn ang="0">
                    <a:pos x="474" y="335"/>
                  </a:cxn>
                  <a:cxn ang="0">
                    <a:pos x="525" y="323"/>
                  </a:cxn>
                  <a:cxn ang="0">
                    <a:pos x="512" y="270"/>
                  </a:cxn>
                  <a:cxn ang="0">
                    <a:pos x="61" y="10"/>
                  </a:cxn>
                  <a:cxn ang="0">
                    <a:pos x="11" y="22"/>
                  </a:cxn>
                  <a:cxn ang="0">
                    <a:pos x="23" y="75"/>
                  </a:cxn>
                  <a:cxn ang="0">
                    <a:pos x="474" y="335"/>
                  </a:cxn>
                </a:cxnLst>
                <a:rect l="0" t="0" r="r" b="b"/>
                <a:pathLst>
                  <a:path w="535" h="345">
                    <a:moveTo>
                      <a:pt x="474" y="335"/>
                    </a:moveTo>
                    <a:cubicBezTo>
                      <a:pt x="492" y="345"/>
                      <a:pt x="514" y="341"/>
                      <a:pt x="525" y="323"/>
                    </a:cubicBezTo>
                    <a:cubicBezTo>
                      <a:pt x="535" y="305"/>
                      <a:pt x="530" y="281"/>
                      <a:pt x="512" y="270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43" y="0"/>
                      <a:pt x="21" y="5"/>
                      <a:pt x="11" y="22"/>
                    </a:cubicBezTo>
                    <a:cubicBezTo>
                      <a:pt x="0" y="40"/>
                      <a:pt x="5" y="64"/>
                      <a:pt x="23" y="75"/>
                    </a:cubicBezTo>
                    <a:lnTo>
                      <a:pt x="474" y="33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5" name="ïS1idé"/>
              <p:cNvSpPr/>
              <p:nvPr/>
            </p:nvSpPr>
            <p:spPr bwMode="auto">
              <a:xfrm>
                <a:off x="4646018" y="3332706"/>
                <a:ext cx="437487" cy="283021"/>
              </a:xfrm>
              <a:custGeom>
                <a:avLst/>
                <a:gdLst/>
                <a:ahLst/>
                <a:cxnLst>
                  <a:cxn ang="0">
                    <a:pos x="24" y="76"/>
                  </a:cxn>
                  <a:cxn ang="0">
                    <a:pos x="474" y="336"/>
                  </a:cxn>
                  <a:cxn ang="0">
                    <a:pos x="525" y="323"/>
                  </a:cxn>
                  <a:cxn ang="0">
                    <a:pos x="512" y="271"/>
                  </a:cxn>
                  <a:cxn ang="0">
                    <a:pos x="61" y="11"/>
                  </a:cxn>
                  <a:cxn ang="0">
                    <a:pos x="11" y="23"/>
                  </a:cxn>
                  <a:cxn ang="0">
                    <a:pos x="24" y="76"/>
                  </a:cxn>
                </a:cxnLst>
                <a:rect l="0" t="0" r="r" b="b"/>
                <a:pathLst>
                  <a:path w="535" h="346">
                    <a:moveTo>
                      <a:pt x="24" y="76"/>
                    </a:moveTo>
                    <a:cubicBezTo>
                      <a:pt x="474" y="336"/>
                      <a:pt x="474" y="336"/>
                      <a:pt x="474" y="336"/>
                    </a:cubicBezTo>
                    <a:cubicBezTo>
                      <a:pt x="492" y="346"/>
                      <a:pt x="514" y="341"/>
                      <a:pt x="525" y="323"/>
                    </a:cubicBezTo>
                    <a:cubicBezTo>
                      <a:pt x="535" y="306"/>
                      <a:pt x="530" y="281"/>
                      <a:pt x="512" y="271"/>
                    </a:cubicBezTo>
                    <a:cubicBezTo>
                      <a:pt x="61" y="11"/>
                      <a:pt x="61" y="11"/>
                      <a:pt x="61" y="11"/>
                    </a:cubicBezTo>
                    <a:cubicBezTo>
                      <a:pt x="43" y="0"/>
                      <a:pt x="21" y="5"/>
                      <a:pt x="11" y="23"/>
                    </a:cubicBezTo>
                    <a:cubicBezTo>
                      <a:pt x="0" y="41"/>
                      <a:pt x="6" y="65"/>
                      <a:pt x="24" y="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6" name="íşliďe"/>
              <p:cNvSpPr>
                <a:spLocks noEditPoints="1"/>
              </p:cNvSpPr>
              <p:nvPr/>
            </p:nvSpPr>
            <p:spPr bwMode="auto">
              <a:xfrm>
                <a:off x="4169666" y="3412430"/>
                <a:ext cx="875970" cy="1240707"/>
              </a:xfrm>
              <a:custGeom>
                <a:avLst/>
                <a:gdLst/>
                <a:ahLst/>
                <a:cxnLst>
                  <a:cxn ang="0">
                    <a:pos x="1068" y="298"/>
                  </a:cxn>
                  <a:cxn ang="0">
                    <a:pos x="1058" y="284"/>
                  </a:cxn>
                  <a:cxn ang="0">
                    <a:pos x="1038" y="271"/>
                  </a:cxn>
                  <a:cxn ang="0">
                    <a:pos x="587" y="11"/>
                  </a:cxn>
                  <a:cxn ang="0">
                    <a:pos x="567" y="3"/>
                  </a:cxn>
                  <a:cxn ang="0">
                    <a:pos x="536" y="17"/>
                  </a:cxn>
                  <a:cxn ang="0">
                    <a:pos x="24" y="903"/>
                  </a:cxn>
                  <a:cxn ang="0">
                    <a:pos x="24" y="903"/>
                  </a:cxn>
                  <a:cxn ang="0">
                    <a:pos x="1" y="1456"/>
                  </a:cxn>
                  <a:cxn ang="0">
                    <a:pos x="29" y="1507"/>
                  </a:cxn>
                  <a:cxn ang="0">
                    <a:pos x="87" y="1506"/>
                  </a:cxn>
                  <a:cxn ang="0">
                    <a:pos x="554" y="1209"/>
                  </a:cxn>
                  <a:cxn ang="0">
                    <a:pos x="554" y="1209"/>
                  </a:cxn>
                  <a:cxn ang="0">
                    <a:pos x="1066" y="323"/>
                  </a:cxn>
                  <a:cxn ang="0">
                    <a:pos x="1069" y="304"/>
                  </a:cxn>
                  <a:cxn ang="0">
                    <a:pos x="1068" y="298"/>
                  </a:cxn>
                  <a:cxn ang="0">
                    <a:pos x="509" y="1167"/>
                  </a:cxn>
                  <a:cxn ang="0">
                    <a:pos x="509" y="1167"/>
                  </a:cxn>
                  <a:cxn ang="0">
                    <a:pos x="195" y="1367"/>
                  </a:cxn>
                  <a:cxn ang="0">
                    <a:pos x="194" y="1366"/>
                  </a:cxn>
                  <a:cxn ang="0">
                    <a:pos x="142" y="1310"/>
                  </a:cxn>
                  <a:cxn ang="0">
                    <a:pos x="68" y="1289"/>
                  </a:cxn>
                  <a:cxn ang="0">
                    <a:pos x="68" y="1289"/>
                  </a:cxn>
                  <a:cxn ang="0">
                    <a:pos x="83" y="921"/>
                  </a:cxn>
                  <a:cxn ang="0">
                    <a:pos x="83" y="921"/>
                  </a:cxn>
                  <a:cxn ang="0">
                    <a:pos x="87" y="914"/>
                  </a:cxn>
                  <a:cxn ang="0">
                    <a:pos x="87" y="914"/>
                  </a:cxn>
                  <a:cxn ang="0">
                    <a:pos x="229" y="896"/>
                  </a:cxn>
                  <a:cxn ang="0">
                    <a:pos x="237" y="898"/>
                  </a:cxn>
                  <a:cxn ang="0">
                    <a:pos x="241" y="905"/>
                  </a:cxn>
                  <a:cxn ang="0">
                    <a:pos x="255" y="1023"/>
                  </a:cxn>
                  <a:cxn ang="0">
                    <a:pos x="281" y="1063"/>
                  </a:cxn>
                  <a:cxn ang="0">
                    <a:pos x="281" y="1063"/>
                  </a:cxn>
                  <a:cxn ang="0">
                    <a:pos x="328" y="1067"/>
                  </a:cxn>
                  <a:cxn ang="0">
                    <a:pos x="446" y="1021"/>
                  </a:cxn>
                  <a:cxn ang="0">
                    <a:pos x="457" y="1025"/>
                  </a:cxn>
                  <a:cxn ang="0">
                    <a:pos x="513" y="1161"/>
                  </a:cxn>
                  <a:cxn ang="0">
                    <a:pos x="513" y="1161"/>
                  </a:cxn>
                  <a:cxn ang="0">
                    <a:pos x="509" y="1167"/>
                  </a:cxn>
                  <a:cxn ang="0">
                    <a:pos x="538" y="1117"/>
                  </a:cxn>
                  <a:cxn ang="0">
                    <a:pos x="538" y="1117"/>
                  </a:cxn>
                  <a:cxn ang="0">
                    <a:pos x="494" y="1010"/>
                  </a:cxn>
                  <a:cxn ang="0">
                    <a:pos x="432" y="984"/>
                  </a:cxn>
                  <a:cxn ang="0">
                    <a:pos x="314" y="1030"/>
                  </a:cxn>
                  <a:cxn ang="0">
                    <a:pos x="301" y="1029"/>
                  </a:cxn>
                  <a:cxn ang="0">
                    <a:pos x="294" y="1018"/>
                  </a:cxn>
                  <a:cxn ang="0">
                    <a:pos x="280" y="901"/>
                  </a:cxn>
                  <a:cxn ang="0">
                    <a:pos x="267" y="872"/>
                  </a:cxn>
                  <a:cxn ang="0">
                    <a:pos x="224" y="856"/>
                  </a:cxn>
                  <a:cxn ang="0">
                    <a:pos x="113" y="871"/>
                  </a:cxn>
                  <a:cxn ang="0">
                    <a:pos x="112" y="870"/>
                  </a:cxn>
                  <a:cxn ang="0">
                    <a:pos x="566" y="85"/>
                  </a:cxn>
                  <a:cxn ang="0">
                    <a:pos x="566" y="85"/>
                  </a:cxn>
                  <a:cxn ang="0">
                    <a:pos x="992" y="331"/>
                  </a:cxn>
                  <a:cxn ang="0">
                    <a:pos x="992" y="331"/>
                  </a:cxn>
                  <a:cxn ang="0">
                    <a:pos x="538" y="1117"/>
                  </a:cxn>
                </a:cxnLst>
                <a:rect l="0" t="0" r="r" b="b"/>
                <a:pathLst>
                  <a:path w="1070" h="1517">
                    <a:moveTo>
                      <a:pt x="1068" y="298"/>
                    </a:moveTo>
                    <a:cubicBezTo>
                      <a:pt x="1066" y="293"/>
                      <a:pt x="1063" y="288"/>
                      <a:pt x="1058" y="284"/>
                    </a:cubicBezTo>
                    <a:cubicBezTo>
                      <a:pt x="1053" y="280"/>
                      <a:pt x="1046" y="275"/>
                      <a:pt x="1038" y="271"/>
                    </a:cubicBezTo>
                    <a:cubicBezTo>
                      <a:pt x="587" y="11"/>
                      <a:pt x="587" y="11"/>
                      <a:pt x="587" y="11"/>
                    </a:cubicBezTo>
                    <a:cubicBezTo>
                      <a:pt x="580" y="6"/>
                      <a:pt x="573" y="4"/>
                      <a:pt x="567" y="3"/>
                    </a:cubicBezTo>
                    <a:cubicBezTo>
                      <a:pt x="555" y="0"/>
                      <a:pt x="542" y="6"/>
                      <a:pt x="536" y="17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24" y="903"/>
                      <a:pt x="24" y="903"/>
                      <a:pt x="24" y="903"/>
                    </a:cubicBezTo>
                    <a:cubicBezTo>
                      <a:pt x="1" y="1456"/>
                      <a:pt x="1" y="1456"/>
                      <a:pt x="1" y="1456"/>
                    </a:cubicBezTo>
                    <a:cubicBezTo>
                      <a:pt x="0" y="1477"/>
                      <a:pt x="11" y="1496"/>
                      <a:pt x="29" y="1507"/>
                    </a:cubicBezTo>
                    <a:cubicBezTo>
                      <a:pt x="47" y="1517"/>
                      <a:pt x="70" y="1517"/>
                      <a:pt x="87" y="1506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554" y="1209"/>
                      <a:pt x="554" y="1209"/>
                      <a:pt x="554" y="1209"/>
                    </a:cubicBezTo>
                    <a:cubicBezTo>
                      <a:pt x="1066" y="323"/>
                      <a:pt x="1066" y="323"/>
                      <a:pt x="1066" y="323"/>
                    </a:cubicBezTo>
                    <a:cubicBezTo>
                      <a:pt x="1069" y="317"/>
                      <a:pt x="1070" y="311"/>
                      <a:pt x="1069" y="304"/>
                    </a:cubicBezTo>
                    <a:cubicBezTo>
                      <a:pt x="1069" y="302"/>
                      <a:pt x="1069" y="300"/>
                      <a:pt x="1068" y="298"/>
                    </a:cubicBezTo>
                    <a:close/>
                    <a:moveTo>
                      <a:pt x="509" y="1167"/>
                    </a:moveTo>
                    <a:cubicBezTo>
                      <a:pt x="509" y="1167"/>
                      <a:pt x="509" y="1167"/>
                      <a:pt x="509" y="1167"/>
                    </a:cubicBezTo>
                    <a:cubicBezTo>
                      <a:pt x="195" y="1367"/>
                      <a:pt x="195" y="1367"/>
                      <a:pt x="195" y="1367"/>
                    </a:cubicBezTo>
                    <a:cubicBezTo>
                      <a:pt x="194" y="1366"/>
                      <a:pt x="194" y="1366"/>
                      <a:pt x="194" y="1366"/>
                    </a:cubicBezTo>
                    <a:cubicBezTo>
                      <a:pt x="179" y="1342"/>
                      <a:pt x="158" y="1320"/>
                      <a:pt x="142" y="1310"/>
                    </a:cubicBezTo>
                    <a:cubicBezTo>
                      <a:pt x="124" y="1300"/>
                      <a:pt x="95" y="1292"/>
                      <a:pt x="68" y="1289"/>
                    </a:cubicBezTo>
                    <a:cubicBezTo>
                      <a:pt x="68" y="1289"/>
                      <a:pt x="68" y="1289"/>
                      <a:pt x="68" y="1289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3" y="921"/>
                      <a:pt x="83" y="921"/>
                      <a:pt x="83" y="921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87" y="914"/>
                      <a:pt x="87" y="914"/>
                      <a:pt x="87" y="914"/>
                    </a:cubicBezTo>
                    <a:cubicBezTo>
                      <a:pt x="229" y="896"/>
                      <a:pt x="229" y="896"/>
                      <a:pt x="229" y="896"/>
                    </a:cubicBezTo>
                    <a:cubicBezTo>
                      <a:pt x="233" y="896"/>
                      <a:pt x="235" y="897"/>
                      <a:pt x="237" y="898"/>
                    </a:cubicBezTo>
                    <a:cubicBezTo>
                      <a:pt x="238" y="899"/>
                      <a:pt x="240" y="901"/>
                      <a:pt x="241" y="905"/>
                    </a:cubicBezTo>
                    <a:cubicBezTo>
                      <a:pt x="255" y="1023"/>
                      <a:pt x="255" y="1023"/>
                      <a:pt x="255" y="1023"/>
                    </a:cubicBezTo>
                    <a:cubicBezTo>
                      <a:pt x="257" y="1040"/>
                      <a:pt x="266" y="1054"/>
                      <a:pt x="281" y="1063"/>
                    </a:cubicBezTo>
                    <a:cubicBezTo>
                      <a:pt x="281" y="1063"/>
                      <a:pt x="281" y="1063"/>
                      <a:pt x="281" y="1063"/>
                    </a:cubicBezTo>
                    <a:cubicBezTo>
                      <a:pt x="296" y="1072"/>
                      <a:pt x="313" y="1073"/>
                      <a:pt x="328" y="1067"/>
                    </a:cubicBezTo>
                    <a:cubicBezTo>
                      <a:pt x="446" y="1021"/>
                      <a:pt x="446" y="1021"/>
                      <a:pt x="446" y="1021"/>
                    </a:cubicBezTo>
                    <a:cubicBezTo>
                      <a:pt x="450" y="1019"/>
                      <a:pt x="455" y="1021"/>
                      <a:pt x="457" y="1025"/>
                    </a:cubicBezTo>
                    <a:cubicBezTo>
                      <a:pt x="513" y="1161"/>
                      <a:pt x="513" y="1161"/>
                      <a:pt x="513" y="1161"/>
                    </a:cubicBezTo>
                    <a:cubicBezTo>
                      <a:pt x="513" y="1161"/>
                      <a:pt x="513" y="1161"/>
                      <a:pt x="513" y="1161"/>
                    </a:cubicBezTo>
                    <a:lnTo>
                      <a:pt x="509" y="1167"/>
                    </a:lnTo>
                    <a:close/>
                    <a:moveTo>
                      <a:pt x="538" y="1117"/>
                    </a:moveTo>
                    <a:cubicBezTo>
                      <a:pt x="538" y="1117"/>
                      <a:pt x="538" y="1117"/>
                      <a:pt x="538" y="1117"/>
                    </a:cubicBezTo>
                    <a:cubicBezTo>
                      <a:pt x="494" y="1010"/>
                      <a:pt x="494" y="1010"/>
                      <a:pt x="494" y="1010"/>
                    </a:cubicBezTo>
                    <a:cubicBezTo>
                      <a:pt x="484" y="986"/>
                      <a:pt x="456" y="974"/>
                      <a:pt x="432" y="984"/>
                    </a:cubicBezTo>
                    <a:cubicBezTo>
                      <a:pt x="314" y="1030"/>
                      <a:pt x="314" y="1030"/>
                      <a:pt x="314" y="1030"/>
                    </a:cubicBezTo>
                    <a:cubicBezTo>
                      <a:pt x="308" y="1032"/>
                      <a:pt x="303" y="1030"/>
                      <a:pt x="301" y="1029"/>
                    </a:cubicBezTo>
                    <a:cubicBezTo>
                      <a:pt x="299" y="1027"/>
                      <a:pt x="295" y="1024"/>
                      <a:pt x="294" y="1018"/>
                    </a:cubicBezTo>
                    <a:cubicBezTo>
                      <a:pt x="280" y="901"/>
                      <a:pt x="280" y="901"/>
                      <a:pt x="280" y="901"/>
                    </a:cubicBezTo>
                    <a:cubicBezTo>
                      <a:pt x="279" y="891"/>
                      <a:pt x="275" y="880"/>
                      <a:pt x="267" y="872"/>
                    </a:cubicBezTo>
                    <a:cubicBezTo>
                      <a:pt x="256" y="860"/>
                      <a:pt x="240" y="854"/>
                      <a:pt x="224" y="856"/>
                    </a:cubicBezTo>
                    <a:cubicBezTo>
                      <a:pt x="113" y="871"/>
                      <a:pt x="113" y="871"/>
                      <a:pt x="113" y="871"/>
                    </a:cubicBezTo>
                    <a:cubicBezTo>
                      <a:pt x="112" y="871"/>
                      <a:pt x="112" y="871"/>
                      <a:pt x="112" y="870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566" y="85"/>
                      <a:pt x="566" y="85"/>
                      <a:pt x="566" y="85"/>
                    </a:cubicBezTo>
                    <a:cubicBezTo>
                      <a:pt x="992" y="331"/>
                      <a:pt x="992" y="331"/>
                      <a:pt x="992" y="331"/>
                    </a:cubicBezTo>
                    <a:cubicBezTo>
                      <a:pt x="992" y="331"/>
                      <a:pt x="992" y="331"/>
                      <a:pt x="992" y="331"/>
                    </a:cubicBezTo>
                    <a:lnTo>
                      <a:pt x="538" y="1117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7" name="îSlïḋê"/>
              <p:cNvSpPr/>
              <p:nvPr/>
            </p:nvSpPr>
            <p:spPr bwMode="auto">
              <a:xfrm>
                <a:off x="5688412" y="2720823"/>
                <a:ext cx="154466" cy="84707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5" y="76"/>
                  </a:cxn>
                  <a:cxn ang="0">
                    <a:pos x="51" y="99"/>
                  </a:cxn>
                  <a:cxn ang="0">
                    <a:pos x="155" y="71"/>
                  </a:cxn>
                  <a:cxn ang="0">
                    <a:pos x="184" y="28"/>
                  </a:cxn>
                  <a:cxn ang="0">
                    <a:pos x="138" y="5"/>
                  </a:cxn>
                  <a:cxn ang="0">
                    <a:pos x="33" y="33"/>
                  </a:cxn>
                </a:cxnLst>
                <a:rect l="0" t="0" r="r" b="b"/>
                <a:pathLst>
                  <a:path w="189" h="104">
                    <a:moveTo>
                      <a:pt x="33" y="33"/>
                    </a:moveTo>
                    <a:cubicBezTo>
                      <a:pt x="13" y="39"/>
                      <a:pt x="0" y="58"/>
                      <a:pt x="5" y="76"/>
                    </a:cubicBezTo>
                    <a:cubicBezTo>
                      <a:pt x="10" y="94"/>
                      <a:pt x="31" y="104"/>
                      <a:pt x="51" y="99"/>
                    </a:cubicBezTo>
                    <a:cubicBezTo>
                      <a:pt x="155" y="71"/>
                      <a:pt x="155" y="71"/>
                      <a:pt x="155" y="71"/>
                    </a:cubicBezTo>
                    <a:cubicBezTo>
                      <a:pt x="176" y="65"/>
                      <a:pt x="189" y="46"/>
                      <a:pt x="184" y="28"/>
                    </a:cubicBezTo>
                    <a:cubicBezTo>
                      <a:pt x="179" y="10"/>
                      <a:pt x="158" y="0"/>
                      <a:pt x="138" y="5"/>
                    </a:cubicBezTo>
                    <a:lnTo>
                      <a:pt x="33" y="33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8" name="í$ļïḓè"/>
              <p:cNvSpPr/>
              <p:nvPr/>
            </p:nvSpPr>
            <p:spPr bwMode="auto">
              <a:xfrm>
                <a:off x="4999794" y="2268389"/>
                <a:ext cx="84707" cy="154465"/>
              </a:xfrm>
              <a:custGeom>
                <a:avLst/>
                <a:gdLst/>
                <a:ahLst/>
                <a:cxnLst>
                  <a:cxn ang="0">
                    <a:pos x="99" y="138"/>
                  </a:cxn>
                  <a:cxn ang="0">
                    <a:pos x="76" y="184"/>
                  </a:cxn>
                  <a:cxn ang="0">
                    <a:pos x="33" y="155"/>
                  </a:cxn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8"/>
                  </a:cxn>
                </a:cxnLst>
                <a:rect l="0" t="0" r="r" b="b"/>
                <a:pathLst>
                  <a:path w="104" h="189">
                    <a:moveTo>
                      <a:pt x="99" y="138"/>
                    </a:moveTo>
                    <a:cubicBezTo>
                      <a:pt x="104" y="158"/>
                      <a:pt x="94" y="179"/>
                      <a:pt x="76" y="184"/>
                    </a:cubicBezTo>
                    <a:cubicBezTo>
                      <a:pt x="58" y="189"/>
                      <a:pt x="39" y="176"/>
                      <a:pt x="33" y="155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0" y="31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lnTo>
                      <a:pt x="99" y="138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9" name="íŝ1íḑè"/>
              <p:cNvSpPr/>
              <p:nvPr/>
            </p:nvSpPr>
            <p:spPr bwMode="auto">
              <a:xfrm>
                <a:off x="5290788" y="3397482"/>
                <a:ext cx="85704" cy="153469"/>
              </a:xfrm>
              <a:custGeom>
                <a:avLst/>
                <a:gdLst/>
                <a:ahLst/>
                <a:cxnLst>
                  <a:cxn ang="0">
                    <a:pos x="5" y="51"/>
                  </a:cxn>
                  <a:cxn ang="0">
                    <a:pos x="28" y="5"/>
                  </a:cxn>
                  <a:cxn ang="0">
                    <a:pos x="71" y="33"/>
                  </a:cxn>
                  <a:cxn ang="0">
                    <a:pos x="99" y="137"/>
                  </a:cxn>
                  <a:cxn ang="0">
                    <a:pos x="76" y="183"/>
                  </a:cxn>
                  <a:cxn ang="0">
                    <a:pos x="33" y="155"/>
                  </a:cxn>
                  <a:cxn ang="0">
                    <a:pos x="5" y="51"/>
                  </a:cxn>
                </a:cxnLst>
                <a:rect l="0" t="0" r="r" b="b"/>
                <a:pathLst>
                  <a:path w="104" h="188">
                    <a:moveTo>
                      <a:pt x="5" y="51"/>
                    </a:moveTo>
                    <a:cubicBezTo>
                      <a:pt x="0" y="30"/>
                      <a:pt x="10" y="10"/>
                      <a:pt x="28" y="5"/>
                    </a:cubicBezTo>
                    <a:cubicBezTo>
                      <a:pt x="46" y="0"/>
                      <a:pt x="65" y="13"/>
                      <a:pt x="71" y="33"/>
                    </a:cubicBezTo>
                    <a:cubicBezTo>
                      <a:pt x="99" y="137"/>
                      <a:pt x="99" y="137"/>
                      <a:pt x="99" y="137"/>
                    </a:cubicBezTo>
                    <a:cubicBezTo>
                      <a:pt x="104" y="158"/>
                      <a:pt x="94" y="179"/>
                      <a:pt x="76" y="183"/>
                    </a:cubicBezTo>
                    <a:cubicBezTo>
                      <a:pt x="58" y="188"/>
                      <a:pt x="39" y="175"/>
                      <a:pt x="33" y="155"/>
                    </a:cubicBezTo>
                    <a:lnTo>
                      <a:pt x="5" y="51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0" name="ïṡľíḓe"/>
              <p:cNvSpPr/>
              <p:nvPr/>
            </p:nvSpPr>
            <p:spPr bwMode="auto">
              <a:xfrm>
                <a:off x="4561311" y="3030751"/>
                <a:ext cx="154466" cy="85703"/>
              </a:xfrm>
              <a:custGeom>
                <a:avLst/>
                <a:gdLst/>
                <a:ahLst/>
                <a:cxnLst>
                  <a:cxn ang="0">
                    <a:pos x="155" y="72"/>
                  </a:cxn>
                  <a:cxn ang="0">
                    <a:pos x="184" y="29"/>
                  </a:cxn>
                  <a:cxn ang="0">
                    <a:pos x="138" y="6"/>
                  </a:cxn>
                  <a:cxn ang="0">
                    <a:pos x="34" y="34"/>
                  </a:cxn>
                  <a:cxn ang="0">
                    <a:pos x="5" y="77"/>
                  </a:cxn>
                  <a:cxn ang="0">
                    <a:pos x="51" y="99"/>
                  </a:cxn>
                  <a:cxn ang="0">
                    <a:pos x="155" y="72"/>
                  </a:cxn>
                </a:cxnLst>
                <a:rect l="0" t="0" r="r" b="b"/>
                <a:pathLst>
                  <a:path w="189" h="105">
                    <a:moveTo>
                      <a:pt x="155" y="72"/>
                    </a:moveTo>
                    <a:cubicBezTo>
                      <a:pt x="176" y="66"/>
                      <a:pt x="189" y="47"/>
                      <a:pt x="184" y="29"/>
                    </a:cubicBezTo>
                    <a:cubicBezTo>
                      <a:pt x="179" y="11"/>
                      <a:pt x="158" y="0"/>
                      <a:pt x="138" y="6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13" y="39"/>
                      <a:pt x="0" y="59"/>
                      <a:pt x="5" y="77"/>
                    </a:cubicBezTo>
                    <a:cubicBezTo>
                      <a:pt x="10" y="95"/>
                      <a:pt x="31" y="105"/>
                      <a:pt x="51" y="99"/>
                    </a:cubicBezTo>
                    <a:lnTo>
                      <a:pt x="155" y="72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1" name="îšļiḋe"/>
              <p:cNvSpPr/>
              <p:nvPr/>
            </p:nvSpPr>
            <p:spPr bwMode="auto">
              <a:xfrm>
                <a:off x="5448243" y="2317220"/>
                <a:ext cx="109621" cy="146493"/>
              </a:xfrm>
              <a:custGeom>
                <a:avLst/>
                <a:gdLst/>
                <a:ahLst/>
                <a:cxnLst>
                  <a:cxn ang="0">
                    <a:pos x="10" y="119"/>
                  </a:cxn>
                  <a:cxn ang="0">
                    <a:pos x="21" y="170"/>
                  </a:cxn>
                  <a:cxn ang="0">
                    <a:pos x="69" y="153"/>
                  </a:cxn>
                  <a:cxn ang="0">
                    <a:pos x="123" y="60"/>
                  </a:cxn>
                  <a:cxn ang="0">
                    <a:pos x="113" y="9"/>
                  </a:cxn>
                  <a:cxn ang="0">
                    <a:pos x="64" y="26"/>
                  </a:cxn>
                  <a:cxn ang="0">
                    <a:pos x="10" y="119"/>
                  </a:cxn>
                </a:cxnLst>
                <a:rect l="0" t="0" r="r" b="b"/>
                <a:pathLst>
                  <a:path w="134" h="179">
                    <a:moveTo>
                      <a:pt x="10" y="119"/>
                    </a:moveTo>
                    <a:cubicBezTo>
                      <a:pt x="0" y="138"/>
                      <a:pt x="4" y="160"/>
                      <a:pt x="21" y="170"/>
                    </a:cubicBezTo>
                    <a:cubicBezTo>
                      <a:pt x="37" y="179"/>
                      <a:pt x="59" y="171"/>
                      <a:pt x="69" y="153"/>
                    </a:cubicBezTo>
                    <a:cubicBezTo>
                      <a:pt x="123" y="60"/>
                      <a:pt x="123" y="60"/>
                      <a:pt x="123" y="60"/>
                    </a:cubicBezTo>
                    <a:cubicBezTo>
                      <a:pt x="134" y="41"/>
                      <a:pt x="129" y="19"/>
                      <a:pt x="113" y="9"/>
                    </a:cubicBezTo>
                    <a:cubicBezTo>
                      <a:pt x="97" y="0"/>
                      <a:pt x="75" y="7"/>
                      <a:pt x="64" y="26"/>
                    </a:cubicBezTo>
                    <a:lnTo>
                      <a:pt x="10" y="119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2" name="ïś1íḑè"/>
              <p:cNvSpPr/>
              <p:nvPr/>
            </p:nvSpPr>
            <p:spPr bwMode="auto">
              <a:xfrm>
                <a:off x="4613132" y="2606220"/>
                <a:ext cx="146493" cy="109621"/>
              </a:xfrm>
              <a:custGeom>
                <a:avLst/>
                <a:gdLst/>
                <a:ahLst/>
                <a:cxnLst>
                  <a:cxn ang="0">
                    <a:pos x="59" y="11"/>
                  </a:cxn>
                  <a:cxn ang="0">
                    <a:pos x="9" y="21"/>
                  </a:cxn>
                  <a:cxn ang="0">
                    <a:pos x="25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5"/>
                  </a:cxn>
                  <a:cxn ang="0">
                    <a:pos x="59" y="11"/>
                  </a:cxn>
                </a:cxnLst>
                <a:rect l="0" t="0" r="r" b="b"/>
                <a:pathLst>
                  <a:path w="179" h="134">
                    <a:moveTo>
                      <a:pt x="59" y="11"/>
                    </a:moveTo>
                    <a:cubicBezTo>
                      <a:pt x="41" y="0"/>
                      <a:pt x="18" y="5"/>
                      <a:pt x="9" y="21"/>
                    </a:cubicBezTo>
                    <a:cubicBezTo>
                      <a:pt x="0" y="37"/>
                      <a:pt x="7" y="59"/>
                      <a:pt x="25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5"/>
                    </a:cubicBezTo>
                    <a:lnTo>
                      <a:pt x="59" y="11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3" name="ïṥḻîďé"/>
              <p:cNvSpPr/>
              <p:nvPr/>
            </p:nvSpPr>
            <p:spPr bwMode="auto">
              <a:xfrm>
                <a:off x="5592743" y="3172261"/>
                <a:ext cx="146493" cy="109621"/>
              </a:xfrm>
              <a:custGeom>
                <a:avLst/>
                <a:gdLst/>
                <a:ahLst/>
                <a:cxnLst>
                  <a:cxn ang="0">
                    <a:pos x="60" y="10"/>
                  </a:cxn>
                  <a:cxn ang="0">
                    <a:pos x="9" y="21"/>
                  </a:cxn>
                  <a:cxn ang="0">
                    <a:pos x="26" y="69"/>
                  </a:cxn>
                  <a:cxn ang="0">
                    <a:pos x="119" y="123"/>
                  </a:cxn>
                  <a:cxn ang="0">
                    <a:pos x="169" y="113"/>
                  </a:cxn>
                  <a:cxn ang="0">
                    <a:pos x="153" y="64"/>
                  </a:cxn>
                  <a:cxn ang="0">
                    <a:pos x="60" y="10"/>
                  </a:cxn>
                </a:cxnLst>
                <a:rect l="0" t="0" r="r" b="b"/>
                <a:pathLst>
                  <a:path w="179" h="134">
                    <a:moveTo>
                      <a:pt x="60" y="10"/>
                    </a:moveTo>
                    <a:cubicBezTo>
                      <a:pt x="41" y="0"/>
                      <a:pt x="19" y="4"/>
                      <a:pt x="9" y="21"/>
                    </a:cubicBezTo>
                    <a:cubicBezTo>
                      <a:pt x="0" y="37"/>
                      <a:pt x="7" y="59"/>
                      <a:pt x="26" y="69"/>
                    </a:cubicBezTo>
                    <a:cubicBezTo>
                      <a:pt x="119" y="123"/>
                      <a:pt x="119" y="123"/>
                      <a:pt x="119" y="123"/>
                    </a:cubicBezTo>
                    <a:cubicBezTo>
                      <a:pt x="137" y="134"/>
                      <a:pt x="160" y="129"/>
                      <a:pt x="169" y="113"/>
                    </a:cubicBezTo>
                    <a:cubicBezTo>
                      <a:pt x="179" y="97"/>
                      <a:pt x="171" y="75"/>
                      <a:pt x="153" y="64"/>
                    </a:cubicBez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tx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4" name="islîḓè"/>
              <p:cNvSpPr>
                <a:spLocks noEditPoints="1"/>
              </p:cNvSpPr>
              <p:nvPr/>
            </p:nvSpPr>
            <p:spPr bwMode="auto">
              <a:xfrm>
                <a:off x="4733715" y="2441789"/>
                <a:ext cx="942739" cy="1026448"/>
              </a:xfrm>
              <a:custGeom>
                <a:avLst/>
                <a:gdLst/>
                <a:ahLst/>
                <a:cxnLst>
                  <a:cxn ang="0">
                    <a:pos x="510" y="1256"/>
                  </a:cxn>
                  <a:cxn ang="0">
                    <a:pos x="0" y="961"/>
                  </a:cxn>
                  <a:cxn ang="0">
                    <a:pos x="13" y="937"/>
                  </a:cxn>
                  <a:cxn ang="0">
                    <a:pos x="32" y="713"/>
                  </a:cxn>
                  <a:cxn ang="0">
                    <a:pos x="73" y="317"/>
                  </a:cxn>
                  <a:cxn ang="0">
                    <a:pos x="373" y="37"/>
                  </a:cxn>
                  <a:cxn ang="0">
                    <a:pos x="616" y="7"/>
                  </a:cxn>
                  <a:cxn ang="0">
                    <a:pos x="848" y="77"/>
                  </a:cxn>
                  <a:cxn ang="0">
                    <a:pos x="852" y="80"/>
                  </a:cxn>
                  <a:cxn ang="0">
                    <a:pos x="853" y="80"/>
                  </a:cxn>
                  <a:cxn ang="0">
                    <a:pos x="1029" y="245"/>
                  </a:cxn>
                  <a:cxn ang="0">
                    <a:pos x="1125" y="470"/>
                  </a:cxn>
                  <a:cxn ang="0">
                    <a:pos x="1032" y="870"/>
                  </a:cxn>
                  <a:cxn ang="0">
                    <a:pos x="710" y="1104"/>
                  </a:cxn>
                  <a:cxn ang="0">
                    <a:pos x="524" y="1232"/>
                  </a:cxn>
                  <a:cxn ang="0">
                    <a:pos x="510" y="1256"/>
                  </a:cxn>
                  <a:cxn ang="0">
                    <a:pos x="75" y="939"/>
                  </a:cxn>
                  <a:cxn ang="0">
                    <a:pos x="492" y="1180"/>
                  </a:cxn>
                  <a:cxn ang="0">
                    <a:pos x="686" y="1053"/>
                  </a:cxn>
                  <a:cxn ang="0">
                    <a:pos x="987" y="836"/>
                  </a:cxn>
                  <a:cxn ang="0">
                    <a:pos x="1069" y="481"/>
                  </a:cxn>
                  <a:cxn ang="0">
                    <a:pos x="824" y="128"/>
                  </a:cxn>
                  <a:cxn ang="0">
                    <a:pos x="820" y="126"/>
                  </a:cxn>
                  <a:cxn ang="0">
                    <a:pos x="392" y="90"/>
                  </a:cxn>
                  <a:cxn ang="0">
                    <a:pos x="125" y="339"/>
                  </a:cxn>
                  <a:cxn ang="0">
                    <a:pos x="88" y="708"/>
                  </a:cxn>
                  <a:cxn ang="0">
                    <a:pos x="75" y="939"/>
                  </a:cxn>
                </a:cxnLst>
                <a:rect l="0" t="0" r="r" b="b"/>
                <a:pathLst>
                  <a:path w="1152" h="1256">
                    <a:moveTo>
                      <a:pt x="510" y="1256"/>
                    </a:moveTo>
                    <a:cubicBezTo>
                      <a:pt x="0" y="961"/>
                      <a:pt x="0" y="961"/>
                      <a:pt x="0" y="961"/>
                    </a:cubicBezTo>
                    <a:cubicBezTo>
                      <a:pt x="13" y="937"/>
                      <a:pt x="13" y="937"/>
                      <a:pt x="13" y="937"/>
                    </a:cubicBezTo>
                    <a:cubicBezTo>
                      <a:pt x="46" y="877"/>
                      <a:pt x="40" y="801"/>
                      <a:pt x="32" y="713"/>
                    </a:cubicBezTo>
                    <a:cubicBezTo>
                      <a:pt x="23" y="604"/>
                      <a:pt x="11" y="468"/>
                      <a:pt x="73" y="317"/>
                    </a:cubicBezTo>
                    <a:cubicBezTo>
                      <a:pt x="128" y="184"/>
                      <a:pt x="234" y="85"/>
                      <a:pt x="373" y="37"/>
                    </a:cubicBezTo>
                    <a:cubicBezTo>
                      <a:pt x="449" y="10"/>
                      <a:pt x="533" y="0"/>
                      <a:pt x="616" y="7"/>
                    </a:cubicBezTo>
                    <a:cubicBezTo>
                      <a:pt x="699" y="14"/>
                      <a:pt x="779" y="38"/>
                      <a:pt x="848" y="77"/>
                    </a:cubicBezTo>
                    <a:cubicBezTo>
                      <a:pt x="852" y="80"/>
                      <a:pt x="852" y="80"/>
                      <a:pt x="852" y="80"/>
                    </a:cubicBezTo>
                    <a:cubicBezTo>
                      <a:pt x="853" y="80"/>
                      <a:pt x="853" y="80"/>
                      <a:pt x="853" y="80"/>
                    </a:cubicBezTo>
                    <a:cubicBezTo>
                      <a:pt x="920" y="120"/>
                      <a:pt x="981" y="177"/>
                      <a:pt x="1029" y="245"/>
                    </a:cubicBezTo>
                    <a:cubicBezTo>
                      <a:pt x="1076" y="313"/>
                      <a:pt x="1109" y="391"/>
                      <a:pt x="1125" y="470"/>
                    </a:cubicBezTo>
                    <a:cubicBezTo>
                      <a:pt x="1152" y="615"/>
                      <a:pt x="1119" y="757"/>
                      <a:pt x="1032" y="870"/>
                    </a:cubicBezTo>
                    <a:cubicBezTo>
                      <a:pt x="932" y="1000"/>
                      <a:pt x="809" y="1057"/>
                      <a:pt x="710" y="1104"/>
                    </a:cubicBezTo>
                    <a:cubicBezTo>
                      <a:pt x="629" y="1141"/>
                      <a:pt x="560" y="1174"/>
                      <a:pt x="524" y="1232"/>
                    </a:cubicBezTo>
                    <a:lnTo>
                      <a:pt x="510" y="1256"/>
                    </a:lnTo>
                    <a:close/>
                    <a:moveTo>
                      <a:pt x="75" y="939"/>
                    </a:moveTo>
                    <a:cubicBezTo>
                      <a:pt x="492" y="1180"/>
                      <a:pt x="492" y="1180"/>
                      <a:pt x="492" y="1180"/>
                    </a:cubicBezTo>
                    <a:cubicBezTo>
                      <a:pt x="538" y="1122"/>
                      <a:pt x="607" y="1090"/>
                      <a:pt x="686" y="1053"/>
                    </a:cubicBezTo>
                    <a:cubicBezTo>
                      <a:pt x="784" y="1007"/>
                      <a:pt x="896" y="955"/>
                      <a:pt x="987" y="836"/>
                    </a:cubicBezTo>
                    <a:cubicBezTo>
                      <a:pt x="1087" y="707"/>
                      <a:pt x="1087" y="572"/>
                      <a:pt x="1069" y="481"/>
                    </a:cubicBezTo>
                    <a:cubicBezTo>
                      <a:pt x="1042" y="337"/>
                      <a:pt x="948" y="201"/>
                      <a:pt x="824" y="128"/>
                    </a:cubicBezTo>
                    <a:cubicBezTo>
                      <a:pt x="820" y="126"/>
                      <a:pt x="820" y="126"/>
                      <a:pt x="820" y="126"/>
                    </a:cubicBezTo>
                    <a:cubicBezTo>
                      <a:pt x="695" y="55"/>
                      <a:pt x="530" y="41"/>
                      <a:pt x="392" y="90"/>
                    </a:cubicBezTo>
                    <a:cubicBezTo>
                      <a:pt x="304" y="120"/>
                      <a:pt x="187" y="188"/>
                      <a:pt x="125" y="339"/>
                    </a:cubicBezTo>
                    <a:cubicBezTo>
                      <a:pt x="68" y="477"/>
                      <a:pt x="79" y="600"/>
                      <a:pt x="88" y="708"/>
                    </a:cubicBezTo>
                    <a:cubicBezTo>
                      <a:pt x="96" y="795"/>
                      <a:pt x="102" y="871"/>
                      <a:pt x="75" y="93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5" name="îSľïḋé"/>
              <p:cNvSpPr/>
              <p:nvPr/>
            </p:nvSpPr>
            <p:spPr bwMode="auto">
              <a:xfrm>
                <a:off x="5280822" y="2620172"/>
                <a:ext cx="303949" cy="350786"/>
              </a:xfrm>
              <a:custGeom>
                <a:avLst/>
                <a:gdLst/>
                <a:ahLst/>
                <a:cxnLst>
                  <a:cxn ang="0">
                    <a:pos x="90" y="42"/>
                  </a:cxn>
                  <a:cxn ang="0">
                    <a:pos x="16" y="171"/>
                  </a:cxn>
                  <a:cxn ang="0">
                    <a:pos x="15" y="174"/>
                  </a:cxn>
                  <a:cxn ang="0">
                    <a:pos x="4" y="267"/>
                  </a:cxn>
                  <a:cxn ang="0">
                    <a:pos x="40" y="375"/>
                  </a:cxn>
                  <a:cxn ang="0">
                    <a:pos x="44" y="375"/>
                  </a:cxn>
                  <a:cxn ang="0">
                    <a:pos x="112" y="379"/>
                  </a:cxn>
                  <a:cxn ang="0">
                    <a:pos x="149" y="332"/>
                  </a:cxn>
                  <a:cxn ang="0">
                    <a:pos x="149" y="331"/>
                  </a:cxn>
                  <a:cxn ang="0">
                    <a:pos x="148" y="330"/>
                  </a:cxn>
                  <a:cxn ang="0">
                    <a:pos x="131" y="312"/>
                  </a:cxn>
                  <a:cxn ang="0">
                    <a:pos x="134" y="301"/>
                  </a:cxn>
                  <a:cxn ang="0">
                    <a:pos x="145" y="304"/>
                  </a:cxn>
                  <a:cxn ang="0">
                    <a:pos x="192" y="323"/>
                  </a:cxn>
                  <a:cxn ang="0">
                    <a:pos x="202" y="327"/>
                  </a:cxn>
                  <a:cxn ang="0">
                    <a:pos x="197" y="337"/>
                  </a:cxn>
                  <a:cxn ang="0">
                    <a:pos x="171" y="340"/>
                  </a:cxn>
                  <a:cxn ang="0">
                    <a:pos x="137" y="391"/>
                  </a:cxn>
                  <a:cxn ang="0">
                    <a:pos x="254" y="416"/>
                  </a:cxn>
                  <a:cxn ang="0">
                    <a:pos x="319" y="366"/>
                  </a:cxn>
                  <a:cxn ang="0">
                    <a:pos x="320" y="365"/>
                  </a:cxn>
                  <a:cxn ang="0">
                    <a:pos x="312" y="237"/>
                  </a:cxn>
                  <a:cxn ang="0">
                    <a:pos x="306" y="232"/>
                  </a:cxn>
                  <a:cxn ang="0">
                    <a:pos x="307" y="226"/>
                  </a:cxn>
                  <a:cxn ang="0">
                    <a:pos x="247" y="115"/>
                  </a:cxn>
                  <a:cxn ang="0">
                    <a:pos x="227" y="149"/>
                  </a:cxn>
                  <a:cxn ang="0">
                    <a:pos x="180" y="179"/>
                  </a:cxn>
                  <a:cxn ang="0">
                    <a:pos x="108" y="171"/>
                  </a:cxn>
                  <a:cxn ang="0">
                    <a:pos x="106" y="171"/>
                  </a:cxn>
                  <a:cxn ang="0">
                    <a:pos x="104" y="169"/>
                  </a:cxn>
                  <a:cxn ang="0">
                    <a:pos x="85" y="182"/>
                  </a:cxn>
                  <a:cxn ang="0">
                    <a:pos x="78" y="181"/>
                  </a:cxn>
                  <a:cxn ang="0">
                    <a:pos x="75" y="178"/>
                  </a:cxn>
                  <a:cxn ang="0">
                    <a:pos x="79" y="168"/>
                  </a:cxn>
                  <a:cxn ang="0">
                    <a:pos x="106" y="126"/>
                  </a:cxn>
                  <a:cxn ang="0">
                    <a:pos x="114" y="118"/>
                  </a:cxn>
                  <a:cxn ang="0">
                    <a:pos x="122" y="125"/>
                  </a:cxn>
                  <a:cxn ang="0">
                    <a:pos x="118" y="150"/>
                  </a:cxn>
                  <a:cxn ang="0">
                    <a:pos x="210" y="134"/>
                  </a:cxn>
                  <a:cxn ang="0">
                    <a:pos x="229" y="96"/>
                  </a:cxn>
                  <a:cxn ang="0">
                    <a:pos x="192" y="14"/>
                  </a:cxn>
                  <a:cxn ang="0">
                    <a:pos x="164" y="4"/>
                  </a:cxn>
                  <a:cxn ang="0">
                    <a:pos x="110" y="18"/>
                  </a:cxn>
                  <a:cxn ang="0">
                    <a:pos x="90" y="42"/>
                  </a:cxn>
                </a:cxnLst>
                <a:rect l="0" t="0" r="r" b="b"/>
                <a:pathLst>
                  <a:path w="372" h="428">
                    <a:moveTo>
                      <a:pt x="90" y="42"/>
                    </a:moveTo>
                    <a:cubicBezTo>
                      <a:pt x="16" y="171"/>
                      <a:pt x="16" y="171"/>
                      <a:pt x="16" y="171"/>
                    </a:cubicBezTo>
                    <a:cubicBezTo>
                      <a:pt x="16" y="172"/>
                      <a:pt x="16" y="173"/>
                      <a:pt x="15" y="174"/>
                    </a:cubicBezTo>
                    <a:cubicBezTo>
                      <a:pt x="15" y="175"/>
                      <a:pt x="0" y="215"/>
                      <a:pt x="4" y="267"/>
                    </a:cubicBezTo>
                    <a:cubicBezTo>
                      <a:pt x="6" y="307"/>
                      <a:pt x="19" y="343"/>
                      <a:pt x="40" y="375"/>
                    </a:cubicBezTo>
                    <a:cubicBezTo>
                      <a:pt x="42" y="375"/>
                      <a:pt x="43" y="375"/>
                      <a:pt x="44" y="375"/>
                    </a:cubicBezTo>
                    <a:cubicBezTo>
                      <a:pt x="71" y="387"/>
                      <a:pt x="93" y="388"/>
                      <a:pt x="112" y="379"/>
                    </a:cubicBezTo>
                    <a:cubicBezTo>
                      <a:pt x="139" y="366"/>
                      <a:pt x="149" y="333"/>
                      <a:pt x="149" y="332"/>
                    </a:cubicBezTo>
                    <a:cubicBezTo>
                      <a:pt x="149" y="332"/>
                      <a:pt x="149" y="332"/>
                      <a:pt x="149" y="331"/>
                    </a:cubicBezTo>
                    <a:cubicBezTo>
                      <a:pt x="149" y="331"/>
                      <a:pt x="148" y="331"/>
                      <a:pt x="148" y="330"/>
                    </a:cubicBezTo>
                    <a:cubicBezTo>
                      <a:pt x="137" y="322"/>
                      <a:pt x="131" y="312"/>
                      <a:pt x="131" y="312"/>
                    </a:cubicBezTo>
                    <a:cubicBezTo>
                      <a:pt x="129" y="308"/>
                      <a:pt x="130" y="303"/>
                      <a:pt x="134" y="301"/>
                    </a:cubicBezTo>
                    <a:cubicBezTo>
                      <a:pt x="138" y="299"/>
                      <a:pt x="142" y="300"/>
                      <a:pt x="145" y="304"/>
                    </a:cubicBezTo>
                    <a:cubicBezTo>
                      <a:pt x="145" y="305"/>
                      <a:pt x="162" y="334"/>
                      <a:pt x="192" y="323"/>
                    </a:cubicBezTo>
                    <a:cubicBezTo>
                      <a:pt x="196" y="321"/>
                      <a:pt x="200" y="323"/>
                      <a:pt x="202" y="327"/>
                    </a:cubicBezTo>
                    <a:cubicBezTo>
                      <a:pt x="203" y="331"/>
                      <a:pt x="201" y="336"/>
                      <a:pt x="197" y="337"/>
                    </a:cubicBezTo>
                    <a:cubicBezTo>
                      <a:pt x="188" y="341"/>
                      <a:pt x="179" y="342"/>
                      <a:pt x="171" y="340"/>
                    </a:cubicBezTo>
                    <a:cubicBezTo>
                      <a:pt x="168" y="348"/>
                      <a:pt x="159" y="373"/>
                      <a:pt x="137" y="391"/>
                    </a:cubicBezTo>
                    <a:cubicBezTo>
                      <a:pt x="171" y="421"/>
                      <a:pt x="223" y="428"/>
                      <a:pt x="254" y="416"/>
                    </a:cubicBezTo>
                    <a:cubicBezTo>
                      <a:pt x="298" y="400"/>
                      <a:pt x="319" y="366"/>
                      <a:pt x="319" y="366"/>
                    </a:cubicBezTo>
                    <a:cubicBezTo>
                      <a:pt x="320" y="365"/>
                      <a:pt x="320" y="365"/>
                      <a:pt x="320" y="365"/>
                    </a:cubicBezTo>
                    <a:cubicBezTo>
                      <a:pt x="372" y="283"/>
                      <a:pt x="314" y="238"/>
                      <a:pt x="312" y="237"/>
                    </a:cubicBezTo>
                    <a:cubicBezTo>
                      <a:pt x="306" y="232"/>
                      <a:pt x="306" y="232"/>
                      <a:pt x="306" y="232"/>
                    </a:cubicBezTo>
                    <a:cubicBezTo>
                      <a:pt x="307" y="226"/>
                      <a:pt x="307" y="226"/>
                      <a:pt x="307" y="226"/>
                    </a:cubicBezTo>
                    <a:cubicBezTo>
                      <a:pt x="316" y="167"/>
                      <a:pt x="272" y="131"/>
                      <a:pt x="247" y="115"/>
                    </a:cubicBezTo>
                    <a:cubicBezTo>
                      <a:pt x="244" y="125"/>
                      <a:pt x="237" y="137"/>
                      <a:pt x="227" y="149"/>
                    </a:cubicBezTo>
                    <a:cubicBezTo>
                      <a:pt x="214" y="164"/>
                      <a:pt x="198" y="174"/>
                      <a:pt x="180" y="179"/>
                    </a:cubicBezTo>
                    <a:cubicBezTo>
                      <a:pt x="158" y="185"/>
                      <a:pt x="133" y="182"/>
                      <a:pt x="108" y="171"/>
                    </a:cubicBezTo>
                    <a:cubicBezTo>
                      <a:pt x="107" y="171"/>
                      <a:pt x="107" y="171"/>
                      <a:pt x="106" y="171"/>
                    </a:cubicBezTo>
                    <a:cubicBezTo>
                      <a:pt x="106" y="170"/>
                      <a:pt x="105" y="170"/>
                      <a:pt x="104" y="169"/>
                    </a:cubicBezTo>
                    <a:cubicBezTo>
                      <a:pt x="95" y="178"/>
                      <a:pt x="86" y="182"/>
                      <a:pt x="85" y="182"/>
                    </a:cubicBezTo>
                    <a:cubicBezTo>
                      <a:pt x="83" y="183"/>
                      <a:pt x="81" y="183"/>
                      <a:pt x="78" y="181"/>
                    </a:cubicBezTo>
                    <a:cubicBezTo>
                      <a:pt x="77" y="181"/>
                      <a:pt x="76" y="179"/>
                      <a:pt x="75" y="178"/>
                    </a:cubicBezTo>
                    <a:cubicBezTo>
                      <a:pt x="74" y="174"/>
                      <a:pt x="75" y="169"/>
                      <a:pt x="79" y="168"/>
                    </a:cubicBezTo>
                    <a:cubicBezTo>
                      <a:pt x="81" y="167"/>
                      <a:pt x="108" y="155"/>
                      <a:pt x="106" y="126"/>
                    </a:cubicBezTo>
                    <a:cubicBezTo>
                      <a:pt x="106" y="122"/>
                      <a:pt x="109" y="118"/>
                      <a:pt x="114" y="118"/>
                    </a:cubicBezTo>
                    <a:cubicBezTo>
                      <a:pt x="118" y="118"/>
                      <a:pt x="122" y="121"/>
                      <a:pt x="122" y="125"/>
                    </a:cubicBezTo>
                    <a:cubicBezTo>
                      <a:pt x="123" y="135"/>
                      <a:pt x="121" y="143"/>
                      <a:pt x="118" y="150"/>
                    </a:cubicBezTo>
                    <a:cubicBezTo>
                      <a:pt x="167" y="171"/>
                      <a:pt x="196" y="149"/>
                      <a:pt x="210" y="134"/>
                    </a:cubicBezTo>
                    <a:cubicBezTo>
                      <a:pt x="224" y="117"/>
                      <a:pt x="229" y="97"/>
                      <a:pt x="229" y="96"/>
                    </a:cubicBezTo>
                    <a:cubicBezTo>
                      <a:pt x="236" y="63"/>
                      <a:pt x="221" y="31"/>
                      <a:pt x="192" y="14"/>
                    </a:cubicBezTo>
                    <a:cubicBezTo>
                      <a:pt x="183" y="10"/>
                      <a:pt x="174" y="6"/>
                      <a:pt x="164" y="4"/>
                    </a:cubicBezTo>
                    <a:cubicBezTo>
                      <a:pt x="145" y="0"/>
                      <a:pt x="127" y="5"/>
                      <a:pt x="110" y="18"/>
                    </a:cubicBezTo>
                    <a:cubicBezTo>
                      <a:pt x="97" y="29"/>
                      <a:pt x="90" y="42"/>
                      <a:pt x="90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6" name="ïśliḍè"/>
              <p:cNvSpPr/>
              <p:nvPr/>
            </p:nvSpPr>
            <p:spPr bwMode="auto">
              <a:xfrm>
                <a:off x="5095463" y="2810513"/>
                <a:ext cx="457418" cy="421541"/>
              </a:xfrm>
              <a:custGeom>
                <a:avLst/>
                <a:gdLst/>
                <a:ahLst/>
                <a:cxnLst>
                  <a:cxn ang="0">
                    <a:pos x="362" y="381"/>
                  </a:cxn>
                  <a:cxn ang="0">
                    <a:pos x="272" y="324"/>
                  </a:cxn>
                  <a:cxn ang="0">
                    <a:pos x="187" y="270"/>
                  </a:cxn>
                  <a:cxn ang="0">
                    <a:pos x="206" y="257"/>
                  </a:cxn>
                  <a:cxn ang="0">
                    <a:pos x="310" y="296"/>
                  </a:cxn>
                  <a:cxn ang="0">
                    <a:pos x="325" y="302"/>
                  </a:cxn>
                  <a:cxn ang="0">
                    <a:pos x="409" y="373"/>
                  </a:cxn>
                  <a:cxn ang="0">
                    <a:pos x="464" y="367"/>
                  </a:cxn>
                  <a:cxn ang="0">
                    <a:pos x="513" y="267"/>
                  </a:cxn>
                  <a:cxn ang="0">
                    <a:pos x="518" y="254"/>
                  </a:cxn>
                  <a:cxn ang="0">
                    <a:pos x="488" y="206"/>
                  </a:cxn>
                  <a:cxn ang="0">
                    <a:pos x="370" y="192"/>
                  </a:cxn>
                  <a:cxn ang="0">
                    <a:pos x="294" y="175"/>
                  </a:cxn>
                  <a:cxn ang="0">
                    <a:pos x="330" y="218"/>
                  </a:cxn>
                  <a:cxn ang="0">
                    <a:pos x="313" y="221"/>
                  </a:cxn>
                  <a:cxn ang="0">
                    <a:pos x="206" y="36"/>
                  </a:cxn>
                  <a:cxn ang="0">
                    <a:pos x="34" y="300"/>
                  </a:cxn>
                  <a:cxn ang="0">
                    <a:pos x="24" y="452"/>
                  </a:cxn>
                  <a:cxn ang="0">
                    <a:pos x="67" y="488"/>
                  </a:cxn>
                  <a:cxn ang="0">
                    <a:pos x="182" y="495"/>
                  </a:cxn>
                  <a:cxn ang="0">
                    <a:pos x="188" y="492"/>
                  </a:cxn>
                  <a:cxn ang="0">
                    <a:pos x="251" y="369"/>
                  </a:cxn>
                  <a:cxn ang="0">
                    <a:pos x="208" y="383"/>
                  </a:cxn>
                  <a:cxn ang="0">
                    <a:pos x="202" y="374"/>
                  </a:cxn>
                  <a:cxn ang="0">
                    <a:pos x="227" y="366"/>
                  </a:cxn>
                  <a:cxn ang="0">
                    <a:pos x="258" y="336"/>
                  </a:cxn>
                  <a:cxn ang="0">
                    <a:pos x="270" y="346"/>
                  </a:cxn>
                  <a:cxn ang="0">
                    <a:pos x="215" y="502"/>
                  </a:cxn>
                  <a:cxn ang="0">
                    <a:pos x="345" y="463"/>
                  </a:cxn>
                  <a:cxn ang="0">
                    <a:pos x="365" y="414"/>
                  </a:cxn>
                  <a:cxn ang="0">
                    <a:pos x="388" y="414"/>
                  </a:cxn>
                  <a:cxn ang="0">
                    <a:pos x="426" y="416"/>
                  </a:cxn>
                  <a:cxn ang="0">
                    <a:pos x="406" y="396"/>
                  </a:cxn>
                </a:cxnLst>
                <a:rect l="0" t="0" r="r" b="b"/>
                <a:pathLst>
                  <a:path w="559" h="516">
                    <a:moveTo>
                      <a:pt x="406" y="396"/>
                    </a:moveTo>
                    <a:cubicBezTo>
                      <a:pt x="393" y="394"/>
                      <a:pt x="377" y="390"/>
                      <a:pt x="362" y="381"/>
                    </a:cubicBezTo>
                    <a:cubicBezTo>
                      <a:pt x="342" y="370"/>
                      <a:pt x="323" y="351"/>
                      <a:pt x="308" y="321"/>
                    </a:cubicBezTo>
                    <a:cubicBezTo>
                      <a:pt x="300" y="323"/>
                      <a:pt x="287" y="325"/>
                      <a:pt x="272" y="324"/>
                    </a:cubicBezTo>
                    <a:cubicBezTo>
                      <a:pt x="260" y="323"/>
                      <a:pt x="244" y="320"/>
                      <a:pt x="228" y="311"/>
                    </a:cubicBezTo>
                    <a:cubicBezTo>
                      <a:pt x="214" y="303"/>
                      <a:pt x="199" y="290"/>
                      <a:pt x="187" y="270"/>
                    </a:cubicBezTo>
                    <a:cubicBezTo>
                      <a:pt x="183" y="264"/>
                      <a:pt x="185" y="257"/>
                      <a:pt x="190" y="254"/>
                    </a:cubicBezTo>
                    <a:cubicBezTo>
                      <a:pt x="196" y="250"/>
                      <a:pt x="203" y="252"/>
                      <a:pt x="206" y="257"/>
                    </a:cubicBezTo>
                    <a:cubicBezTo>
                      <a:pt x="243" y="315"/>
                      <a:pt x="295" y="301"/>
                      <a:pt x="308" y="297"/>
                    </a:cubicBezTo>
                    <a:cubicBezTo>
                      <a:pt x="308" y="296"/>
                      <a:pt x="309" y="296"/>
                      <a:pt x="310" y="296"/>
                    </a:cubicBezTo>
                    <a:cubicBezTo>
                      <a:pt x="313" y="294"/>
                      <a:pt x="316" y="294"/>
                      <a:pt x="319" y="296"/>
                    </a:cubicBezTo>
                    <a:cubicBezTo>
                      <a:pt x="322" y="297"/>
                      <a:pt x="324" y="299"/>
                      <a:pt x="325" y="302"/>
                    </a:cubicBezTo>
                    <a:cubicBezTo>
                      <a:pt x="326" y="303"/>
                      <a:pt x="326" y="303"/>
                      <a:pt x="326" y="304"/>
                    </a:cubicBezTo>
                    <a:cubicBezTo>
                      <a:pt x="344" y="345"/>
                      <a:pt x="372" y="368"/>
                      <a:pt x="409" y="373"/>
                    </a:cubicBezTo>
                    <a:cubicBezTo>
                      <a:pt x="438" y="376"/>
                      <a:pt x="461" y="368"/>
                      <a:pt x="462" y="368"/>
                    </a:cubicBezTo>
                    <a:cubicBezTo>
                      <a:pt x="462" y="367"/>
                      <a:pt x="463" y="367"/>
                      <a:pt x="464" y="367"/>
                    </a:cubicBezTo>
                    <a:cubicBezTo>
                      <a:pt x="490" y="353"/>
                      <a:pt x="506" y="333"/>
                      <a:pt x="512" y="308"/>
                    </a:cubicBezTo>
                    <a:cubicBezTo>
                      <a:pt x="517" y="285"/>
                      <a:pt x="513" y="267"/>
                      <a:pt x="513" y="267"/>
                    </a:cubicBezTo>
                    <a:cubicBezTo>
                      <a:pt x="511" y="259"/>
                      <a:pt x="511" y="259"/>
                      <a:pt x="511" y="259"/>
                    </a:cubicBezTo>
                    <a:cubicBezTo>
                      <a:pt x="518" y="254"/>
                      <a:pt x="518" y="254"/>
                      <a:pt x="518" y="254"/>
                    </a:cubicBezTo>
                    <a:cubicBezTo>
                      <a:pt x="559" y="224"/>
                      <a:pt x="557" y="186"/>
                      <a:pt x="551" y="163"/>
                    </a:cubicBezTo>
                    <a:cubicBezTo>
                      <a:pt x="539" y="177"/>
                      <a:pt x="518" y="195"/>
                      <a:pt x="488" y="206"/>
                    </a:cubicBezTo>
                    <a:cubicBezTo>
                      <a:pt x="465" y="214"/>
                      <a:pt x="438" y="215"/>
                      <a:pt x="410" y="208"/>
                    </a:cubicBezTo>
                    <a:cubicBezTo>
                      <a:pt x="396" y="205"/>
                      <a:pt x="382" y="199"/>
                      <a:pt x="370" y="192"/>
                    </a:cubicBezTo>
                    <a:cubicBezTo>
                      <a:pt x="359" y="186"/>
                      <a:pt x="350" y="179"/>
                      <a:pt x="342" y="171"/>
                    </a:cubicBezTo>
                    <a:cubicBezTo>
                      <a:pt x="327" y="176"/>
                      <a:pt x="311" y="178"/>
                      <a:pt x="294" y="175"/>
                    </a:cubicBezTo>
                    <a:cubicBezTo>
                      <a:pt x="304" y="184"/>
                      <a:pt x="315" y="193"/>
                      <a:pt x="327" y="202"/>
                    </a:cubicBezTo>
                    <a:cubicBezTo>
                      <a:pt x="332" y="205"/>
                      <a:pt x="333" y="213"/>
                      <a:pt x="330" y="218"/>
                    </a:cubicBezTo>
                    <a:cubicBezTo>
                      <a:pt x="326" y="223"/>
                      <a:pt x="319" y="224"/>
                      <a:pt x="314" y="221"/>
                    </a:cubicBezTo>
                    <a:cubicBezTo>
                      <a:pt x="314" y="221"/>
                      <a:pt x="314" y="221"/>
                      <a:pt x="313" y="221"/>
                    </a:cubicBezTo>
                    <a:cubicBezTo>
                      <a:pt x="277" y="195"/>
                      <a:pt x="249" y="165"/>
                      <a:pt x="231" y="129"/>
                    </a:cubicBezTo>
                    <a:cubicBezTo>
                      <a:pt x="217" y="101"/>
                      <a:pt x="209" y="69"/>
                      <a:pt x="206" y="36"/>
                    </a:cubicBezTo>
                    <a:cubicBezTo>
                      <a:pt x="206" y="23"/>
                      <a:pt x="206" y="11"/>
                      <a:pt x="207" y="0"/>
                    </a:cubicBezTo>
                    <a:cubicBezTo>
                      <a:pt x="34" y="300"/>
                      <a:pt x="34" y="300"/>
                      <a:pt x="34" y="300"/>
                    </a:cubicBezTo>
                    <a:cubicBezTo>
                      <a:pt x="17" y="329"/>
                      <a:pt x="2" y="357"/>
                      <a:pt x="1" y="389"/>
                    </a:cubicBezTo>
                    <a:cubicBezTo>
                      <a:pt x="0" y="427"/>
                      <a:pt x="24" y="452"/>
                      <a:pt x="24" y="452"/>
                    </a:cubicBezTo>
                    <a:cubicBezTo>
                      <a:pt x="24" y="453"/>
                      <a:pt x="24" y="453"/>
                      <a:pt x="24" y="453"/>
                    </a:cubicBezTo>
                    <a:cubicBezTo>
                      <a:pt x="38" y="467"/>
                      <a:pt x="52" y="479"/>
                      <a:pt x="67" y="488"/>
                    </a:cubicBezTo>
                    <a:cubicBezTo>
                      <a:pt x="93" y="502"/>
                      <a:pt x="120" y="508"/>
                      <a:pt x="148" y="505"/>
                    </a:cubicBezTo>
                    <a:cubicBezTo>
                      <a:pt x="169" y="502"/>
                      <a:pt x="182" y="495"/>
                      <a:pt x="182" y="495"/>
                    </a:cubicBezTo>
                    <a:cubicBezTo>
                      <a:pt x="187" y="492"/>
                      <a:pt x="187" y="492"/>
                      <a:pt x="187" y="492"/>
                    </a:cubicBezTo>
                    <a:cubicBezTo>
                      <a:pt x="188" y="492"/>
                      <a:pt x="188" y="492"/>
                      <a:pt x="188" y="492"/>
                    </a:cubicBezTo>
                    <a:cubicBezTo>
                      <a:pt x="193" y="489"/>
                      <a:pt x="202" y="484"/>
                      <a:pt x="210" y="476"/>
                    </a:cubicBezTo>
                    <a:cubicBezTo>
                      <a:pt x="225" y="462"/>
                      <a:pt x="257" y="424"/>
                      <a:pt x="251" y="369"/>
                    </a:cubicBezTo>
                    <a:cubicBezTo>
                      <a:pt x="244" y="375"/>
                      <a:pt x="237" y="379"/>
                      <a:pt x="231" y="381"/>
                    </a:cubicBezTo>
                    <a:cubicBezTo>
                      <a:pt x="219" y="384"/>
                      <a:pt x="209" y="383"/>
                      <a:pt x="208" y="383"/>
                    </a:cubicBezTo>
                    <a:cubicBezTo>
                      <a:pt x="207" y="382"/>
                      <a:pt x="206" y="382"/>
                      <a:pt x="205" y="382"/>
                    </a:cubicBezTo>
                    <a:cubicBezTo>
                      <a:pt x="203" y="380"/>
                      <a:pt x="201" y="377"/>
                      <a:pt x="202" y="374"/>
                    </a:cubicBezTo>
                    <a:cubicBezTo>
                      <a:pt x="202" y="369"/>
                      <a:pt x="206" y="367"/>
                      <a:pt x="211" y="367"/>
                    </a:cubicBezTo>
                    <a:cubicBezTo>
                      <a:pt x="211" y="367"/>
                      <a:pt x="218" y="368"/>
                      <a:pt x="227" y="366"/>
                    </a:cubicBezTo>
                    <a:cubicBezTo>
                      <a:pt x="237" y="362"/>
                      <a:pt x="245" y="354"/>
                      <a:pt x="248" y="341"/>
                    </a:cubicBezTo>
                    <a:cubicBezTo>
                      <a:pt x="249" y="337"/>
                      <a:pt x="254" y="335"/>
                      <a:pt x="258" y="336"/>
                    </a:cubicBezTo>
                    <a:cubicBezTo>
                      <a:pt x="259" y="336"/>
                      <a:pt x="259" y="337"/>
                      <a:pt x="260" y="337"/>
                    </a:cubicBezTo>
                    <a:cubicBezTo>
                      <a:pt x="265" y="338"/>
                      <a:pt x="269" y="341"/>
                      <a:pt x="270" y="346"/>
                    </a:cubicBezTo>
                    <a:cubicBezTo>
                      <a:pt x="289" y="422"/>
                      <a:pt x="246" y="474"/>
                      <a:pt x="226" y="493"/>
                    </a:cubicBezTo>
                    <a:cubicBezTo>
                      <a:pt x="222" y="497"/>
                      <a:pt x="218" y="500"/>
                      <a:pt x="215" y="502"/>
                    </a:cubicBezTo>
                    <a:cubicBezTo>
                      <a:pt x="262" y="516"/>
                      <a:pt x="306" y="503"/>
                      <a:pt x="343" y="465"/>
                    </a:cubicBezTo>
                    <a:cubicBezTo>
                      <a:pt x="343" y="464"/>
                      <a:pt x="344" y="463"/>
                      <a:pt x="345" y="463"/>
                    </a:cubicBezTo>
                    <a:cubicBezTo>
                      <a:pt x="345" y="462"/>
                      <a:pt x="346" y="461"/>
                      <a:pt x="346" y="461"/>
                    </a:cubicBezTo>
                    <a:cubicBezTo>
                      <a:pt x="351" y="456"/>
                      <a:pt x="365" y="436"/>
                      <a:pt x="365" y="414"/>
                    </a:cubicBezTo>
                    <a:cubicBezTo>
                      <a:pt x="365" y="408"/>
                      <a:pt x="370" y="403"/>
                      <a:pt x="377" y="403"/>
                    </a:cubicBezTo>
                    <a:cubicBezTo>
                      <a:pt x="383" y="402"/>
                      <a:pt x="388" y="408"/>
                      <a:pt x="388" y="414"/>
                    </a:cubicBezTo>
                    <a:cubicBezTo>
                      <a:pt x="389" y="428"/>
                      <a:pt x="385" y="441"/>
                      <a:pt x="380" y="451"/>
                    </a:cubicBezTo>
                    <a:cubicBezTo>
                      <a:pt x="398" y="444"/>
                      <a:pt x="413" y="433"/>
                      <a:pt x="426" y="416"/>
                    </a:cubicBezTo>
                    <a:cubicBezTo>
                      <a:pt x="432" y="409"/>
                      <a:pt x="436" y="402"/>
                      <a:pt x="439" y="396"/>
                    </a:cubicBezTo>
                    <a:cubicBezTo>
                      <a:pt x="430" y="397"/>
                      <a:pt x="418" y="397"/>
                      <a:pt x="406" y="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7" name="iśḻídè"/>
              <p:cNvSpPr/>
              <p:nvPr/>
            </p:nvSpPr>
            <p:spPr bwMode="auto">
              <a:xfrm>
                <a:off x="4856291" y="2548420"/>
                <a:ext cx="491300" cy="567038"/>
              </a:xfrm>
              <a:custGeom>
                <a:avLst/>
                <a:gdLst/>
                <a:ahLst/>
                <a:cxnLst>
                  <a:cxn ang="0">
                    <a:pos x="234" y="325"/>
                  </a:cxn>
                  <a:cxn ang="0">
                    <a:pos x="132" y="258"/>
                  </a:cxn>
                  <a:cxn ang="0">
                    <a:pos x="171" y="259"/>
                  </a:cxn>
                  <a:cxn ang="0">
                    <a:pos x="457" y="297"/>
                  </a:cxn>
                  <a:cxn ang="0">
                    <a:pos x="511" y="248"/>
                  </a:cxn>
                  <a:cxn ang="0">
                    <a:pos x="588" y="117"/>
                  </a:cxn>
                  <a:cxn ang="0">
                    <a:pos x="593" y="106"/>
                  </a:cxn>
                  <a:cxn ang="0">
                    <a:pos x="562" y="16"/>
                  </a:cxn>
                  <a:cxn ang="0">
                    <a:pos x="471" y="25"/>
                  </a:cxn>
                  <a:cxn ang="0">
                    <a:pos x="449" y="107"/>
                  </a:cxn>
                  <a:cxn ang="0">
                    <a:pos x="509" y="138"/>
                  </a:cxn>
                  <a:cxn ang="0">
                    <a:pos x="485" y="180"/>
                  </a:cxn>
                  <a:cxn ang="0">
                    <a:pos x="470" y="191"/>
                  </a:cxn>
                  <a:cxn ang="0">
                    <a:pos x="423" y="100"/>
                  </a:cxn>
                  <a:cxn ang="0">
                    <a:pos x="431" y="10"/>
                  </a:cxn>
                  <a:cxn ang="0">
                    <a:pos x="316" y="25"/>
                  </a:cxn>
                  <a:cxn ang="0">
                    <a:pos x="310" y="23"/>
                  </a:cxn>
                  <a:cxn ang="0">
                    <a:pos x="260" y="21"/>
                  </a:cxn>
                  <a:cxn ang="0">
                    <a:pos x="196" y="83"/>
                  </a:cxn>
                  <a:cxn ang="0">
                    <a:pos x="224" y="164"/>
                  </a:cxn>
                  <a:cxn ang="0">
                    <a:pos x="301" y="139"/>
                  </a:cxn>
                  <a:cxn ang="0">
                    <a:pos x="308" y="109"/>
                  </a:cxn>
                  <a:cxn ang="0">
                    <a:pos x="350" y="139"/>
                  </a:cxn>
                  <a:cxn ang="0">
                    <a:pos x="324" y="149"/>
                  </a:cxn>
                  <a:cxn ang="0">
                    <a:pos x="322" y="151"/>
                  </a:cxn>
                  <a:cxn ang="0">
                    <a:pos x="302" y="213"/>
                  </a:cxn>
                  <a:cxn ang="0">
                    <a:pos x="294" y="251"/>
                  </a:cxn>
                  <a:cxn ang="0">
                    <a:pos x="175" y="131"/>
                  </a:cxn>
                  <a:cxn ang="0">
                    <a:pos x="113" y="134"/>
                  </a:cxn>
                  <a:cxn ang="0">
                    <a:pos x="95" y="175"/>
                  </a:cxn>
                  <a:cxn ang="0">
                    <a:pos x="92" y="176"/>
                  </a:cxn>
                  <a:cxn ang="0">
                    <a:pos x="32" y="268"/>
                  </a:cxn>
                  <a:cxn ang="0">
                    <a:pos x="33" y="274"/>
                  </a:cxn>
                  <a:cxn ang="0">
                    <a:pos x="108" y="350"/>
                  </a:cxn>
                  <a:cxn ang="0">
                    <a:pos x="185" y="332"/>
                  </a:cxn>
                  <a:cxn ang="0">
                    <a:pos x="181" y="386"/>
                  </a:cxn>
                  <a:cxn ang="0">
                    <a:pos x="180" y="400"/>
                  </a:cxn>
                  <a:cxn ang="0">
                    <a:pos x="103" y="373"/>
                  </a:cxn>
                  <a:cxn ang="0">
                    <a:pos x="1" y="357"/>
                  </a:cxn>
                  <a:cxn ang="0">
                    <a:pos x="45" y="361"/>
                  </a:cxn>
                  <a:cxn ang="0">
                    <a:pos x="10" y="417"/>
                  </a:cxn>
                  <a:cxn ang="0">
                    <a:pos x="8" y="421"/>
                  </a:cxn>
                  <a:cxn ang="0">
                    <a:pos x="39" y="551"/>
                  </a:cxn>
                  <a:cxn ang="0">
                    <a:pos x="147" y="425"/>
                  </a:cxn>
                  <a:cxn ang="0">
                    <a:pos x="220" y="424"/>
                  </a:cxn>
                  <a:cxn ang="0">
                    <a:pos x="289" y="498"/>
                  </a:cxn>
                  <a:cxn ang="0">
                    <a:pos x="154" y="448"/>
                  </a:cxn>
                  <a:cxn ang="0">
                    <a:pos x="79" y="505"/>
                  </a:cxn>
                  <a:cxn ang="0">
                    <a:pos x="62" y="576"/>
                  </a:cxn>
                  <a:cxn ang="0">
                    <a:pos x="62" y="576"/>
                  </a:cxn>
                  <a:cxn ang="0">
                    <a:pos x="63" y="578"/>
                  </a:cxn>
                  <a:cxn ang="0">
                    <a:pos x="177" y="692"/>
                  </a:cxn>
                  <a:cxn ang="0">
                    <a:pos x="241" y="681"/>
                  </a:cxn>
                  <a:cxn ang="0">
                    <a:pos x="306" y="607"/>
                  </a:cxn>
                </a:cxnLst>
                <a:rect l="0" t="0" r="r" b="b"/>
                <a:pathLst>
                  <a:path w="600" h="693">
                    <a:moveTo>
                      <a:pt x="475" y="312"/>
                    </a:moveTo>
                    <a:cubicBezTo>
                      <a:pt x="469" y="317"/>
                      <a:pt x="462" y="321"/>
                      <a:pt x="455" y="325"/>
                    </a:cubicBezTo>
                    <a:cubicBezTo>
                      <a:pt x="439" y="334"/>
                      <a:pt x="420" y="341"/>
                      <a:pt x="398" y="346"/>
                    </a:cubicBezTo>
                    <a:cubicBezTo>
                      <a:pt x="370" y="353"/>
                      <a:pt x="337" y="354"/>
                      <a:pt x="300" y="347"/>
                    </a:cubicBezTo>
                    <a:cubicBezTo>
                      <a:pt x="279" y="343"/>
                      <a:pt x="257" y="336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34" y="325"/>
                      <a:pt x="234" y="325"/>
                    </a:cubicBezTo>
                    <a:cubicBezTo>
                      <a:pt x="234" y="325"/>
                      <a:pt x="222" y="319"/>
                      <a:pt x="206" y="310"/>
                    </a:cubicBezTo>
                    <a:cubicBezTo>
                      <a:pt x="195" y="304"/>
                      <a:pt x="183" y="296"/>
                      <a:pt x="170" y="287"/>
                    </a:cubicBezTo>
                    <a:cubicBezTo>
                      <a:pt x="157" y="279"/>
                      <a:pt x="144" y="269"/>
                      <a:pt x="132" y="258"/>
                    </a:cubicBezTo>
                    <a:cubicBezTo>
                      <a:pt x="124" y="251"/>
                      <a:pt x="116" y="244"/>
                      <a:pt x="110" y="237"/>
                    </a:cubicBezTo>
                    <a:cubicBezTo>
                      <a:pt x="106" y="232"/>
                      <a:pt x="107" y="224"/>
                      <a:pt x="111" y="220"/>
                    </a:cubicBezTo>
                    <a:cubicBezTo>
                      <a:pt x="116" y="216"/>
                      <a:pt x="124" y="217"/>
                      <a:pt x="128" y="222"/>
                    </a:cubicBezTo>
                    <a:cubicBezTo>
                      <a:pt x="133" y="228"/>
                      <a:pt x="140" y="235"/>
                      <a:pt x="147" y="241"/>
                    </a:cubicBezTo>
                    <a:cubicBezTo>
                      <a:pt x="154" y="247"/>
                      <a:pt x="162" y="254"/>
                      <a:pt x="171" y="259"/>
                    </a:cubicBezTo>
                    <a:cubicBezTo>
                      <a:pt x="187" y="271"/>
                      <a:pt x="204" y="282"/>
                      <a:pt x="217" y="290"/>
                    </a:cubicBezTo>
                    <a:cubicBezTo>
                      <a:pt x="232" y="298"/>
                      <a:pt x="243" y="303"/>
                      <a:pt x="244" y="304"/>
                    </a:cubicBezTo>
                    <a:cubicBezTo>
                      <a:pt x="280" y="321"/>
                      <a:pt x="313" y="328"/>
                      <a:pt x="342" y="328"/>
                    </a:cubicBezTo>
                    <a:cubicBezTo>
                      <a:pt x="371" y="329"/>
                      <a:pt x="396" y="324"/>
                      <a:pt x="418" y="316"/>
                    </a:cubicBezTo>
                    <a:cubicBezTo>
                      <a:pt x="432" y="311"/>
                      <a:pt x="445" y="304"/>
                      <a:pt x="457" y="297"/>
                    </a:cubicBezTo>
                    <a:cubicBezTo>
                      <a:pt x="472" y="287"/>
                      <a:pt x="484" y="277"/>
                      <a:pt x="493" y="269"/>
                    </a:cubicBezTo>
                    <a:cubicBezTo>
                      <a:pt x="505" y="257"/>
                      <a:pt x="511" y="249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1" y="248"/>
                      <a:pt x="511" y="248"/>
                      <a:pt x="511" y="248"/>
                    </a:cubicBezTo>
                    <a:cubicBezTo>
                      <a:pt x="512" y="247"/>
                      <a:pt x="513" y="247"/>
                      <a:pt x="514" y="246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8" y="117"/>
                      <a:pt x="588" y="117"/>
                      <a:pt x="588" y="117"/>
                    </a:cubicBezTo>
                    <a:cubicBezTo>
                      <a:pt x="589" y="115"/>
                      <a:pt x="591" y="112"/>
                      <a:pt x="593" y="106"/>
                    </a:cubicBezTo>
                    <a:cubicBezTo>
                      <a:pt x="596" y="101"/>
                      <a:pt x="598" y="94"/>
                      <a:pt x="599" y="86"/>
                    </a:cubicBezTo>
                    <a:cubicBezTo>
                      <a:pt x="600" y="81"/>
                      <a:pt x="600" y="75"/>
                      <a:pt x="600" y="70"/>
                    </a:cubicBezTo>
                    <a:cubicBezTo>
                      <a:pt x="599" y="62"/>
                      <a:pt x="597" y="55"/>
                      <a:pt x="593" y="47"/>
                    </a:cubicBezTo>
                    <a:cubicBezTo>
                      <a:pt x="591" y="43"/>
                      <a:pt x="588" y="38"/>
                      <a:pt x="584" y="34"/>
                    </a:cubicBezTo>
                    <a:cubicBezTo>
                      <a:pt x="577" y="26"/>
                      <a:pt x="570" y="20"/>
                      <a:pt x="562" y="16"/>
                    </a:cubicBezTo>
                    <a:cubicBezTo>
                      <a:pt x="551" y="9"/>
                      <a:pt x="539" y="6"/>
                      <a:pt x="527" y="5"/>
                    </a:cubicBezTo>
                    <a:cubicBezTo>
                      <a:pt x="515" y="4"/>
                      <a:pt x="504" y="6"/>
                      <a:pt x="493" y="11"/>
                    </a:cubicBezTo>
                    <a:cubicBezTo>
                      <a:pt x="486" y="14"/>
                      <a:pt x="479" y="18"/>
                      <a:pt x="472" y="24"/>
                    </a:cubicBezTo>
                    <a:cubicBezTo>
                      <a:pt x="472" y="24"/>
                      <a:pt x="472" y="24"/>
                      <a:pt x="472" y="24"/>
                    </a:cubicBezTo>
                    <a:cubicBezTo>
                      <a:pt x="472" y="24"/>
                      <a:pt x="472" y="24"/>
                      <a:pt x="471" y="25"/>
                    </a:cubicBezTo>
                    <a:cubicBezTo>
                      <a:pt x="470" y="26"/>
                      <a:pt x="469" y="27"/>
                      <a:pt x="467" y="29"/>
                    </a:cubicBezTo>
                    <a:cubicBezTo>
                      <a:pt x="464" y="32"/>
                      <a:pt x="460" y="37"/>
                      <a:pt x="456" y="44"/>
                    </a:cubicBezTo>
                    <a:cubicBezTo>
                      <a:pt x="454" y="49"/>
                      <a:pt x="451" y="54"/>
                      <a:pt x="449" y="60"/>
                    </a:cubicBezTo>
                    <a:cubicBezTo>
                      <a:pt x="447" y="67"/>
                      <a:pt x="445" y="74"/>
                      <a:pt x="445" y="82"/>
                    </a:cubicBezTo>
                    <a:cubicBezTo>
                      <a:pt x="445" y="90"/>
                      <a:pt x="446" y="99"/>
                      <a:pt x="449" y="107"/>
                    </a:cubicBezTo>
                    <a:cubicBezTo>
                      <a:pt x="452" y="113"/>
                      <a:pt x="454" y="119"/>
                      <a:pt x="459" y="125"/>
                    </a:cubicBezTo>
                    <a:cubicBezTo>
                      <a:pt x="464" y="132"/>
                      <a:pt x="471" y="140"/>
                      <a:pt x="481" y="148"/>
                    </a:cubicBezTo>
                    <a:cubicBezTo>
                      <a:pt x="482" y="146"/>
                      <a:pt x="484" y="144"/>
                      <a:pt x="486" y="143"/>
                    </a:cubicBezTo>
                    <a:cubicBezTo>
                      <a:pt x="489" y="139"/>
                      <a:pt x="494" y="136"/>
                      <a:pt x="499" y="134"/>
                    </a:cubicBezTo>
                    <a:cubicBezTo>
                      <a:pt x="503" y="132"/>
                      <a:pt x="508" y="134"/>
                      <a:pt x="509" y="138"/>
                    </a:cubicBezTo>
                    <a:cubicBezTo>
                      <a:pt x="511" y="142"/>
                      <a:pt x="509" y="146"/>
                      <a:pt x="505" y="148"/>
                    </a:cubicBezTo>
                    <a:cubicBezTo>
                      <a:pt x="502" y="150"/>
                      <a:pt x="499" y="152"/>
                      <a:pt x="496" y="154"/>
                    </a:cubicBezTo>
                    <a:cubicBezTo>
                      <a:pt x="494" y="156"/>
                      <a:pt x="492" y="159"/>
                      <a:pt x="490" y="161"/>
                    </a:cubicBezTo>
                    <a:cubicBezTo>
                      <a:pt x="489" y="164"/>
                      <a:pt x="487" y="168"/>
                      <a:pt x="486" y="171"/>
                    </a:cubicBezTo>
                    <a:cubicBezTo>
                      <a:pt x="486" y="174"/>
                      <a:pt x="485" y="177"/>
                      <a:pt x="485" y="180"/>
                    </a:cubicBezTo>
                    <a:cubicBezTo>
                      <a:pt x="484" y="185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5" y="189"/>
                      <a:pt x="485" y="189"/>
                      <a:pt x="485" y="189"/>
                    </a:cubicBezTo>
                    <a:cubicBezTo>
                      <a:pt x="486" y="194"/>
                      <a:pt x="483" y="197"/>
                      <a:pt x="478" y="198"/>
                    </a:cubicBezTo>
                    <a:cubicBezTo>
                      <a:pt x="474" y="199"/>
                      <a:pt x="470" y="196"/>
                      <a:pt x="470" y="191"/>
                    </a:cubicBezTo>
                    <a:cubicBezTo>
                      <a:pt x="470" y="191"/>
                      <a:pt x="469" y="188"/>
                      <a:pt x="469" y="184"/>
                    </a:cubicBezTo>
                    <a:cubicBezTo>
                      <a:pt x="469" y="180"/>
                      <a:pt x="470" y="174"/>
                      <a:pt x="471" y="169"/>
                    </a:cubicBezTo>
                    <a:cubicBezTo>
                      <a:pt x="470" y="168"/>
                      <a:pt x="469" y="168"/>
                      <a:pt x="468" y="167"/>
                    </a:cubicBezTo>
                    <a:cubicBezTo>
                      <a:pt x="454" y="157"/>
                      <a:pt x="444" y="146"/>
                      <a:pt x="437" y="135"/>
                    </a:cubicBezTo>
                    <a:cubicBezTo>
                      <a:pt x="430" y="123"/>
                      <a:pt x="425" y="112"/>
                      <a:pt x="423" y="100"/>
                    </a:cubicBezTo>
                    <a:cubicBezTo>
                      <a:pt x="422" y="93"/>
                      <a:pt x="422" y="85"/>
                      <a:pt x="422" y="78"/>
                    </a:cubicBezTo>
                    <a:cubicBezTo>
                      <a:pt x="423" y="69"/>
                      <a:pt x="425" y="60"/>
                      <a:pt x="427" y="52"/>
                    </a:cubicBezTo>
                    <a:cubicBezTo>
                      <a:pt x="430" y="45"/>
                      <a:pt x="433" y="38"/>
                      <a:pt x="436" y="32"/>
                    </a:cubicBezTo>
                    <a:cubicBezTo>
                      <a:pt x="440" y="27"/>
                      <a:pt x="443" y="22"/>
                      <a:pt x="446" y="18"/>
                    </a:cubicBezTo>
                    <a:cubicBezTo>
                      <a:pt x="442" y="15"/>
                      <a:pt x="437" y="13"/>
                      <a:pt x="431" y="10"/>
                    </a:cubicBezTo>
                    <a:cubicBezTo>
                      <a:pt x="421" y="7"/>
                      <a:pt x="410" y="3"/>
                      <a:pt x="399" y="2"/>
                    </a:cubicBezTo>
                    <a:cubicBezTo>
                      <a:pt x="391" y="0"/>
                      <a:pt x="383" y="0"/>
                      <a:pt x="374" y="1"/>
                    </a:cubicBezTo>
                    <a:cubicBezTo>
                      <a:pt x="363" y="1"/>
                      <a:pt x="352" y="4"/>
                      <a:pt x="340" y="9"/>
                    </a:cubicBezTo>
                    <a:cubicBezTo>
                      <a:pt x="334" y="12"/>
                      <a:pt x="327" y="16"/>
                      <a:pt x="321" y="21"/>
                    </a:cubicBezTo>
                    <a:cubicBezTo>
                      <a:pt x="316" y="25"/>
                      <a:pt x="316" y="25"/>
                      <a:pt x="316" y="25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0" y="23"/>
                      <a:pt x="309" y="23"/>
                      <a:pt x="308" y="23"/>
                    </a:cubicBezTo>
                    <a:cubicBezTo>
                      <a:pt x="307" y="22"/>
                      <a:pt x="305" y="22"/>
                      <a:pt x="302" y="21"/>
                    </a:cubicBezTo>
                    <a:cubicBezTo>
                      <a:pt x="296" y="20"/>
                      <a:pt x="288" y="19"/>
                      <a:pt x="279" y="19"/>
                    </a:cubicBezTo>
                    <a:cubicBezTo>
                      <a:pt x="273" y="19"/>
                      <a:pt x="267" y="20"/>
                      <a:pt x="260" y="21"/>
                    </a:cubicBezTo>
                    <a:cubicBezTo>
                      <a:pt x="252" y="22"/>
                      <a:pt x="243" y="25"/>
                      <a:pt x="235" y="30"/>
                    </a:cubicBezTo>
                    <a:cubicBezTo>
                      <a:pt x="230" y="33"/>
                      <a:pt x="225" y="36"/>
                      <a:pt x="221" y="41"/>
                    </a:cubicBezTo>
                    <a:cubicBezTo>
                      <a:pt x="216" y="45"/>
                      <a:pt x="211" y="51"/>
                      <a:pt x="207" y="59"/>
                    </a:cubicBezTo>
                    <a:cubicBezTo>
                      <a:pt x="203" y="65"/>
                      <a:pt x="200" y="72"/>
                      <a:pt x="197" y="81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3"/>
                      <a:pt x="196" y="83"/>
                      <a:pt x="196" y="83"/>
                    </a:cubicBezTo>
                    <a:cubicBezTo>
                      <a:pt x="196" y="85"/>
                      <a:pt x="195" y="87"/>
                      <a:pt x="195" y="90"/>
                    </a:cubicBezTo>
                    <a:cubicBezTo>
                      <a:pt x="194" y="96"/>
                      <a:pt x="193" y="104"/>
                      <a:pt x="195" y="114"/>
                    </a:cubicBezTo>
                    <a:cubicBezTo>
                      <a:pt x="196" y="120"/>
                      <a:pt x="198" y="127"/>
                      <a:pt x="201" y="134"/>
                    </a:cubicBezTo>
                    <a:cubicBezTo>
                      <a:pt x="206" y="144"/>
                      <a:pt x="213" y="154"/>
                      <a:pt x="224" y="164"/>
                    </a:cubicBezTo>
                    <a:cubicBezTo>
                      <a:pt x="231" y="169"/>
                      <a:pt x="238" y="175"/>
                      <a:pt x="248" y="181"/>
                    </a:cubicBezTo>
                    <a:cubicBezTo>
                      <a:pt x="256" y="185"/>
                      <a:pt x="266" y="190"/>
                      <a:pt x="278" y="195"/>
                    </a:cubicBezTo>
                    <a:cubicBezTo>
                      <a:pt x="278" y="189"/>
                      <a:pt x="279" y="183"/>
                      <a:pt x="280" y="178"/>
                    </a:cubicBezTo>
                    <a:cubicBezTo>
                      <a:pt x="283" y="169"/>
                      <a:pt x="287" y="161"/>
                      <a:pt x="291" y="154"/>
                    </a:cubicBezTo>
                    <a:cubicBezTo>
                      <a:pt x="294" y="148"/>
                      <a:pt x="298" y="143"/>
                      <a:pt x="301" y="139"/>
                    </a:cubicBezTo>
                    <a:cubicBezTo>
                      <a:pt x="302" y="137"/>
                      <a:pt x="304" y="136"/>
                      <a:pt x="304" y="135"/>
                    </a:cubicBezTo>
                    <a:cubicBezTo>
                      <a:pt x="304" y="134"/>
                      <a:pt x="303" y="134"/>
                      <a:pt x="303" y="133"/>
                    </a:cubicBezTo>
                    <a:cubicBezTo>
                      <a:pt x="298" y="128"/>
                      <a:pt x="295" y="121"/>
                      <a:pt x="293" y="113"/>
                    </a:cubicBezTo>
                    <a:cubicBezTo>
                      <a:pt x="292" y="109"/>
                      <a:pt x="295" y="104"/>
                      <a:pt x="299" y="103"/>
                    </a:cubicBezTo>
                    <a:cubicBezTo>
                      <a:pt x="303" y="103"/>
                      <a:pt x="307" y="105"/>
                      <a:pt x="308" y="109"/>
                    </a:cubicBezTo>
                    <a:cubicBezTo>
                      <a:pt x="310" y="115"/>
                      <a:pt x="312" y="120"/>
                      <a:pt x="315" y="123"/>
                    </a:cubicBezTo>
                    <a:cubicBezTo>
                      <a:pt x="318" y="127"/>
                      <a:pt x="321" y="130"/>
                      <a:pt x="325" y="132"/>
                    </a:cubicBezTo>
                    <a:cubicBezTo>
                      <a:pt x="331" y="135"/>
                      <a:pt x="337" y="137"/>
                      <a:pt x="342" y="138"/>
                    </a:cubicBezTo>
                    <a:cubicBezTo>
                      <a:pt x="346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0" y="139"/>
                      <a:pt x="350" y="139"/>
                      <a:pt x="350" y="139"/>
                    </a:cubicBezTo>
                    <a:cubicBezTo>
                      <a:pt x="354" y="139"/>
                      <a:pt x="357" y="143"/>
                      <a:pt x="357" y="147"/>
                    </a:cubicBezTo>
                    <a:cubicBezTo>
                      <a:pt x="357" y="151"/>
                      <a:pt x="354" y="155"/>
                      <a:pt x="349" y="155"/>
                    </a:cubicBezTo>
                    <a:cubicBezTo>
                      <a:pt x="349" y="155"/>
                      <a:pt x="345" y="154"/>
                      <a:pt x="339" y="153"/>
                    </a:cubicBezTo>
                    <a:cubicBezTo>
                      <a:pt x="335" y="152"/>
                      <a:pt x="329" y="151"/>
                      <a:pt x="324" y="149"/>
                    </a:cubicBezTo>
                    <a:cubicBezTo>
                      <a:pt x="323" y="149"/>
                      <a:pt x="323" y="149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3" y="150"/>
                    </a:cubicBezTo>
                    <a:cubicBezTo>
                      <a:pt x="323" y="150"/>
                      <a:pt x="323" y="150"/>
                      <a:pt x="322" y="150"/>
                    </a:cubicBezTo>
                    <a:cubicBezTo>
                      <a:pt x="322" y="150"/>
                      <a:pt x="322" y="150"/>
                      <a:pt x="322" y="151"/>
                    </a:cubicBezTo>
                    <a:cubicBezTo>
                      <a:pt x="321" y="151"/>
                      <a:pt x="320" y="152"/>
                      <a:pt x="319" y="154"/>
                    </a:cubicBezTo>
                    <a:cubicBezTo>
                      <a:pt x="317" y="156"/>
                      <a:pt x="314" y="161"/>
                      <a:pt x="311" y="166"/>
                    </a:cubicBezTo>
                    <a:cubicBezTo>
                      <a:pt x="308" y="170"/>
                      <a:pt x="306" y="175"/>
                      <a:pt x="304" y="181"/>
                    </a:cubicBezTo>
                    <a:cubicBezTo>
                      <a:pt x="302" y="187"/>
                      <a:pt x="301" y="193"/>
                      <a:pt x="301" y="200"/>
                    </a:cubicBezTo>
                    <a:cubicBezTo>
                      <a:pt x="301" y="204"/>
                      <a:pt x="301" y="209"/>
                      <a:pt x="302" y="213"/>
                    </a:cubicBezTo>
                    <a:cubicBezTo>
                      <a:pt x="303" y="220"/>
                      <a:pt x="306" y="226"/>
                      <a:pt x="310" y="233"/>
                    </a:cubicBezTo>
                    <a:cubicBezTo>
                      <a:pt x="316" y="242"/>
                      <a:pt x="325" y="252"/>
                      <a:pt x="338" y="262"/>
                    </a:cubicBezTo>
                    <a:cubicBezTo>
                      <a:pt x="343" y="266"/>
                      <a:pt x="344" y="273"/>
                      <a:pt x="340" y="278"/>
                    </a:cubicBezTo>
                    <a:cubicBezTo>
                      <a:pt x="336" y="283"/>
                      <a:pt x="329" y="284"/>
                      <a:pt x="324" y="280"/>
                    </a:cubicBezTo>
                    <a:cubicBezTo>
                      <a:pt x="311" y="271"/>
                      <a:pt x="301" y="261"/>
                      <a:pt x="294" y="251"/>
                    </a:cubicBezTo>
                    <a:cubicBezTo>
                      <a:pt x="287" y="241"/>
                      <a:pt x="282" y="231"/>
                      <a:pt x="280" y="221"/>
                    </a:cubicBezTo>
                    <a:cubicBezTo>
                      <a:pt x="280" y="221"/>
                      <a:pt x="280" y="220"/>
                      <a:pt x="280" y="220"/>
                    </a:cubicBezTo>
                    <a:cubicBezTo>
                      <a:pt x="263" y="214"/>
                      <a:pt x="248" y="208"/>
                      <a:pt x="236" y="201"/>
                    </a:cubicBezTo>
                    <a:cubicBezTo>
                      <a:pt x="218" y="190"/>
                      <a:pt x="205" y="179"/>
                      <a:pt x="195" y="167"/>
                    </a:cubicBezTo>
                    <a:cubicBezTo>
                      <a:pt x="185" y="155"/>
                      <a:pt x="179" y="142"/>
                      <a:pt x="175" y="131"/>
                    </a:cubicBezTo>
                    <a:cubicBezTo>
                      <a:pt x="173" y="123"/>
                      <a:pt x="172" y="116"/>
                      <a:pt x="171" y="109"/>
                    </a:cubicBezTo>
                    <a:cubicBezTo>
                      <a:pt x="171" y="103"/>
                      <a:pt x="171" y="97"/>
                      <a:pt x="171" y="92"/>
                    </a:cubicBezTo>
                    <a:cubicBezTo>
                      <a:pt x="166" y="94"/>
                      <a:pt x="159" y="96"/>
                      <a:pt x="153" y="99"/>
                    </a:cubicBezTo>
                    <a:cubicBezTo>
                      <a:pt x="146" y="102"/>
                      <a:pt x="140" y="106"/>
                      <a:pt x="134" y="110"/>
                    </a:cubicBezTo>
                    <a:cubicBezTo>
                      <a:pt x="126" y="117"/>
                      <a:pt x="119" y="124"/>
                      <a:pt x="113" y="134"/>
                    </a:cubicBezTo>
                    <a:cubicBezTo>
                      <a:pt x="108" y="143"/>
                      <a:pt x="104" y="153"/>
                      <a:pt x="103" y="165"/>
                    </a:cubicBezTo>
                    <a:cubicBezTo>
                      <a:pt x="102" y="173"/>
                      <a:pt x="102" y="173"/>
                      <a:pt x="102" y="173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4" y="175"/>
                      <a:pt x="93" y="176"/>
                      <a:pt x="92" y="176"/>
                    </a:cubicBezTo>
                    <a:cubicBezTo>
                      <a:pt x="90" y="177"/>
                      <a:pt x="87" y="178"/>
                      <a:pt x="84" y="180"/>
                    </a:cubicBezTo>
                    <a:cubicBezTo>
                      <a:pt x="77" y="183"/>
                      <a:pt x="68" y="188"/>
                      <a:pt x="59" y="196"/>
                    </a:cubicBezTo>
                    <a:cubicBezTo>
                      <a:pt x="54" y="202"/>
                      <a:pt x="48" y="208"/>
                      <a:pt x="44" y="216"/>
                    </a:cubicBezTo>
                    <a:cubicBezTo>
                      <a:pt x="39" y="224"/>
                      <a:pt x="36" y="232"/>
                      <a:pt x="34" y="243"/>
                    </a:cubicBezTo>
                    <a:cubicBezTo>
                      <a:pt x="32" y="250"/>
                      <a:pt x="32" y="258"/>
                      <a:pt x="32" y="268"/>
                    </a:cubicBezTo>
                    <a:cubicBezTo>
                      <a:pt x="33" y="269"/>
                      <a:pt x="33" y="271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2"/>
                      <a:pt x="33" y="272"/>
                    </a:cubicBezTo>
                    <a:cubicBezTo>
                      <a:pt x="33" y="272"/>
                      <a:pt x="33" y="273"/>
                      <a:pt x="33" y="273"/>
                    </a:cubicBezTo>
                    <a:cubicBezTo>
                      <a:pt x="33" y="273"/>
                      <a:pt x="33" y="273"/>
                      <a:pt x="33" y="274"/>
                    </a:cubicBezTo>
                    <a:cubicBezTo>
                      <a:pt x="33" y="275"/>
                      <a:pt x="33" y="277"/>
                      <a:pt x="33" y="280"/>
                    </a:cubicBezTo>
                    <a:cubicBezTo>
                      <a:pt x="34" y="285"/>
                      <a:pt x="36" y="292"/>
                      <a:pt x="39" y="300"/>
                    </a:cubicBezTo>
                    <a:cubicBezTo>
                      <a:pt x="42" y="305"/>
                      <a:pt x="45" y="311"/>
                      <a:pt x="49" y="316"/>
                    </a:cubicBezTo>
                    <a:cubicBezTo>
                      <a:pt x="55" y="323"/>
                      <a:pt x="62" y="330"/>
                      <a:pt x="73" y="337"/>
                    </a:cubicBezTo>
                    <a:cubicBezTo>
                      <a:pt x="82" y="342"/>
                      <a:pt x="94" y="347"/>
                      <a:pt x="108" y="350"/>
                    </a:cubicBezTo>
                    <a:cubicBezTo>
                      <a:pt x="122" y="353"/>
                      <a:pt x="139" y="355"/>
                      <a:pt x="160" y="355"/>
                    </a:cubicBezTo>
                    <a:cubicBezTo>
                      <a:pt x="161" y="355"/>
                      <a:pt x="162" y="356"/>
                      <a:pt x="163" y="356"/>
                    </a:cubicBezTo>
                    <a:cubicBezTo>
                      <a:pt x="164" y="351"/>
                      <a:pt x="166" y="346"/>
                      <a:pt x="168" y="341"/>
                    </a:cubicBezTo>
                    <a:cubicBezTo>
                      <a:pt x="170" y="338"/>
                      <a:pt x="172" y="336"/>
                      <a:pt x="174" y="333"/>
                    </a:cubicBezTo>
                    <a:cubicBezTo>
                      <a:pt x="177" y="330"/>
                      <a:pt x="182" y="329"/>
                      <a:pt x="185" y="332"/>
                    </a:cubicBezTo>
                    <a:cubicBezTo>
                      <a:pt x="188" y="335"/>
                      <a:pt x="189" y="340"/>
                      <a:pt x="186" y="343"/>
                    </a:cubicBezTo>
                    <a:cubicBezTo>
                      <a:pt x="184" y="345"/>
                      <a:pt x="183" y="347"/>
                      <a:pt x="182" y="349"/>
                    </a:cubicBezTo>
                    <a:cubicBezTo>
                      <a:pt x="180" y="353"/>
                      <a:pt x="178" y="356"/>
                      <a:pt x="178" y="360"/>
                    </a:cubicBezTo>
                    <a:cubicBezTo>
                      <a:pt x="177" y="363"/>
                      <a:pt x="177" y="367"/>
                      <a:pt x="177" y="370"/>
                    </a:cubicBezTo>
                    <a:cubicBezTo>
                      <a:pt x="177" y="377"/>
                      <a:pt x="179" y="382"/>
                      <a:pt x="181" y="386"/>
                    </a:cubicBezTo>
                    <a:cubicBezTo>
                      <a:pt x="182" y="388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3" y="390"/>
                      <a:pt x="183" y="390"/>
                      <a:pt x="183" y="390"/>
                    </a:cubicBezTo>
                    <a:cubicBezTo>
                      <a:pt x="185" y="393"/>
                      <a:pt x="184" y="398"/>
                      <a:pt x="180" y="400"/>
                    </a:cubicBezTo>
                    <a:cubicBezTo>
                      <a:pt x="177" y="403"/>
                      <a:pt x="172" y="402"/>
                      <a:pt x="170" y="398"/>
                    </a:cubicBezTo>
                    <a:cubicBezTo>
                      <a:pt x="169" y="398"/>
                      <a:pt x="168" y="395"/>
                      <a:pt x="166" y="392"/>
                    </a:cubicBezTo>
                    <a:cubicBezTo>
                      <a:pt x="165" y="388"/>
                      <a:pt x="163" y="384"/>
                      <a:pt x="162" y="378"/>
                    </a:cubicBezTo>
                    <a:cubicBezTo>
                      <a:pt x="162" y="379"/>
                      <a:pt x="161" y="379"/>
                      <a:pt x="160" y="379"/>
                    </a:cubicBezTo>
                    <a:cubicBezTo>
                      <a:pt x="138" y="379"/>
                      <a:pt x="119" y="376"/>
                      <a:pt x="103" y="373"/>
                    </a:cubicBezTo>
                    <a:cubicBezTo>
                      <a:pt x="86" y="369"/>
                      <a:pt x="73" y="363"/>
                      <a:pt x="62" y="357"/>
                    </a:cubicBezTo>
                    <a:cubicBezTo>
                      <a:pt x="47" y="348"/>
                      <a:pt x="36" y="338"/>
                      <a:pt x="28" y="327"/>
                    </a:cubicBezTo>
                    <a:cubicBezTo>
                      <a:pt x="23" y="320"/>
                      <a:pt x="20" y="314"/>
                      <a:pt x="17" y="307"/>
                    </a:cubicBezTo>
                    <a:cubicBezTo>
                      <a:pt x="14" y="313"/>
                      <a:pt x="10" y="321"/>
                      <a:pt x="7" y="329"/>
                    </a:cubicBezTo>
                    <a:cubicBezTo>
                      <a:pt x="4" y="337"/>
                      <a:pt x="2" y="347"/>
                      <a:pt x="1" y="357"/>
                    </a:cubicBezTo>
                    <a:cubicBezTo>
                      <a:pt x="0" y="363"/>
                      <a:pt x="0" y="370"/>
                      <a:pt x="1" y="377"/>
                    </a:cubicBezTo>
                    <a:cubicBezTo>
                      <a:pt x="1" y="379"/>
                      <a:pt x="1" y="380"/>
                      <a:pt x="1" y="382"/>
                    </a:cubicBezTo>
                    <a:cubicBezTo>
                      <a:pt x="4" y="379"/>
                      <a:pt x="6" y="376"/>
                      <a:pt x="9" y="373"/>
                    </a:cubicBezTo>
                    <a:cubicBezTo>
                      <a:pt x="14" y="367"/>
                      <a:pt x="21" y="361"/>
                      <a:pt x="29" y="357"/>
                    </a:cubicBezTo>
                    <a:cubicBezTo>
                      <a:pt x="35" y="354"/>
                      <a:pt x="42" y="356"/>
                      <a:pt x="45" y="361"/>
                    </a:cubicBezTo>
                    <a:cubicBezTo>
                      <a:pt x="48" y="367"/>
                      <a:pt x="46" y="374"/>
                      <a:pt x="41" y="377"/>
                    </a:cubicBezTo>
                    <a:cubicBezTo>
                      <a:pt x="35" y="380"/>
                      <a:pt x="30" y="384"/>
                      <a:pt x="26" y="389"/>
                    </a:cubicBezTo>
                    <a:cubicBezTo>
                      <a:pt x="22" y="393"/>
                      <a:pt x="19" y="398"/>
                      <a:pt x="16" y="402"/>
                    </a:cubicBezTo>
                    <a:cubicBezTo>
                      <a:pt x="13" y="407"/>
                      <a:pt x="11" y="412"/>
                      <a:pt x="10" y="415"/>
                    </a:cubicBezTo>
                    <a:cubicBezTo>
                      <a:pt x="10" y="416"/>
                      <a:pt x="10" y="416"/>
                      <a:pt x="10" y="417"/>
                    </a:cubicBezTo>
                    <a:cubicBezTo>
                      <a:pt x="9" y="418"/>
                      <a:pt x="9" y="418"/>
                      <a:pt x="9" y="419"/>
                    </a:cubicBezTo>
                    <a:cubicBezTo>
                      <a:pt x="9" y="419"/>
                      <a:pt x="9" y="419"/>
                      <a:pt x="9" y="419"/>
                    </a:cubicBezTo>
                    <a:cubicBezTo>
                      <a:pt x="9" y="420"/>
                      <a:pt x="9" y="420"/>
                      <a:pt x="8" y="420"/>
                    </a:cubicBezTo>
                    <a:cubicBezTo>
                      <a:pt x="8" y="420"/>
                      <a:pt x="8" y="420"/>
                      <a:pt x="8" y="421"/>
                    </a:cubicBezTo>
                    <a:cubicBezTo>
                      <a:pt x="8" y="421"/>
                      <a:pt x="8" y="421"/>
                      <a:pt x="8" y="421"/>
                    </a:cubicBezTo>
                    <a:cubicBezTo>
                      <a:pt x="7" y="425"/>
                      <a:pt x="5" y="430"/>
                      <a:pt x="4" y="436"/>
                    </a:cubicBezTo>
                    <a:cubicBezTo>
                      <a:pt x="2" y="448"/>
                      <a:pt x="0" y="465"/>
                      <a:pt x="3" y="483"/>
                    </a:cubicBezTo>
                    <a:cubicBezTo>
                      <a:pt x="5" y="495"/>
                      <a:pt x="9" y="508"/>
                      <a:pt x="16" y="520"/>
                    </a:cubicBezTo>
                    <a:cubicBezTo>
                      <a:pt x="19" y="528"/>
                      <a:pt x="24" y="535"/>
                      <a:pt x="31" y="542"/>
                    </a:cubicBezTo>
                    <a:cubicBezTo>
                      <a:pt x="33" y="545"/>
                      <a:pt x="36" y="548"/>
                      <a:pt x="39" y="551"/>
                    </a:cubicBezTo>
                    <a:cubicBezTo>
                      <a:pt x="40" y="547"/>
                      <a:pt x="41" y="542"/>
                      <a:pt x="42" y="537"/>
                    </a:cubicBezTo>
                    <a:cubicBezTo>
                      <a:pt x="45" y="524"/>
                      <a:pt x="51" y="508"/>
                      <a:pt x="59" y="493"/>
                    </a:cubicBezTo>
                    <a:cubicBezTo>
                      <a:pt x="67" y="479"/>
                      <a:pt x="78" y="465"/>
                      <a:pt x="93" y="453"/>
                    </a:cubicBezTo>
                    <a:cubicBezTo>
                      <a:pt x="107" y="441"/>
                      <a:pt x="125" y="431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7" y="425"/>
                      <a:pt x="147" y="425"/>
                      <a:pt x="147" y="425"/>
                    </a:cubicBezTo>
                    <a:cubicBezTo>
                      <a:pt x="149" y="425"/>
                      <a:pt x="157" y="423"/>
                      <a:pt x="169" y="421"/>
                    </a:cubicBezTo>
                    <a:cubicBezTo>
                      <a:pt x="182" y="420"/>
                      <a:pt x="200" y="420"/>
                      <a:pt x="220" y="424"/>
                    </a:cubicBezTo>
                    <a:cubicBezTo>
                      <a:pt x="233" y="426"/>
                      <a:pt x="247" y="431"/>
                      <a:pt x="260" y="439"/>
                    </a:cubicBezTo>
                    <a:cubicBezTo>
                      <a:pt x="269" y="444"/>
                      <a:pt x="278" y="450"/>
                      <a:pt x="286" y="458"/>
                    </a:cubicBezTo>
                    <a:cubicBezTo>
                      <a:pt x="294" y="466"/>
                      <a:pt x="301" y="475"/>
                      <a:pt x="308" y="486"/>
                    </a:cubicBezTo>
                    <a:cubicBezTo>
                      <a:pt x="312" y="491"/>
                      <a:pt x="310" y="499"/>
                      <a:pt x="305" y="502"/>
                    </a:cubicBezTo>
                    <a:cubicBezTo>
                      <a:pt x="299" y="505"/>
                      <a:pt x="292" y="504"/>
                      <a:pt x="289" y="498"/>
                    </a:cubicBezTo>
                    <a:cubicBezTo>
                      <a:pt x="283" y="489"/>
                      <a:pt x="276" y="481"/>
                      <a:pt x="270" y="475"/>
                    </a:cubicBezTo>
                    <a:cubicBezTo>
                      <a:pt x="263" y="468"/>
                      <a:pt x="256" y="463"/>
                      <a:pt x="249" y="459"/>
                    </a:cubicBezTo>
                    <a:cubicBezTo>
                      <a:pt x="238" y="453"/>
                      <a:pt x="226" y="449"/>
                      <a:pt x="215" y="447"/>
                    </a:cubicBezTo>
                    <a:cubicBezTo>
                      <a:pt x="205" y="444"/>
                      <a:pt x="194" y="444"/>
                      <a:pt x="185" y="444"/>
                    </a:cubicBezTo>
                    <a:cubicBezTo>
                      <a:pt x="167" y="444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54" y="448"/>
                      <a:pt x="154" y="448"/>
                      <a:pt x="154" y="448"/>
                    </a:cubicBezTo>
                    <a:cubicBezTo>
                      <a:pt x="135" y="453"/>
                      <a:pt x="120" y="461"/>
                      <a:pt x="108" y="471"/>
                    </a:cubicBezTo>
                    <a:cubicBezTo>
                      <a:pt x="96" y="481"/>
                      <a:pt x="86" y="493"/>
                      <a:pt x="79" y="505"/>
                    </a:cubicBezTo>
                    <a:cubicBezTo>
                      <a:pt x="72" y="518"/>
                      <a:pt x="67" y="531"/>
                      <a:pt x="65" y="542"/>
                    </a:cubicBezTo>
                    <a:cubicBezTo>
                      <a:pt x="62" y="551"/>
                      <a:pt x="62" y="559"/>
                      <a:pt x="62" y="565"/>
                    </a:cubicBezTo>
                    <a:cubicBezTo>
                      <a:pt x="62" y="566"/>
                      <a:pt x="62" y="568"/>
                      <a:pt x="62" y="569"/>
                    </a:cubicBezTo>
                    <a:cubicBezTo>
                      <a:pt x="62" y="570"/>
                      <a:pt x="62" y="570"/>
                      <a:pt x="62" y="570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6"/>
                      <a:pt x="62" y="576"/>
                      <a:pt x="62" y="576"/>
                    </a:cubicBezTo>
                    <a:cubicBezTo>
                      <a:pt x="62" y="577"/>
                      <a:pt x="63" y="577"/>
                      <a:pt x="63" y="578"/>
                    </a:cubicBezTo>
                    <a:cubicBezTo>
                      <a:pt x="63" y="581"/>
                      <a:pt x="63" y="584"/>
                      <a:pt x="64" y="588"/>
                    </a:cubicBezTo>
                    <a:cubicBezTo>
                      <a:pt x="65" y="595"/>
                      <a:pt x="68" y="606"/>
                      <a:pt x="74" y="618"/>
                    </a:cubicBezTo>
                    <a:cubicBezTo>
                      <a:pt x="78" y="626"/>
                      <a:pt x="83" y="634"/>
                      <a:pt x="89" y="642"/>
                    </a:cubicBezTo>
                    <a:cubicBezTo>
                      <a:pt x="98" y="653"/>
                      <a:pt x="110" y="664"/>
                      <a:pt x="126" y="673"/>
                    </a:cubicBezTo>
                    <a:cubicBezTo>
                      <a:pt x="139" y="681"/>
                      <a:pt x="156" y="688"/>
                      <a:pt x="177" y="692"/>
                    </a:cubicBezTo>
                    <a:cubicBezTo>
                      <a:pt x="177" y="692"/>
                      <a:pt x="177" y="692"/>
                      <a:pt x="177" y="692"/>
                    </a:cubicBezTo>
                    <a:cubicBezTo>
                      <a:pt x="178" y="692"/>
                      <a:pt x="178" y="693"/>
                      <a:pt x="180" y="693"/>
                    </a:cubicBezTo>
                    <a:cubicBezTo>
                      <a:pt x="182" y="693"/>
                      <a:pt x="185" y="693"/>
                      <a:pt x="189" y="693"/>
                    </a:cubicBezTo>
                    <a:cubicBezTo>
                      <a:pt x="197" y="693"/>
                      <a:pt x="208" y="693"/>
                      <a:pt x="219" y="690"/>
                    </a:cubicBezTo>
                    <a:cubicBezTo>
                      <a:pt x="227" y="688"/>
                      <a:pt x="234" y="685"/>
                      <a:pt x="241" y="681"/>
                    </a:cubicBezTo>
                    <a:cubicBezTo>
                      <a:pt x="247" y="678"/>
                      <a:pt x="252" y="675"/>
                      <a:pt x="256" y="672"/>
                    </a:cubicBezTo>
                    <a:cubicBezTo>
                      <a:pt x="260" y="669"/>
                      <a:pt x="263" y="666"/>
                      <a:pt x="267" y="662"/>
                    </a:cubicBezTo>
                    <a:cubicBezTo>
                      <a:pt x="270" y="660"/>
                      <a:pt x="272" y="657"/>
                      <a:pt x="275" y="654"/>
                    </a:cubicBezTo>
                    <a:cubicBezTo>
                      <a:pt x="278" y="650"/>
                      <a:pt x="282" y="645"/>
                      <a:pt x="286" y="638"/>
                    </a:cubicBezTo>
                    <a:cubicBezTo>
                      <a:pt x="292" y="630"/>
                      <a:pt x="298" y="620"/>
                      <a:pt x="306" y="607"/>
                    </a:cubicBezTo>
                    <a:cubicBezTo>
                      <a:pt x="306" y="607"/>
                      <a:pt x="306" y="607"/>
                      <a:pt x="306" y="607"/>
                    </a:cubicBezTo>
                    <a:lnTo>
                      <a:pt x="475" y="312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8" name="íş1îḍê"/>
              <p:cNvSpPr/>
              <p:nvPr/>
            </p:nvSpPr>
            <p:spPr bwMode="auto">
              <a:xfrm>
                <a:off x="4896153" y="3102503"/>
                <a:ext cx="92679" cy="166424"/>
              </a:xfrm>
              <a:custGeom>
                <a:avLst/>
                <a:gdLst/>
                <a:ahLst/>
                <a:cxnLst>
                  <a:cxn ang="0">
                    <a:pos x="18" y="197"/>
                  </a:cxn>
                  <a:cxn ang="0">
                    <a:pos x="14" y="195"/>
                  </a:cxn>
                  <a:cxn ang="0">
                    <a:pos x="9" y="156"/>
                  </a:cxn>
                  <a:cxn ang="0">
                    <a:pos x="44" y="35"/>
                  </a:cxn>
                  <a:cxn ang="0">
                    <a:pos x="67" y="3"/>
                  </a:cxn>
                  <a:cxn ang="0">
                    <a:pos x="99" y="26"/>
                  </a:cxn>
                  <a:cxn ang="0">
                    <a:pos x="54" y="190"/>
                  </a:cxn>
                  <a:cxn ang="0">
                    <a:pos x="18" y="197"/>
                  </a:cxn>
                </a:cxnLst>
                <a:rect l="0" t="0" r="r" b="b"/>
                <a:pathLst>
                  <a:path w="113" h="204">
                    <a:moveTo>
                      <a:pt x="18" y="197"/>
                    </a:moveTo>
                    <a:cubicBezTo>
                      <a:pt x="17" y="197"/>
                      <a:pt x="16" y="196"/>
                      <a:pt x="14" y="195"/>
                    </a:cubicBezTo>
                    <a:cubicBezTo>
                      <a:pt x="2" y="186"/>
                      <a:pt x="0" y="168"/>
                      <a:pt x="9" y="156"/>
                    </a:cubicBezTo>
                    <a:cubicBezTo>
                      <a:pt x="10" y="155"/>
                      <a:pt x="54" y="97"/>
                      <a:pt x="44" y="35"/>
                    </a:cubicBezTo>
                    <a:cubicBezTo>
                      <a:pt x="41" y="20"/>
                      <a:pt x="52" y="5"/>
                      <a:pt x="67" y="3"/>
                    </a:cubicBezTo>
                    <a:cubicBezTo>
                      <a:pt x="83" y="0"/>
                      <a:pt x="97" y="11"/>
                      <a:pt x="99" y="26"/>
                    </a:cubicBezTo>
                    <a:cubicBezTo>
                      <a:pt x="113" y="112"/>
                      <a:pt x="56" y="187"/>
                      <a:pt x="54" y="190"/>
                    </a:cubicBezTo>
                    <a:cubicBezTo>
                      <a:pt x="45" y="202"/>
                      <a:pt x="30" y="204"/>
                      <a:pt x="18" y="197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9" name="îsľîḋé"/>
              <p:cNvSpPr/>
              <p:nvPr/>
            </p:nvSpPr>
            <p:spPr bwMode="auto">
              <a:xfrm>
                <a:off x="5016736" y="3200165"/>
                <a:ext cx="136528" cy="139517"/>
              </a:xfrm>
              <a:custGeom>
                <a:avLst/>
                <a:gdLst/>
                <a:ahLst/>
                <a:cxnLst>
                  <a:cxn ang="0">
                    <a:pos x="18" y="162"/>
                  </a:cxn>
                  <a:cxn ang="0">
                    <a:pos x="6" y="127"/>
                  </a:cxn>
                  <a:cxn ang="0">
                    <a:pos x="125" y="6"/>
                  </a:cxn>
                  <a:cxn ang="0">
                    <a:pos x="161" y="22"/>
                  </a:cxn>
                  <a:cxn ang="0">
                    <a:pos x="145" y="58"/>
                  </a:cxn>
                  <a:cxn ang="0">
                    <a:pos x="58" y="149"/>
                  </a:cxn>
                  <a:cxn ang="0">
                    <a:pos x="21" y="164"/>
                  </a:cxn>
                  <a:cxn ang="0">
                    <a:pos x="18" y="162"/>
                  </a:cxn>
                </a:cxnLst>
                <a:rect l="0" t="0" r="r" b="b"/>
                <a:pathLst>
                  <a:path w="167" h="170">
                    <a:moveTo>
                      <a:pt x="18" y="162"/>
                    </a:moveTo>
                    <a:cubicBezTo>
                      <a:pt x="6" y="155"/>
                      <a:pt x="0" y="140"/>
                      <a:pt x="6" y="127"/>
                    </a:cubicBezTo>
                    <a:cubicBezTo>
                      <a:pt x="7" y="124"/>
                      <a:pt x="44" y="37"/>
                      <a:pt x="125" y="6"/>
                    </a:cubicBezTo>
                    <a:cubicBezTo>
                      <a:pt x="140" y="0"/>
                      <a:pt x="156" y="8"/>
                      <a:pt x="161" y="22"/>
                    </a:cubicBezTo>
                    <a:cubicBezTo>
                      <a:pt x="167" y="37"/>
                      <a:pt x="160" y="53"/>
                      <a:pt x="145" y="58"/>
                    </a:cubicBezTo>
                    <a:cubicBezTo>
                      <a:pt x="87" y="81"/>
                      <a:pt x="58" y="148"/>
                      <a:pt x="58" y="149"/>
                    </a:cubicBezTo>
                    <a:cubicBezTo>
                      <a:pt x="52" y="163"/>
                      <a:pt x="35" y="170"/>
                      <a:pt x="21" y="164"/>
                    </a:cubicBezTo>
                    <a:cubicBezTo>
                      <a:pt x="20" y="163"/>
                      <a:pt x="19" y="163"/>
                      <a:pt x="18" y="162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</p:grpSp>
        <p:sp>
          <p:nvSpPr>
            <p:cNvPr id="21" name="ïš1iḍè"/>
            <p:cNvSpPr txBox="1"/>
            <p:nvPr/>
          </p:nvSpPr>
          <p:spPr>
            <a:xfrm>
              <a:off x="4068658" y="3302543"/>
              <a:ext cx="2578029" cy="4776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3765">
                <a:lnSpc>
                  <a:spcPct val="120000"/>
                </a:lnSpc>
                <a:spcBef>
                  <a:spcPct val="0"/>
                </a:spcBef>
                <a:defRPr/>
              </a:pPr>
              <a:endParaRPr lang="en-US" altLang="zh-CN" sz="1100" dirty="0">
                <a:cs typeface="+mn-ea"/>
                <a:sym typeface="+mn-lt"/>
              </a:endParaRPr>
            </a:p>
          </p:txBody>
        </p:sp>
        <p:sp>
          <p:nvSpPr>
            <p:cNvPr id="19" name="iṧlîḑé"/>
            <p:cNvSpPr txBox="1"/>
            <p:nvPr/>
          </p:nvSpPr>
          <p:spPr>
            <a:xfrm>
              <a:off x="4103115" y="4828462"/>
              <a:ext cx="2509117" cy="4776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3765">
                <a:lnSpc>
                  <a:spcPct val="120000"/>
                </a:lnSpc>
                <a:spcBef>
                  <a:spcPct val="0"/>
                </a:spcBef>
                <a:defRPr/>
              </a:pPr>
              <a:endParaRPr lang="en-US" altLang="zh-CN" sz="1100" dirty="0">
                <a:cs typeface="+mn-ea"/>
                <a:sym typeface="+mn-lt"/>
              </a:endParaRPr>
            </a:p>
          </p:txBody>
        </p:sp>
        <p:sp>
          <p:nvSpPr>
            <p:cNvPr id="17" name="işļíḋe"/>
            <p:cNvSpPr txBox="1"/>
            <p:nvPr/>
          </p:nvSpPr>
          <p:spPr>
            <a:xfrm>
              <a:off x="1419213" y="3302543"/>
              <a:ext cx="2578029" cy="4776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3765">
                <a:lnSpc>
                  <a:spcPct val="120000"/>
                </a:lnSpc>
                <a:spcBef>
                  <a:spcPct val="0"/>
                </a:spcBef>
                <a:defRPr/>
              </a:pPr>
              <a:endParaRPr lang="en-US" altLang="zh-CN" sz="1100" dirty="0">
                <a:cs typeface="+mn-ea"/>
                <a:sym typeface="+mn-lt"/>
              </a:endParaRPr>
            </a:p>
          </p:txBody>
        </p:sp>
        <p:sp>
          <p:nvSpPr>
            <p:cNvPr id="15" name="išḻîḍê"/>
            <p:cNvSpPr txBox="1"/>
            <p:nvPr/>
          </p:nvSpPr>
          <p:spPr>
            <a:xfrm>
              <a:off x="1420509" y="4828462"/>
              <a:ext cx="2578029" cy="4776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ctr" defTabSz="913765">
                <a:lnSpc>
                  <a:spcPct val="120000"/>
                </a:lnSpc>
                <a:spcBef>
                  <a:spcPct val="0"/>
                </a:spcBef>
                <a:defRPr/>
              </a:pPr>
              <a:endParaRPr lang="en-US" altLang="zh-CN" sz="1100" dirty="0">
                <a:cs typeface="+mn-ea"/>
                <a:sym typeface="+mn-lt"/>
              </a:endParaRPr>
            </a:p>
          </p:txBody>
        </p:sp>
        <p:grpSp>
          <p:nvGrpSpPr>
            <p:cNvPr id="10" name="ïšḻíďe"/>
            <p:cNvGrpSpPr/>
            <p:nvPr/>
          </p:nvGrpSpPr>
          <p:grpSpPr>
            <a:xfrm>
              <a:off x="1506576" y="1422119"/>
              <a:ext cx="5119683" cy="940703"/>
              <a:chOff x="3536159" y="3725012"/>
              <a:chExt cx="5119683" cy="940703"/>
            </a:xfrm>
          </p:grpSpPr>
          <p:sp>
            <p:nvSpPr>
              <p:cNvPr id="13" name="ïşļïḓé"/>
              <p:cNvSpPr/>
              <p:nvPr/>
            </p:nvSpPr>
            <p:spPr>
              <a:xfrm>
                <a:off x="3536160" y="3725012"/>
                <a:ext cx="5119682" cy="4230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0" tIns="0" rIns="0" bIns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 dirty="0"/>
              </a:p>
            </p:txBody>
          </p:sp>
          <p:sp>
            <p:nvSpPr>
              <p:cNvPr id="14" name="îSļídè"/>
              <p:cNvSpPr txBox="1"/>
              <p:nvPr/>
            </p:nvSpPr>
            <p:spPr>
              <a:xfrm>
                <a:off x="3536159" y="4148027"/>
                <a:ext cx="5119682" cy="51768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rmAutofit/>
              </a:bodyPr>
              <a:lstStyle/>
              <a:p>
                <a:pPr algn="ctr">
                  <a:lnSpc>
                    <a:spcPct val="140000"/>
                  </a:lnSpc>
                </a:pPr>
                <a:endParaRPr lang="zh-CN" altLang="en-US" sz="1200" dirty="0"/>
              </a:p>
            </p:txBody>
          </p:sp>
        </p:grpSp>
      </p:grpSp>
      <p:sp>
        <p:nvSpPr>
          <p:cNvPr id="40" name="文本框 39"/>
          <p:cNvSpPr txBox="1"/>
          <p:nvPr/>
        </p:nvSpPr>
        <p:spPr>
          <a:xfrm>
            <a:off x="609600" y="2188210"/>
            <a:ext cx="83223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RT-Thread 名为实时线程 RTOS，那么什么叫线程？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人们在生活中处理复杂问题时，惯用的方法就是“分而治之”，即把一个大问题分解成多个相对简单、比较容易解决的小问题，小问题逐个被解决了，大问题也就随之解决了。同样，在设计一个较为复杂的应用程序时，也通常把一个大型任务分解成多个小任务，然后通过运行这些小任务，最终达到完成大任务的目的。</a:t>
            </a:r>
            <a:endParaRPr lang="zh-CN" altLang="en-US"/>
          </a:p>
          <a:p>
            <a:r>
              <a:rPr lang="zh-CN" altLang="en-US"/>
              <a:t>         在 RT-Thread 中，与上述小任务对应的程序实体就叫做“线程”（或任务）， RT-Thread就是一个能对这些小“线程”进行管理和调度的多“线程”操作系统。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线程是实现任务的载体，它是RT</a:t>
            </a:r>
            <a:r>
              <a:rPr lang="en-US" altLang="zh-CN"/>
              <a:t>-</a:t>
            </a:r>
            <a:r>
              <a:rPr lang="zh-CN" altLang="en-US"/>
              <a:t>Thread 中最基本的调度单位，它描述了一个任务执行的运行环境， 也描述了这个任务所处的优先等级。 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线程组成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9770" y="1478280"/>
            <a:ext cx="11084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RT-Thread 中，线程由三部分组成：</a:t>
            </a:r>
            <a:r>
              <a:rPr lang="zh-CN" altLang="en-US" b="1"/>
              <a:t>线程代码</a:t>
            </a:r>
            <a:r>
              <a:rPr lang="zh-CN" altLang="en-US"/>
              <a:t>（入口函数）、</a:t>
            </a:r>
            <a:r>
              <a:rPr lang="zh-CN" altLang="en-US" b="1"/>
              <a:t>线程控制块</a:t>
            </a:r>
            <a:r>
              <a:rPr lang="zh-CN" altLang="en-US"/>
              <a:t>、</a:t>
            </a:r>
            <a:r>
              <a:rPr lang="zh-CN" altLang="en-US" b="1"/>
              <a:t>线程堆栈</a:t>
            </a:r>
            <a:endParaRPr lang="zh-CN" altLang="en-US" b="1"/>
          </a:p>
        </p:txBody>
      </p:sp>
      <p:sp>
        <p:nvSpPr>
          <p:cNvPr id="5" name="ïṥḻiḋè"/>
          <p:cNvSpPr txBox="1"/>
          <p:nvPr/>
        </p:nvSpPr>
        <p:spPr>
          <a:xfrm>
            <a:off x="699770" y="1983740"/>
            <a:ext cx="623633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线程代码</a:t>
            </a:r>
            <a:endParaRPr lang="zh-CN" altLang="en-US" sz="2000" b="1" dirty="0">
              <a:solidFill>
                <a:srgbClr val="C00000"/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88060" y="2755265"/>
            <a:ext cx="35553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void </a:t>
            </a:r>
            <a:r>
              <a:rPr lang="zh-CN" altLang="en-US">
                <a:solidFill>
                  <a:schemeClr val="accent1"/>
                </a:solidFill>
              </a:rPr>
              <a:t>thread_entry</a:t>
            </a:r>
            <a:r>
              <a:rPr lang="zh-CN" altLang="en-US"/>
              <a:t>(void *parameter)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  </a:t>
            </a:r>
            <a:endParaRPr lang="zh-CN" altLang="en-US"/>
          </a:p>
          <a:p>
            <a:r>
              <a:rPr lang="zh-CN" altLang="en-US"/>
              <a:t>       </a:t>
            </a:r>
            <a:r>
              <a:rPr lang="en-US" altLang="zh-CN"/>
              <a:t>while(1)</a:t>
            </a:r>
            <a:endParaRPr lang="en-US" altLang="zh-CN"/>
          </a:p>
          <a:p>
            <a:r>
              <a:rPr lang="en-US" altLang="zh-CN"/>
              <a:t>       {</a:t>
            </a:r>
            <a:endParaRPr lang="en-US" altLang="zh-CN"/>
          </a:p>
          <a:p>
            <a:r>
              <a:rPr lang="en-US" altLang="zh-CN"/>
              <a:t>               /* </a:t>
            </a:r>
            <a:r>
              <a:rPr lang="zh-CN" altLang="zh-CN"/>
              <a:t>等待事件的发生</a:t>
            </a:r>
            <a:r>
              <a:rPr lang="en-US" altLang="zh-CN"/>
              <a:t>*/              </a:t>
            </a:r>
            <a:endParaRPr lang="en-US" altLang="zh-CN"/>
          </a:p>
          <a:p>
            <a:r>
              <a:rPr lang="en-US" altLang="zh-CN"/>
              <a:t>                     .</a:t>
            </a:r>
            <a:endParaRPr lang="en-US" altLang="zh-CN"/>
          </a:p>
          <a:p>
            <a:r>
              <a:rPr lang="en-US" altLang="zh-CN"/>
              <a:t>                     .</a:t>
            </a:r>
            <a:endParaRPr lang="en-US" altLang="zh-CN"/>
          </a:p>
          <a:p>
            <a:r>
              <a:rPr lang="en-US" altLang="zh-CN"/>
              <a:t>         </a:t>
            </a:r>
            <a:r>
              <a:rPr lang="en-US" altLang="zh-CN">
                <a:sym typeface="+mn-ea"/>
              </a:rPr>
              <a:t>      /* </a:t>
            </a:r>
            <a:r>
              <a:rPr lang="zh-CN" altLang="zh-CN">
                <a:sym typeface="+mn-ea"/>
              </a:rPr>
              <a:t>处理事件</a:t>
            </a:r>
            <a:r>
              <a:rPr lang="en-US" altLang="zh-CN">
                <a:sym typeface="+mn-ea"/>
              </a:rPr>
              <a:t>*/ </a:t>
            </a:r>
            <a:r>
              <a:rPr lang="en-US" altLang="zh-CN"/>
              <a:t>   </a:t>
            </a:r>
            <a:endParaRPr lang="en-US" altLang="zh-CN"/>
          </a:p>
          <a:p>
            <a:r>
              <a:rPr lang="en-US" altLang="zh-CN"/>
              <a:t>      }    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  <a:p>
            <a:r>
              <a:rPr lang="zh-CN" altLang="en-US"/>
              <a:t>                   </a:t>
            </a:r>
            <a:r>
              <a:rPr lang="zh-CN" altLang="en-US">
                <a:solidFill>
                  <a:schemeClr val="tx2"/>
                </a:solidFill>
              </a:rPr>
              <a:t>无限循环结构</a:t>
            </a: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69380" y="2755265"/>
            <a:ext cx="355536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void </a:t>
            </a:r>
            <a:r>
              <a:rPr lang="zh-CN" altLang="en-US">
                <a:solidFill>
                  <a:schemeClr val="accent1"/>
                </a:solidFill>
              </a:rPr>
              <a:t>thread_entry</a:t>
            </a:r>
            <a:r>
              <a:rPr lang="zh-CN" altLang="en-US"/>
              <a:t>(void *parameter)</a:t>
            </a:r>
            <a:endParaRPr lang="zh-CN" altLang="en-US"/>
          </a:p>
          <a:p>
            <a:r>
              <a:rPr lang="zh-CN" altLang="en-US"/>
              <a:t>{</a:t>
            </a:r>
            <a:endParaRPr lang="zh-CN" altLang="en-US"/>
          </a:p>
          <a:p>
            <a:r>
              <a:rPr lang="zh-CN" altLang="en-US"/>
              <a:t>      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/* </a:t>
            </a:r>
            <a:r>
              <a:rPr lang="zh-CN" altLang="en-US">
                <a:sym typeface="+mn-ea"/>
              </a:rPr>
              <a:t>事务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处理</a:t>
            </a:r>
            <a:r>
              <a:rPr lang="en-US" altLang="zh-CN">
                <a:sym typeface="+mn-ea"/>
              </a:rPr>
              <a:t>*/ 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/* </a:t>
            </a:r>
            <a:r>
              <a:rPr lang="zh-CN" altLang="en-US">
                <a:sym typeface="+mn-ea"/>
              </a:rPr>
              <a:t>事务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处理</a:t>
            </a:r>
            <a:r>
              <a:rPr lang="en-US" altLang="zh-CN">
                <a:sym typeface="+mn-ea"/>
              </a:rPr>
              <a:t>*/             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        .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     .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/* </a:t>
            </a:r>
            <a:r>
              <a:rPr lang="zh-CN" altLang="en-US">
                <a:sym typeface="+mn-ea"/>
              </a:rPr>
              <a:t>事务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处理</a:t>
            </a:r>
            <a:r>
              <a:rPr lang="en-US" altLang="zh-CN">
                <a:sym typeface="+mn-ea"/>
              </a:rPr>
              <a:t>*/ </a:t>
            </a:r>
            <a:endParaRPr lang="en-US" altLang="zh-CN">
              <a:sym typeface="+mn-ea"/>
            </a:endParaRPr>
          </a:p>
          <a:p>
            <a:r>
              <a:rPr lang="zh-CN" altLang="en-US"/>
              <a:t>}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        </a:t>
            </a:r>
            <a:r>
              <a:rPr lang="zh-CN" altLang="en-US">
                <a:solidFill>
                  <a:schemeClr val="tx2"/>
                </a:solidFill>
              </a:rPr>
              <a:t> 顺序执行结构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线程组成</a:t>
            </a:r>
            <a:endParaRPr lang="zh-CN" altLang="en-US"/>
          </a:p>
        </p:txBody>
      </p:sp>
      <p:sp>
        <p:nvSpPr>
          <p:cNvPr id="5" name="ïṥḻiḋè"/>
          <p:cNvSpPr txBox="1"/>
          <p:nvPr/>
        </p:nvSpPr>
        <p:spPr>
          <a:xfrm>
            <a:off x="713740" y="1585595"/>
            <a:ext cx="623633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线程控制块 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1540" y="2659380"/>
            <a:ext cx="100628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zh-CN" altLang="en-US"/>
              <a:t>线程控制块是操作系统用于管理线程的一个数据结构， 它会存放线程的一些信息， 例如优先级、 线程名称、 线程状态等， 也包含线程与线程之间连接用的链表结构， 线程等待事件集合等。      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chemeClr val="tx2"/>
                </a:solidFill>
                <a:sym typeface="+mn-ea"/>
              </a:rPr>
              <a:t>struct rt_thread</a:t>
            </a:r>
            <a:r>
              <a:rPr lang="zh-CN" altLang="en-US"/>
              <a:t> </a:t>
            </a:r>
            <a:endParaRPr lang="en-US" altLang="zh-CN"/>
          </a:p>
          <a:p>
            <a:r>
              <a:rPr lang="zh-CN" altLang="en-US">
                <a:solidFill>
                  <a:schemeClr val="tx2"/>
                </a:solidFill>
              </a:rPr>
              <a:t>struct rt_thread *rt_thread_t</a:t>
            </a:r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线程组成</a:t>
            </a:r>
            <a:endParaRPr lang="zh-CN" altLang="en-US"/>
          </a:p>
        </p:txBody>
      </p:sp>
      <p:sp>
        <p:nvSpPr>
          <p:cNvPr id="5" name="ïṥḻiḋè"/>
          <p:cNvSpPr txBox="1"/>
          <p:nvPr/>
        </p:nvSpPr>
        <p:spPr>
          <a:xfrm>
            <a:off x="713740" y="1585595"/>
            <a:ext cx="623633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线程栈 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2015" y="2245360"/>
            <a:ext cx="1014476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</a:t>
            </a:r>
            <a:r>
              <a:rPr lang="zh-CN" altLang="en-US"/>
              <a:t>RT</a:t>
            </a:r>
            <a:r>
              <a:rPr lang="en-US" altLang="zh-CN"/>
              <a:t>-</a:t>
            </a:r>
            <a:r>
              <a:rPr lang="zh-CN" altLang="en-US"/>
              <a:t>Thread 每个线程都具有独立的栈空间， 当进行线程切换时， 系统会将当前线程的上下文保存在线程栈中， 当线程要恢复运行时， 再从线程栈中读取上下文信息， 恢复线程的运行。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线程上下文是指线程执行时的环境，具体来说就是各个变量和数据包括所有寄存器变量、堆栈信息、内存信息等。</a:t>
            </a:r>
            <a:endParaRPr lang="zh-CN" altLang="en-US"/>
          </a:p>
          <a:p>
            <a:r>
              <a:rPr lang="zh-CN" altLang="en-US"/>
              <a:t>          </a:t>
            </a:r>
            <a:endParaRPr lang="zh-CN" altLang="en-US"/>
          </a:p>
          <a:p>
            <a:r>
              <a:rPr lang="zh-CN" altLang="en-US"/>
              <a:t>         线程栈在形式上是一段连续的内存空间 ，我们可以通过定义一个数组或者申请一段动态内存来作为线程的栈。 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      </a:t>
            </a:r>
            <a:endParaRPr lang="zh-CN" altLang="en-US"/>
          </a:p>
          <a:p>
            <a:endParaRPr lang="zh-CN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线程创建</a:t>
            </a:r>
            <a:endParaRPr lang="zh-CN" altLang="en-US"/>
          </a:p>
        </p:txBody>
      </p:sp>
      <p:sp>
        <p:nvSpPr>
          <p:cNvPr id="5" name="ïṥḻiḋè"/>
          <p:cNvSpPr txBox="1"/>
          <p:nvPr/>
        </p:nvSpPr>
        <p:spPr>
          <a:xfrm>
            <a:off x="713740" y="1585595"/>
            <a:ext cx="623633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创建线程 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3740" y="2275840"/>
            <a:ext cx="101447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</a:t>
            </a:r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  <a:p>
            <a:r>
              <a:rPr lang="zh-CN" altLang="en-US"/>
              <a:t>        </a:t>
            </a:r>
            <a:endParaRPr lang="zh-CN" altLang="en-US"/>
          </a:p>
          <a:p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5860" y="2121535"/>
            <a:ext cx="49949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rt_thread_init</a:t>
            </a:r>
            <a:r>
              <a:rPr lang="zh-CN" altLang="en-US"/>
              <a:t>(</a:t>
            </a:r>
            <a:r>
              <a:rPr lang="zh-CN" altLang="en-US">
                <a:solidFill>
                  <a:srgbClr val="FF0000"/>
                </a:solidFill>
              </a:rPr>
              <a:t>struct rt_thread</a:t>
            </a:r>
            <a:r>
              <a:rPr lang="zh-CN" altLang="en-US"/>
              <a:t> *thread,</a:t>
            </a:r>
            <a:endParaRPr lang="zh-CN" altLang="en-US"/>
          </a:p>
          <a:p>
            <a:r>
              <a:rPr lang="zh-CN" altLang="en-US"/>
              <a:t>                        const char       *name,</a:t>
            </a:r>
            <a:endParaRPr lang="zh-CN" altLang="en-US"/>
          </a:p>
          <a:p>
            <a:r>
              <a:rPr lang="zh-CN" altLang="en-US"/>
              <a:t>                        void </a:t>
            </a:r>
            <a:r>
              <a:rPr lang="zh-CN" altLang="en-US">
                <a:solidFill>
                  <a:srgbClr val="FF0000"/>
                </a:solidFill>
              </a:rPr>
              <a:t>(*entry)</a:t>
            </a:r>
            <a:r>
              <a:rPr lang="zh-CN" altLang="en-US"/>
              <a:t>(void *parameter),</a:t>
            </a:r>
            <a:endParaRPr lang="zh-CN" altLang="en-US"/>
          </a:p>
          <a:p>
            <a:r>
              <a:rPr lang="zh-CN" altLang="en-US"/>
              <a:t>                        void             *parameter,</a:t>
            </a:r>
            <a:endParaRPr lang="zh-CN" altLang="en-US"/>
          </a:p>
          <a:p>
            <a:r>
              <a:rPr lang="zh-CN" altLang="en-US"/>
              <a:t>                        void             *</a:t>
            </a:r>
            <a:r>
              <a:rPr lang="zh-CN" altLang="en-US">
                <a:solidFill>
                  <a:srgbClr val="FF0000"/>
                </a:solidFill>
              </a:rPr>
              <a:t>stack_start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                      rt_uint32_t       stack_size,</a:t>
            </a:r>
            <a:endParaRPr lang="zh-CN" altLang="en-US"/>
          </a:p>
          <a:p>
            <a:r>
              <a:rPr lang="zh-CN" altLang="en-US"/>
              <a:t>                        rt_uint8_t        </a:t>
            </a:r>
            <a:r>
              <a:rPr lang="zh-CN" altLang="en-US">
                <a:solidFill>
                  <a:srgbClr val="0070C0"/>
                </a:solidFill>
              </a:rPr>
              <a:t>priority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                      rt_uint32_t       </a:t>
            </a:r>
            <a:r>
              <a:rPr lang="zh-CN" altLang="en-US">
                <a:solidFill>
                  <a:srgbClr val="0070C0"/>
                </a:solidFill>
              </a:rPr>
              <a:t>tick</a:t>
            </a:r>
            <a:r>
              <a:rPr lang="zh-CN" altLang="en-US"/>
              <a:t>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                创建静态线程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36055" y="2121535"/>
            <a:ext cx="51949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rt_thread_t</a:t>
            </a:r>
            <a:r>
              <a:rPr lang="zh-CN" altLang="en-US"/>
              <a:t> </a:t>
            </a:r>
            <a:r>
              <a:rPr lang="zh-CN" altLang="en-US">
                <a:solidFill>
                  <a:schemeClr val="tx2"/>
                </a:solidFill>
              </a:rPr>
              <a:t>rt_thread_create</a:t>
            </a:r>
            <a:r>
              <a:rPr lang="zh-CN" altLang="en-US"/>
              <a:t>(const char *name,</a:t>
            </a:r>
            <a:endParaRPr lang="zh-CN" altLang="en-US"/>
          </a:p>
          <a:p>
            <a:r>
              <a:rPr lang="zh-CN" altLang="en-US"/>
              <a:t>                             </a:t>
            </a:r>
            <a:r>
              <a:rPr lang="zh-CN" altLang="en-US">
                <a:solidFill>
                  <a:srgbClr val="FF0000"/>
                </a:solidFill>
              </a:rPr>
              <a:t>void (*entry)</a:t>
            </a:r>
            <a:r>
              <a:rPr lang="zh-CN" altLang="en-US"/>
              <a:t>(void *parameter),</a:t>
            </a:r>
            <a:endParaRPr lang="zh-CN" altLang="en-US"/>
          </a:p>
          <a:p>
            <a:r>
              <a:rPr lang="zh-CN" altLang="en-US"/>
              <a:t>                             void       *parameter,</a:t>
            </a:r>
            <a:endParaRPr lang="zh-CN" altLang="en-US"/>
          </a:p>
          <a:p>
            <a:r>
              <a:rPr lang="zh-CN" altLang="en-US"/>
              <a:t>                             rt_uint32_t</a:t>
            </a:r>
            <a:r>
              <a:rPr lang="zh-CN" altLang="en-US">
                <a:solidFill>
                  <a:srgbClr val="FF0000"/>
                </a:solidFill>
              </a:rPr>
              <a:t> stack_size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                           rt_uint8_t  </a:t>
            </a:r>
            <a:r>
              <a:rPr lang="zh-CN" altLang="en-US">
                <a:solidFill>
                  <a:srgbClr val="0070C0"/>
                </a:solidFill>
              </a:rPr>
              <a:t>priority</a:t>
            </a:r>
            <a:r>
              <a:rPr lang="zh-CN" altLang="en-US"/>
              <a:t>,</a:t>
            </a:r>
            <a:endParaRPr lang="zh-CN" altLang="en-US"/>
          </a:p>
          <a:p>
            <a:r>
              <a:rPr lang="zh-CN" altLang="en-US"/>
              <a:t>                             rt_uint32_t </a:t>
            </a:r>
            <a:r>
              <a:rPr lang="zh-CN" altLang="en-US">
                <a:solidFill>
                  <a:srgbClr val="0070C0"/>
                </a:solidFill>
              </a:rPr>
              <a:t>tick</a:t>
            </a:r>
            <a:r>
              <a:rPr lang="zh-CN" altLang="en-US"/>
              <a:t>)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                    创建动态线程</a:t>
            </a:r>
            <a:endParaRPr lang="zh-CN" altLang="en-US"/>
          </a:p>
        </p:txBody>
      </p:sp>
      <p:sp>
        <p:nvSpPr>
          <p:cNvPr id="6" name="ïṥḻiḋè"/>
          <p:cNvSpPr txBox="1"/>
          <p:nvPr/>
        </p:nvSpPr>
        <p:spPr>
          <a:xfrm>
            <a:off x="713740" y="5128895"/>
            <a:ext cx="623633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marL="342900" indent="-342900" algn="l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启动线程 </a:t>
            </a:r>
            <a:endParaRPr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9210" y="5661660"/>
            <a:ext cx="67551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rt_thread_startup</a:t>
            </a:r>
            <a:r>
              <a:rPr lang="zh-CN" altLang="en-US"/>
              <a:t>(rt_thread_t thread)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调用此函数后创建的线程会被加入到线程的就绪队列，执行调度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静态线程</a:t>
            </a:r>
            <a:r>
              <a:rPr lang="en-US" altLang="zh-CN"/>
              <a:t>VS</a:t>
            </a:r>
            <a:r>
              <a:rPr lang="zh-CN" altLang="en-US"/>
              <a:t>动态线程</a:t>
            </a:r>
            <a:endParaRPr lang="zh-CN" altLang="en-US"/>
          </a:p>
        </p:txBody>
      </p:sp>
      <p:grpSp>
        <p:nvGrpSpPr>
          <p:cNvPr id="3" name="08711b99-5076-42ab-8052-9c6e5b89f4e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65150" y="1647192"/>
            <a:ext cx="11349396" cy="4518112"/>
            <a:chOff x="365150" y="1308654"/>
            <a:chExt cx="11349396" cy="4518112"/>
          </a:xfrm>
        </p:grpSpPr>
        <p:sp>
          <p:nvSpPr>
            <p:cNvPr id="4" name="íşlíḑê"/>
            <p:cNvSpPr/>
            <p:nvPr/>
          </p:nvSpPr>
          <p:spPr>
            <a:xfrm flipH="1" flipV="1">
              <a:off x="3975654" y="1586073"/>
              <a:ext cx="4240694" cy="4240693"/>
            </a:xfrm>
            <a:prstGeom prst="arc">
              <a:avLst>
                <a:gd name="adj1" fmla="val 12136914"/>
                <a:gd name="adj2" fmla="val 20239707"/>
              </a:avLst>
            </a:prstGeom>
            <a:ln w="1905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5" name="îşļîḋe"/>
            <p:cNvGrpSpPr/>
            <p:nvPr/>
          </p:nvGrpSpPr>
          <p:grpSpPr>
            <a:xfrm>
              <a:off x="365150" y="1308654"/>
              <a:ext cx="11349396" cy="4240693"/>
              <a:chOff x="365150" y="1586073"/>
              <a:chExt cx="11349396" cy="4240693"/>
            </a:xfrm>
          </p:grpSpPr>
          <p:sp>
            <p:nvSpPr>
              <p:cNvPr id="6" name="íṥļïḍè"/>
              <p:cNvSpPr/>
              <p:nvPr/>
            </p:nvSpPr>
            <p:spPr>
              <a:xfrm>
                <a:off x="4535521" y="2145942"/>
                <a:ext cx="3120960" cy="3120955"/>
              </a:xfrm>
              <a:prstGeom prst="ellipse">
                <a:avLst/>
              </a:pr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bIns="360000" anchor="b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iṡ1ïḓè"/>
              <p:cNvSpPr/>
              <p:nvPr/>
            </p:nvSpPr>
            <p:spPr>
              <a:xfrm>
                <a:off x="3301042" y="2896402"/>
                <a:ext cx="1620039" cy="1620036"/>
              </a:xfrm>
              <a:prstGeom prst="ellipse">
                <a:avLst/>
              </a:prstGeom>
              <a:solidFill>
                <a:schemeClr val="accent2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8" name="íṡḻíḋe"/>
              <p:cNvSpPr/>
              <p:nvPr/>
            </p:nvSpPr>
            <p:spPr>
              <a:xfrm>
                <a:off x="7270920" y="2896402"/>
                <a:ext cx="1620039" cy="1620036"/>
              </a:xfrm>
              <a:prstGeom prst="ellipse">
                <a:avLst/>
              </a:prstGeom>
              <a:solidFill>
                <a:schemeClr val="accent3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îṡḷiḋe"/>
              <p:cNvSpPr/>
              <p:nvPr/>
            </p:nvSpPr>
            <p:spPr>
              <a:xfrm>
                <a:off x="3975654" y="1586073"/>
                <a:ext cx="4240694" cy="4240693"/>
              </a:xfrm>
              <a:prstGeom prst="arc">
                <a:avLst>
                  <a:gd name="adj1" fmla="val 12136914"/>
                  <a:gd name="adj2" fmla="val 20239707"/>
                </a:avLst>
              </a:prstGeom>
              <a:ln w="19050">
                <a:solidFill>
                  <a:schemeClr val="bg1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" name="íṡļïďé"/>
              <p:cNvSpPr/>
              <p:nvPr/>
            </p:nvSpPr>
            <p:spPr bwMode="auto">
              <a:xfrm>
                <a:off x="3792393" y="3441049"/>
                <a:ext cx="637337" cy="530742"/>
              </a:xfrm>
              <a:custGeom>
                <a:avLst/>
                <a:gdLst>
                  <a:gd name="T0" fmla="*/ 1028 w 1149"/>
                  <a:gd name="T1" fmla="*/ 541 h 955"/>
                  <a:gd name="T2" fmla="*/ 1044 w 1149"/>
                  <a:gd name="T3" fmla="*/ 661 h 955"/>
                  <a:gd name="T4" fmla="*/ 1005 w 1149"/>
                  <a:gd name="T5" fmla="*/ 753 h 955"/>
                  <a:gd name="T6" fmla="*/ 915 w 1149"/>
                  <a:gd name="T7" fmla="*/ 813 h 955"/>
                  <a:gd name="T8" fmla="*/ 862 w 1149"/>
                  <a:gd name="T9" fmla="*/ 882 h 955"/>
                  <a:gd name="T10" fmla="*/ 786 w 1149"/>
                  <a:gd name="T11" fmla="*/ 926 h 955"/>
                  <a:gd name="T12" fmla="*/ 670 w 1149"/>
                  <a:gd name="T13" fmla="*/ 944 h 955"/>
                  <a:gd name="T14" fmla="*/ 702 w 1149"/>
                  <a:gd name="T15" fmla="*/ 895 h 955"/>
                  <a:gd name="T16" fmla="*/ 752 w 1149"/>
                  <a:gd name="T17" fmla="*/ 876 h 955"/>
                  <a:gd name="T18" fmla="*/ 670 w 1149"/>
                  <a:gd name="T19" fmla="*/ 761 h 955"/>
                  <a:gd name="T20" fmla="*/ 793 w 1149"/>
                  <a:gd name="T21" fmla="*/ 816 h 955"/>
                  <a:gd name="T22" fmla="*/ 854 w 1149"/>
                  <a:gd name="T23" fmla="*/ 819 h 955"/>
                  <a:gd name="T24" fmla="*/ 754 w 1149"/>
                  <a:gd name="T25" fmla="*/ 707 h 955"/>
                  <a:gd name="T26" fmla="*/ 767 w 1149"/>
                  <a:gd name="T27" fmla="*/ 662 h 955"/>
                  <a:gd name="T28" fmla="*/ 909 w 1149"/>
                  <a:gd name="T29" fmla="*/ 755 h 955"/>
                  <a:gd name="T30" fmla="*/ 948 w 1149"/>
                  <a:gd name="T31" fmla="*/ 714 h 955"/>
                  <a:gd name="T32" fmla="*/ 813 w 1149"/>
                  <a:gd name="T33" fmla="*/ 581 h 955"/>
                  <a:gd name="T34" fmla="*/ 858 w 1149"/>
                  <a:gd name="T35" fmla="*/ 566 h 955"/>
                  <a:gd name="T36" fmla="*/ 998 w 1149"/>
                  <a:gd name="T37" fmla="*/ 628 h 955"/>
                  <a:gd name="T38" fmla="*/ 683 w 1149"/>
                  <a:gd name="T39" fmla="*/ 301 h 955"/>
                  <a:gd name="T40" fmla="*/ 730 w 1149"/>
                  <a:gd name="T41" fmla="*/ 285 h 955"/>
                  <a:gd name="T42" fmla="*/ 97 w 1149"/>
                  <a:gd name="T43" fmla="*/ 439 h 955"/>
                  <a:gd name="T44" fmla="*/ 0 w 1149"/>
                  <a:gd name="T45" fmla="*/ 254 h 955"/>
                  <a:gd name="T46" fmla="*/ 174 w 1149"/>
                  <a:gd name="T47" fmla="*/ 32 h 955"/>
                  <a:gd name="T48" fmla="*/ 260 w 1149"/>
                  <a:gd name="T49" fmla="*/ 2 h 955"/>
                  <a:gd name="T50" fmla="*/ 362 w 1149"/>
                  <a:gd name="T51" fmla="*/ 59 h 955"/>
                  <a:gd name="T52" fmla="*/ 525 w 1149"/>
                  <a:gd name="T53" fmla="*/ 40 h 955"/>
                  <a:gd name="T54" fmla="*/ 338 w 1149"/>
                  <a:gd name="T55" fmla="*/ 112 h 955"/>
                  <a:gd name="T56" fmla="*/ 233 w 1149"/>
                  <a:gd name="T57" fmla="*/ 59 h 955"/>
                  <a:gd name="T58" fmla="*/ 60 w 1149"/>
                  <a:gd name="T59" fmla="*/ 267 h 955"/>
                  <a:gd name="T60" fmla="*/ 143 w 1149"/>
                  <a:gd name="T61" fmla="*/ 367 h 955"/>
                  <a:gd name="T62" fmla="*/ 149 w 1149"/>
                  <a:gd name="T63" fmla="*/ 500 h 955"/>
                  <a:gd name="T64" fmla="*/ 538 w 1149"/>
                  <a:gd name="T65" fmla="*/ 788 h 955"/>
                  <a:gd name="T66" fmla="*/ 512 w 1149"/>
                  <a:gd name="T67" fmla="*/ 773 h 955"/>
                  <a:gd name="T68" fmla="*/ 456 w 1149"/>
                  <a:gd name="T69" fmla="*/ 707 h 955"/>
                  <a:gd name="T70" fmla="*/ 394 w 1149"/>
                  <a:gd name="T71" fmla="*/ 710 h 955"/>
                  <a:gd name="T72" fmla="*/ 370 w 1149"/>
                  <a:gd name="T73" fmla="*/ 642 h 955"/>
                  <a:gd name="T74" fmla="*/ 295 w 1149"/>
                  <a:gd name="T75" fmla="*/ 627 h 955"/>
                  <a:gd name="T76" fmla="*/ 283 w 1149"/>
                  <a:gd name="T77" fmla="*/ 546 h 955"/>
                  <a:gd name="T78" fmla="*/ 195 w 1149"/>
                  <a:gd name="T79" fmla="*/ 527 h 955"/>
                  <a:gd name="T80" fmla="*/ 135 w 1149"/>
                  <a:gd name="T81" fmla="*/ 607 h 955"/>
                  <a:gd name="T82" fmla="*/ 174 w 1149"/>
                  <a:gd name="T83" fmla="*/ 681 h 955"/>
                  <a:gd name="T84" fmla="*/ 230 w 1149"/>
                  <a:gd name="T85" fmla="*/ 692 h 955"/>
                  <a:gd name="T86" fmla="*/ 239 w 1149"/>
                  <a:gd name="T87" fmla="*/ 794 h 955"/>
                  <a:gd name="T88" fmla="*/ 341 w 1149"/>
                  <a:gd name="T89" fmla="*/ 789 h 955"/>
                  <a:gd name="T90" fmla="*/ 358 w 1149"/>
                  <a:gd name="T91" fmla="*/ 843 h 955"/>
                  <a:gd name="T92" fmla="*/ 458 w 1149"/>
                  <a:gd name="T93" fmla="*/ 862 h 955"/>
                  <a:gd name="T94" fmla="*/ 478 w 1149"/>
                  <a:gd name="T95" fmla="*/ 883 h 955"/>
                  <a:gd name="T96" fmla="*/ 540 w 1149"/>
                  <a:gd name="T97" fmla="*/ 937 h 955"/>
                  <a:gd name="T98" fmla="*/ 618 w 1149"/>
                  <a:gd name="T99" fmla="*/ 894 h 955"/>
                  <a:gd name="T100" fmla="*/ 602 w 1149"/>
                  <a:gd name="T101" fmla="*/ 804 h 955"/>
                  <a:gd name="T102" fmla="*/ 1035 w 1149"/>
                  <a:gd name="T103" fmla="*/ 442 h 955"/>
                  <a:gd name="T104" fmla="*/ 1090 w 1149"/>
                  <a:gd name="T105" fmla="*/ 313 h 955"/>
                  <a:gd name="T106" fmla="*/ 1130 w 1149"/>
                  <a:gd name="T107" fmla="*/ 172 h 955"/>
                  <a:gd name="T108" fmla="*/ 864 w 1149"/>
                  <a:gd name="T109" fmla="*/ 42 h 955"/>
                  <a:gd name="T110" fmla="*/ 685 w 1149"/>
                  <a:gd name="T111" fmla="*/ 43 h 955"/>
                  <a:gd name="T112" fmla="*/ 333 w 1149"/>
                  <a:gd name="T113" fmla="*/ 247 h 955"/>
                  <a:gd name="T114" fmla="*/ 358 w 1149"/>
                  <a:gd name="T115" fmla="*/ 338 h 955"/>
                  <a:gd name="T116" fmla="*/ 609 w 1149"/>
                  <a:gd name="T117" fmla="*/ 222 h 955"/>
                  <a:gd name="T118" fmla="*/ 713 w 1149"/>
                  <a:gd name="T119" fmla="*/ 240 h 955"/>
                  <a:gd name="T120" fmla="*/ 797 w 1149"/>
                  <a:gd name="T121" fmla="*/ 256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49" h="955">
                    <a:moveTo>
                      <a:pt x="748" y="284"/>
                    </a:moveTo>
                    <a:lnTo>
                      <a:pt x="748" y="284"/>
                    </a:lnTo>
                    <a:lnTo>
                      <a:pt x="852" y="378"/>
                    </a:lnTo>
                    <a:lnTo>
                      <a:pt x="903" y="424"/>
                    </a:lnTo>
                    <a:lnTo>
                      <a:pt x="954" y="473"/>
                    </a:lnTo>
                    <a:lnTo>
                      <a:pt x="954" y="473"/>
                    </a:lnTo>
                    <a:lnTo>
                      <a:pt x="961" y="478"/>
                    </a:lnTo>
                    <a:lnTo>
                      <a:pt x="968" y="484"/>
                    </a:lnTo>
                    <a:lnTo>
                      <a:pt x="1006" y="518"/>
                    </a:lnTo>
                    <a:lnTo>
                      <a:pt x="1028" y="541"/>
                    </a:lnTo>
                    <a:lnTo>
                      <a:pt x="1028" y="541"/>
                    </a:lnTo>
                    <a:lnTo>
                      <a:pt x="1037" y="552"/>
                    </a:lnTo>
                    <a:lnTo>
                      <a:pt x="1044" y="562"/>
                    </a:lnTo>
                    <a:lnTo>
                      <a:pt x="1050" y="573"/>
                    </a:lnTo>
                    <a:lnTo>
                      <a:pt x="1054" y="585"/>
                    </a:lnTo>
                    <a:lnTo>
                      <a:pt x="1057" y="596"/>
                    </a:lnTo>
                    <a:lnTo>
                      <a:pt x="1057" y="607"/>
                    </a:lnTo>
                    <a:lnTo>
                      <a:pt x="1057" y="618"/>
                    </a:lnTo>
                    <a:lnTo>
                      <a:pt x="1056" y="630"/>
                    </a:lnTo>
                    <a:lnTo>
                      <a:pt x="1054" y="641"/>
                    </a:lnTo>
                    <a:lnTo>
                      <a:pt x="1049" y="651"/>
                    </a:lnTo>
                    <a:lnTo>
                      <a:pt x="1044" y="661"/>
                    </a:lnTo>
                    <a:lnTo>
                      <a:pt x="1038" y="671"/>
                    </a:lnTo>
                    <a:lnTo>
                      <a:pt x="1030" y="679"/>
                    </a:lnTo>
                    <a:lnTo>
                      <a:pt x="1022" y="686"/>
                    </a:lnTo>
                    <a:lnTo>
                      <a:pt x="1013" y="692"/>
                    </a:lnTo>
                    <a:lnTo>
                      <a:pt x="1003" y="697"/>
                    </a:lnTo>
                    <a:lnTo>
                      <a:pt x="1003" y="697"/>
                    </a:lnTo>
                    <a:lnTo>
                      <a:pt x="1006" y="709"/>
                    </a:lnTo>
                    <a:lnTo>
                      <a:pt x="1009" y="720"/>
                    </a:lnTo>
                    <a:lnTo>
                      <a:pt x="1009" y="731"/>
                    </a:lnTo>
                    <a:lnTo>
                      <a:pt x="1008" y="742"/>
                    </a:lnTo>
                    <a:lnTo>
                      <a:pt x="1005" y="753"/>
                    </a:lnTo>
                    <a:lnTo>
                      <a:pt x="1002" y="762"/>
                    </a:lnTo>
                    <a:lnTo>
                      <a:pt x="997" y="772"/>
                    </a:lnTo>
                    <a:lnTo>
                      <a:pt x="991" y="780"/>
                    </a:lnTo>
                    <a:lnTo>
                      <a:pt x="984" y="787"/>
                    </a:lnTo>
                    <a:lnTo>
                      <a:pt x="977" y="794"/>
                    </a:lnTo>
                    <a:lnTo>
                      <a:pt x="967" y="800"/>
                    </a:lnTo>
                    <a:lnTo>
                      <a:pt x="958" y="806"/>
                    </a:lnTo>
                    <a:lnTo>
                      <a:pt x="948" y="810"/>
                    </a:lnTo>
                    <a:lnTo>
                      <a:pt x="937" y="812"/>
                    </a:lnTo>
                    <a:lnTo>
                      <a:pt x="927" y="813"/>
                    </a:lnTo>
                    <a:lnTo>
                      <a:pt x="915" y="813"/>
                    </a:lnTo>
                    <a:lnTo>
                      <a:pt x="915" y="813"/>
                    </a:lnTo>
                    <a:lnTo>
                      <a:pt x="914" y="823"/>
                    </a:lnTo>
                    <a:lnTo>
                      <a:pt x="911" y="832"/>
                    </a:lnTo>
                    <a:lnTo>
                      <a:pt x="908" y="841"/>
                    </a:lnTo>
                    <a:lnTo>
                      <a:pt x="903" y="849"/>
                    </a:lnTo>
                    <a:lnTo>
                      <a:pt x="898" y="856"/>
                    </a:lnTo>
                    <a:lnTo>
                      <a:pt x="892" y="862"/>
                    </a:lnTo>
                    <a:lnTo>
                      <a:pt x="885" y="869"/>
                    </a:lnTo>
                    <a:lnTo>
                      <a:pt x="878" y="874"/>
                    </a:lnTo>
                    <a:lnTo>
                      <a:pt x="871" y="879"/>
                    </a:lnTo>
                    <a:lnTo>
                      <a:pt x="862" y="882"/>
                    </a:lnTo>
                    <a:lnTo>
                      <a:pt x="854" y="886"/>
                    </a:lnTo>
                    <a:lnTo>
                      <a:pt x="846" y="888"/>
                    </a:lnTo>
                    <a:lnTo>
                      <a:pt x="836" y="889"/>
                    </a:lnTo>
                    <a:lnTo>
                      <a:pt x="827" y="889"/>
                    </a:lnTo>
                    <a:lnTo>
                      <a:pt x="817" y="888"/>
                    </a:lnTo>
                    <a:lnTo>
                      <a:pt x="808" y="887"/>
                    </a:lnTo>
                    <a:lnTo>
                      <a:pt x="808" y="887"/>
                    </a:lnTo>
                    <a:lnTo>
                      <a:pt x="804" y="898"/>
                    </a:lnTo>
                    <a:lnTo>
                      <a:pt x="799" y="908"/>
                    </a:lnTo>
                    <a:lnTo>
                      <a:pt x="793" y="918"/>
                    </a:lnTo>
                    <a:lnTo>
                      <a:pt x="786" y="926"/>
                    </a:lnTo>
                    <a:lnTo>
                      <a:pt x="778" y="934"/>
                    </a:lnTo>
                    <a:lnTo>
                      <a:pt x="770" y="940"/>
                    </a:lnTo>
                    <a:lnTo>
                      <a:pt x="760" y="945"/>
                    </a:lnTo>
                    <a:lnTo>
                      <a:pt x="750" y="950"/>
                    </a:lnTo>
                    <a:lnTo>
                      <a:pt x="739" y="952"/>
                    </a:lnTo>
                    <a:lnTo>
                      <a:pt x="728" y="955"/>
                    </a:lnTo>
                    <a:lnTo>
                      <a:pt x="716" y="955"/>
                    </a:lnTo>
                    <a:lnTo>
                      <a:pt x="704" y="953"/>
                    </a:lnTo>
                    <a:lnTo>
                      <a:pt x="692" y="952"/>
                    </a:lnTo>
                    <a:lnTo>
                      <a:pt x="681" y="949"/>
                    </a:lnTo>
                    <a:lnTo>
                      <a:pt x="670" y="944"/>
                    </a:lnTo>
                    <a:lnTo>
                      <a:pt x="658" y="938"/>
                    </a:lnTo>
                    <a:lnTo>
                      <a:pt x="650" y="932"/>
                    </a:lnTo>
                    <a:lnTo>
                      <a:pt x="650" y="932"/>
                    </a:lnTo>
                    <a:lnTo>
                      <a:pt x="658" y="920"/>
                    </a:lnTo>
                    <a:lnTo>
                      <a:pt x="664" y="907"/>
                    </a:lnTo>
                    <a:lnTo>
                      <a:pt x="669" y="894"/>
                    </a:lnTo>
                    <a:lnTo>
                      <a:pt x="672" y="880"/>
                    </a:lnTo>
                    <a:lnTo>
                      <a:pt x="672" y="880"/>
                    </a:lnTo>
                    <a:lnTo>
                      <a:pt x="684" y="887"/>
                    </a:lnTo>
                    <a:lnTo>
                      <a:pt x="696" y="893"/>
                    </a:lnTo>
                    <a:lnTo>
                      <a:pt x="702" y="895"/>
                    </a:lnTo>
                    <a:lnTo>
                      <a:pt x="708" y="896"/>
                    </a:lnTo>
                    <a:lnTo>
                      <a:pt x="714" y="898"/>
                    </a:lnTo>
                    <a:lnTo>
                      <a:pt x="721" y="898"/>
                    </a:lnTo>
                    <a:lnTo>
                      <a:pt x="721" y="898"/>
                    </a:lnTo>
                    <a:lnTo>
                      <a:pt x="732" y="895"/>
                    </a:lnTo>
                    <a:lnTo>
                      <a:pt x="740" y="892"/>
                    </a:lnTo>
                    <a:lnTo>
                      <a:pt x="744" y="888"/>
                    </a:lnTo>
                    <a:lnTo>
                      <a:pt x="747" y="885"/>
                    </a:lnTo>
                    <a:lnTo>
                      <a:pt x="750" y="881"/>
                    </a:lnTo>
                    <a:lnTo>
                      <a:pt x="752" y="876"/>
                    </a:lnTo>
                    <a:lnTo>
                      <a:pt x="752" y="876"/>
                    </a:lnTo>
                    <a:lnTo>
                      <a:pt x="753" y="867"/>
                    </a:lnTo>
                    <a:lnTo>
                      <a:pt x="751" y="855"/>
                    </a:lnTo>
                    <a:lnTo>
                      <a:pt x="677" y="795"/>
                    </a:lnTo>
                    <a:lnTo>
                      <a:pt x="677" y="795"/>
                    </a:lnTo>
                    <a:lnTo>
                      <a:pt x="673" y="792"/>
                    </a:lnTo>
                    <a:lnTo>
                      <a:pt x="670" y="787"/>
                    </a:lnTo>
                    <a:lnTo>
                      <a:pt x="667" y="782"/>
                    </a:lnTo>
                    <a:lnTo>
                      <a:pt x="666" y="776"/>
                    </a:lnTo>
                    <a:lnTo>
                      <a:pt x="666" y="772"/>
                    </a:lnTo>
                    <a:lnTo>
                      <a:pt x="667" y="766"/>
                    </a:lnTo>
                    <a:lnTo>
                      <a:pt x="670" y="761"/>
                    </a:lnTo>
                    <a:lnTo>
                      <a:pt x="672" y="756"/>
                    </a:lnTo>
                    <a:lnTo>
                      <a:pt x="672" y="756"/>
                    </a:lnTo>
                    <a:lnTo>
                      <a:pt x="677" y="751"/>
                    </a:lnTo>
                    <a:lnTo>
                      <a:pt x="682" y="749"/>
                    </a:lnTo>
                    <a:lnTo>
                      <a:pt x="686" y="747"/>
                    </a:lnTo>
                    <a:lnTo>
                      <a:pt x="691" y="745"/>
                    </a:lnTo>
                    <a:lnTo>
                      <a:pt x="697" y="745"/>
                    </a:lnTo>
                    <a:lnTo>
                      <a:pt x="702" y="747"/>
                    </a:lnTo>
                    <a:lnTo>
                      <a:pt x="708" y="748"/>
                    </a:lnTo>
                    <a:lnTo>
                      <a:pt x="713" y="751"/>
                    </a:lnTo>
                    <a:lnTo>
                      <a:pt x="793" y="816"/>
                    </a:lnTo>
                    <a:lnTo>
                      <a:pt x="793" y="816"/>
                    </a:lnTo>
                    <a:lnTo>
                      <a:pt x="801" y="821"/>
                    </a:lnTo>
                    <a:lnTo>
                      <a:pt x="808" y="826"/>
                    </a:lnTo>
                    <a:lnTo>
                      <a:pt x="816" y="830"/>
                    </a:lnTo>
                    <a:lnTo>
                      <a:pt x="823" y="831"/>
                    </a:lnTo>
                    <a:lnTo>
                      <a:pt x="829" y="832"/>
                    </a:lnTo>
                    <a:lnTo>
                      <a:pt x="836" y="831"/>
                    </a:lnTo>
                    <a:lnTo>
                      <a:pt x="843" y="829"/>
                    </a:lnTo>
                    <a:lnTo>
                      <a:pt x="849" y="825"/>
                    </a:lnTo>
                    <a:lnTo>
                      <a:pt x="849" y="825"/>
                    </a:lnTo>
                    <a:lnTo>
                      <a:pt x="854" y="819"/>
                    </a:lnTo>
                    <a:lnTo>
                      <a:pt x="858" y="813"/>
                    </a:lnTo>
                    <a:lnTo>
                      <a:pt x="858" y="813"/>
                    </a:lnTo>
                    <a:lnTo>
                      <a:pt x="859" y="806"/>
                    </a:lnTo>
                    <a:lnTo>
                      <a:pt x="860" y="799"/>
                    </a:lnTo>
                    <a:lnTo>
                      <a:pt x="860" y="795"/>
                    </a:lnTo>
                    <a:lnTo>
                      <a:pt x="859" y="792"/>
                    </a:lnTo>
                    <a:lnTo>
                      <a:pt x="857" y="789"/>
                    </a:lnTo>
                    <a:lnTo>
                      <a:pt x="854" y="786"/>
                    </a:lnTo>
                    <a:lnTo>
                      <a:pt x="758" y="711"/>
                    </a:lnTo>
                    <a:lnTo>
                      <a:pt x="758" y="711"/>
                    </a:lnTo>
                    <a:lnTo>
                      <a:pt x="754" y="707"/>
                    </a:lnTo>
                    <a:lnTo>
                      <a:pt x="751" y="703"/>
                    </a:lnTo>
                    <a:lnTo>
                      <a:pt x="748" y="698"/>
                    </a:lnTo>
                    <a:lnTo>
                      <a:pt x="747" y="692"/>
                    </a:lnTo>
                    <a:lnTo>
                      <a:pt x="747" y="687"/>
                    </a:lnTo>
                    <a:lnTo>
                      <a:pt x="748" y="681"/>
                    </a:lnTo>
                    <a:lnTo>
                      <a:pt x="751" y="676"/>
                    </a:lnTo>
                    <a:lnTo>
                      <a:pt x="753" y="672"/>
                    </a:lnTo>
                    <a:lnTo>
                      <a:pt x="753" y="672"/>
                    </a:lnTo>
                    <a:lnTo>
                      <a:pt x="758" y="667"/>
                    </a:lnTo>
                    <a:lnTo>
                      <a:pt x="763" y="665"/>
                    </a:lnTo>
                    <a:lnTo>
                      <a:pt x="767" y="662"/>
                    </a:lnTo>
                    <a:lnTo>
                      <a:pt x="772" y="661"/>
                    </a:lnTo>
                    <a:lnTo>
                      <a:pt x="778" y="661"/>
                    </a:lnTo>
                    <a:lnTo>
                      <a:pt x="783" y="661"/>
                    </a:lnTo>
                    <a:lnTo>
                      <a:pt x="789" y="663"/>
                    </a:lnTo>
                    <a:lnTo>
                      <a:pt x="793" y="667"/>
                    </a:lnTo>
                    <a:lnTo>
                      <a:pt x="893" y="745"/>
                    </a:lnTo>
                    <a:lnTo>
                      <a:pt x="893" y="745"/>
                    </a:lnTo>
                    <a:lnTo>
                      <a:pt x="896" y="747"/>
                    </a:lnTo>
                    <a:lnTo>
                      <a:pt x="896" y="747"/>
                    </a:lnTo>
                    <a:lnTo>
                      <a:pt x="902" y="751"/>
                    </a:lnTo>
                    <a:lnTo>
                      <a:pt x="909" y="755"/>
                    </a:lnTo>
                    <a:lnTo>
                      <a:pt x="916" y="756"/>
                    </a:lnTo>
                    <a:lnTo>
                      <a:pt x="922" y="757"/>
                    </a:lnTo>
                    <a:lnTo>
                      <a:pt x="929" y="756"/>
                    </a:lnTo>
                    <a:lnTo>
                      <a:pt x="935" y="754"/>
                    </a:lnTo>
                    <a:lnTo>
                      <a:pt x="940" y="750"/>
                    </a:lnTo>
                    <a:lnTo>
                      <a:pt x="944" y="747"/>
                    </a:lnTo>
                    <a:lnTo>
                      <a:pt x="948" y="741"/>
                    </a:lnTo>
                    <a:lnTo>
                      <a:pt x="950" y="735"/>
                    </a:lnTo>
                    <a:lnTo>
                      <a:pt x="952" y="729"/>
                    </a:lnTo>
                    <a:lnTo>
                      <a:pt x="950" y="722"/>
                    </a:lnTo>
                    <a:lnTo>
                      <a:pt x="948" y="714"/>
                    </a:lnTo>
                    <a:lnTo>
                      <a:pt x="944" y="706"/>
                    </a:lnTo>
                    <a:lnTo>
                      <a:pt x="937" y="699"/>
                    </a:lnTo>
                    <a:lnTo>
                      <a:pt x="929" y="691"/>
                    </a:lnTo>
                    <a:lnTo>
                      <a:pt x="823" y="611"/>
                    </a:lnTo>
                    <a:lnTo>
                      <a:pt x="823" y="611"/>
                    </a:lnTo>
                    <a:lnTo>
                      <a:pt x="818" y="607"/>
                    </a:lnTo>
                    <a:lnTo>
                      <a:pt x="816" y="603"/>
                    </a:lnTo>
                    <a:lnTo>
                      <a:pt x="814" y="598"/>
                    </a:lnTo>
                    <a:lnTo>
                      <a:pt x="813" y="592"/>
                    </a:lnTo>
                    <a:lnTo>
                      <a:pt x="813" y="587"/>
                    </a:lnTo>
                    <a:lnTo>
                      <a:pt x="813" y="581"/>
                    </a:lnTo>
                    <a:lnTo>
                      <a:pt x="815" y="577"/>
                    </a:lnTo>
                    <a:lnTo>
                      <a:pt x="817" y="572"/>
                    </a:lnTo>
                    <a:lnTo>
                      <a:pt x="817" y="572"/>
                    </a:lnTo>
                    <a:lnTo>
                      <a:pt x="822" y="567"/>
                    </a:lnTo>
                    <a:lnTo>
                      <a:pt x="826" y="564"/>
                    </a:lnTo>
                    <a:lnTo>
                      <a:pt x="832" y="561"/>
                    </a:lnTo>
                    <a:lnTo>
                      <a:pt x="836" y="560"/>
                    </a:lnTo>
                    <a:lnTo>
                      <a:pt x="842" y="560"/>
                    </a:lnTo>
                    <a:lnTo>
                      <a:pt x="847" y="561"/>
                    </a:lnTo>
                    <a:lnTo>
                      <a:pt x="853" y="562"/>
                    </a:lnTo>
                    <a:lnTo>
                      <a:pt x="858" y="566"/>
                    </a:lnTo>
                    <a:lnTo>
                      <a:pt x="962" y="644"/>
                    </a:lnTo>
                    <a:lnTo>
                      <a:pt x="962" y="644"/>
                    </a:lnTo>
                    <a:lnTo>
                      <a:pt x="967" y="647"/>
                    </a:lnTo>
                    <a:lnTo>
                      <a:pt x="971" y="647"/>
                    </a:lnTo>
                    <a:lnTo>
                      <a:pt x="975" y="647"/>
                    </a:lnTo>
                    <a:lnTo>
                      <a:pt x="979" y="646"/>
                    </a:lnTo>
                    <a:lnTo>
                      <a:pt x="984" y="643"/>
                    </a:lnTo>
                    <a:lnTo>
                      <a:pt x="987" y="641"/>
                    </a:lnTo>
                    <a:lnTo>
                      <a:pt x="994" y="634"/>
                    </a:lnTo>
                    <a:lnTo>
                      <a:pt x="994" y="634"/>
                    </a:lnTo>
                    <a:lnTo>
                      <a:pt x="998" y="628"/>
                    </a:lnTo>
                    <a:lnTo>
                      <a:pt x="1000" y="621"/>
                    </a:lnTo>
                    <a:lnTo>
                      <a:pt x="1002" y="615"/>
                    </a:lnTo>
                    <a:lnTo>
                      <a:pt x="1002" y="607"/>
                    </a:lnTo>
                    <a:lnTo>
                      <a:pt x="999" y="600"/>
                    </a:lnTo>
                    <a:lnTo>
                      <a:pt x="997" y="593"/>
                    </a:lnTo>
                    <a:lnTo>
                      <a:pt x="993" y="587"/>
                    </a:lnTo>
                    <a:lnTo>
                      <a:pt x="987" y="581"/>
                    </a:lnTo>
                    <a:lnTo>
                      <a:pt x="966" y="559"/>
                    </a:lnTo>
                    <a:lnTo>
                      <a:pt x="685" y="303"/>
                    </a:lnTo>
                    <a:lnTo>
                      <a:pt x="685" y="303"/>
                    </a:lnTo>
                    <a:lnTo>
                      <a:pt x="683" y="301"/>
                    </a:lnTo>
                    <a:lnTo>
                      <a:pt x="683" y="298"/>
                    </a:lnTo>
                    <a:lnTo>
                      <a:pt x="682" y="296"/>
                    </a:lnTo>
                    <a:lnTo>
                      <a:pt x="683" y="292"/>
                    </a:lnTo>
                    <a:lnTo>
                      <a:pt x="684" y="290"/>
                    </a:lnTo>
                    <a:lnTo>
                      <a:pt x="686" y="289"/>
                    </a:lnTo>
                    <a:lnTo>
                      <a:pt x="689" y="288"/>
                    </a:lnTo>
                    <a:lnTo>
                      <a:pt x="692" y="288"/>
                    </a:lnTo>
                    <a:lnTo>
                      <a:pt x="692" y="288"/>
                    </a:lnTo>
                    <a:lnTo>
                      <a:pt x="706" y="288"/>
                    </a:lnTo>
                    <a:lnTo>
                      <a:pt x="719" y="286"/>
                    </a:lnTo>
                    <a:lnTo>
                      <a:pt x="730" y="285"/>
                    </a:lnTo>
                    <a:lnTo>
                      <a:pt x="744" y="284"/>
                    </a:lnTo>
                    <a:lnTo>
                      <a:pt x="744" y="284"/>
                    </a:lnTo>
                    <a:lnTo>
                      <a:pt x="748" y="284"/>
                    </a:lnTo>
                    <a:lnTo>
                      <a:pt x="748" y="284"/>
                    </a:lnTo>
                    <a:close/>
                    <a:moveTo>
                      <a:pt x="129" y="522"/>
                    </a:moveTo>
                    <a:lnTo>
                      <a:pt x="129" y="522"/>
                    </a:lnTo>
                    <a:lnTo>
                      <a:pt x="119" y="506"/>
                    </a:lnTo>
                    <a:lnTo>
                      <a:pt x="112" y="491"/>
                    </a:lnTo>
                    <a:lnTo>
                      <a:pt x="106" y="474"/>
                    </a:lnTo>
                    <a:lnTo>
                      <a:pt x="102" y="457"/>
                    </a:lnTo>
                    <a:lnTo>
                      <a:pt x="97" y="439"/>
                    </a:lnTo>
                    <a:lnTo>
                      <a:pt x="94" y="421"/>
                    </a:lnTo>
                    <a:lnTo>
                      <a:pt x="90" y="383"/>
                    </a:lnTo>
                    <a:lnTo>
                      <a:pt x="54" y="350"/>
                    </a:lnTo>
                    <a:lnTo>
                      <a:pt x="54" y="350"/>
                    </a:lnTo>
                    <a:lnTo>
                      <a:pt x="34" y="328"/>
                    </a:lnTo>
                    <a:lnTo>
                      <a:pt x="24" y="317"/>
                    </a:lnTo>
                    <a:lnTo>
                      <a:pt x="17" y="307"/>
                    </a:lnTo>
                    <a:lnTo>
                      <a:pt x="10" y="296"/>
                    </a:lnTo>
                    <a:lnTo>
                      <a:pt x="5" y="283"/>
                    </a:lnTo>
                    <a:lnTo>
                      <a:pt x="2" y="270"/>
                    </a:lnTo>
                    <a:lnTo>
                      <a:pt x="0" y="254"/>
                    </a:lnTo>
                    <a:lnTo>
                      <a:pt x="0" y="254"/>
                    </a:lnTo>
                    <a:lnTo>
                      <a:pt x="2" y="246"/>
                    </a:lnTo>
                    <a:lnTo>
                      <a:pt x="3" y="238"/>
                    </a:lnTo>
                    <a:lnTo>
                      <a:pt x="4" y="229"/>
                    </a:lnTo>
                    <a:lnTo>
                      <a:pt x="8" y="222"/>
                    </a:lnTo>
                    <a:lnTo>
                      <a:pt x="11" y="214"/>
                    </a:lnTo>
                    <a:lnTo>
                      <a:pt x="15" y="207"/>
                    </a:lnTo>
                    <a:lnTo>
                      <a:pt x="19" y="200"/>
                    </a:lnTo>
                    <a:lnTo>
                      <a:pt x="25" y="193"/>
                    </a:lnTo>
                    <a:lnTo>
                      <a:pt x="174" y="32"/>
                    </a:lnTo>
                    <a:lnTo>
                      <a:pt x="174" y="32"/>
                    </a:lnTo>
                    <a:lnTo>
                      <a:pt x="180" y="25"/>
                    </a:lnTo>
                    <a:lnTo>
                      <a:pt x="187" y="20"/>
                    </a:lnTo>
                    <a:lnTo>
                      <a:pt x="194" y="15"/>
                    </a:lnTo>
                    <a:lnTo>
                      <a:pt x="203" y="11"/>
                    </a:lnTo>
                    <a:lnTo>
                      <a:pt x="210" y="7"/>
                    </a:lnTo>
                    <a:lnTo>
                      <a:pt x="218" y="5"/>
                    </a:lnTo>
                    <a:lnTo>
                      <a:pt x="226" y="2"/>
                    </a:lnTo>
                    <a:lnTo>
                      <a:pt x="235" y="1"/>
                    </a:lnTo>
                    <a:lnTo>
                      <a:pt x="243" y="1"/>
                    </a:lnTo>
                    <a:lnTo>
                      <a:pt x="251" y="1"/>
                    </a:lnTo>
                    <a:lnTo>
                      <a:pt x="260" y="2"/>
                    </a:lnTo>
                    <a:lnTo>
                      <a:pt x="268" y="5"/>
                    </a:lnTo>
                    <a:lnTo>
                      <a:pt x="276" y="7"/>
                    </a:lnTo>
                    <a:lnTo>
                      <a:pt x="285" y="11"/>
                    </a:lnTo>
                    <a:lnTo>
                      <a:pt x="292" y="15"/>
                    </a:lnTo>
                    <a:lnTo>
                      <a:pt x="299" y="20"/>
                    </a:lnTo>
                    <a:lnTo>
                      <a:pt x="299" y="20"/>
                    </a:lnTo>
                    <a:lnTo>
                      <a:pt x="314" y="32"/>
                    </a:lnTo>
                    <a:lnTo>
                      <a:pt x="329" y="42"/>
                    </a:lnTo>
                    <a:lnTo>
                      <a:pt x="343" y="51"/>
                    </a:lnTo>
                    <a:lnTo>
                      <a:pt x="362" y="59"/>
                    </a:lnTo>
                    <a:lnTo>
                      <a:pt x="362" y="59"/>
                    </a:lnTo>
                    <a:lnTo>
                      <a:pt x="375" y="64"/>
                    </a:lnTo>
                    <a:lnTo>
                      <a:pt x="382" y="65"/>
                    </a:lnTo>
                    <a:lnTo>
                      <a:pt x="382" y="65"/>
                    </a:lnTo>
                    <a:lnTo>
                      <a:pt x="399" y="62"/>
                    </a:lnTo>
                    <a:lnTo>
                      <a:pt x="415" y="58"/>
                    </a:lnTo>
                    <a:lnTo>
                      <a:pt x="451" y="50"/>
                    </a:lnTo>
                    <a:lnTo>
                      <a:pt x="469" y="46"/>
                    </a:lnTo>
                    <a:lnTo>
                      <a:pt x="488" y="43"/>
                    </a:lnTo>
                    <a:lnTo>
                      <a:pt x="506" y="40"/>
                    </a:lnTo>
                    <a:lnTo>
                      <a:pt x="525" y="40"/>
                    </a:lnTo>
                    <a:lnTo>
                      <a:pt x="525" y="40"/>
                    </a:lnTo>
                    <a:lnTo>
                      <a:pt x="501" y="57"/>
                    </a:lnTo>
                    <a:lnTo>
                      <a:pt x="469" y="82"/>
                    </a:lnTo>
                    <a:lnTo>
                      <a:pt x="426" y="114"/>
                    </a:lnTo>
                    <a:lnTo>
                      <a:pt x="426" y="114"/>
                    </a:lnTo>
                    <a:lnTo>
                      <a:pt x="407" y="119"/>
                    </a:lnTo>
                    <a:lnTo>
                      <a:pt x="389" y="121"/>
                    </a:lnTo>
                    <a:lnTo>
                      <a:pt x="389" y="121"/>
                    </a:lnTo>
                    <a:lnTo>
                      <a:pt x="379" y="121"/>
                    </a:lnTo>
                    <a:lnTo>
                      <a:pt x="365" y="120"/>
                    </a:lnTo>
                    <a:lnTo>
                      <a:pt x="352" y="116"/>
                    </a:lnTo>
                    <a:lnTo>
                      <a:pt x="338" y="112"/>
                    </a:lnTo>
                    <a:lnTo>
                      <a:pt x="325" y="106"/>
                    </a:lnTo>
                    <a:lnTo>
                      <a:pt x="313" y="100"/>
                    </a:lnTo>
                    <a:lnTo>
                      <a:pt x="302" y="93"/>
                    </a:lnTo>
                    <a:lnTo>
                      <a:pt x="293" y="88"/>
                    </a:lnTo>
                    <a:lnTo>
                      <a:pt x="264" y="65"/>
                    </a:lnTo>
                    <a:lnTo>
                      <a:pt x="264" y="65"/>
                    </a:lnTo>
                    <a:lnTo>
                      <a:pt x="258" y="62"/>
                    </a:lnTo>
                    <a:lnTo>
                      <a:pt x="253" y="59"/>
                    </a:lnTo>
                    <a:lnTo>
                      <a:pt x="247" y="58"/>
                    </a:lnTo>
                    <a:lnTo>
                      <a:pt x="239" y="58"/>
                    </a:lnTo>
                    <a:lnTo>
                      <a:pt x="233" y="59"/>
                    </a:lnTo>
                    <a:lnTo>
                      <a:pt x="228" y="62"/>
                    </a:lnTo>
                    <a:lnTo>
                      <a:pt x="222" y="65"/>
                    </a:lnTo>
                    <a:lnTo>
                      <a:pt x="216" y="70"/>
                    </a:lnTo>
                    <a:lnTo>
                      <a:pt x="67" y="231"/>
                    </a:lnTo>
                    <a:lnTo>
                      <a:pt x="67" y="231"/>
                    </a:lnTo>
                    <a:lnTo>
                      <a:pt x="63" y="237"/>
                    </a:lnTo>
                    <a:lnTo>
                      <a:pt x="60" y="243"/>
                    </a:lnTo>
                    <a:lnTo>
                      <a:pt x="59" y="248"/>
                    </a:lnTo>
                    <a:lnTo>
                      <a:pt x="58" y="256"/>
                    </a:lnTo>
                    <a:lnTo>
                      <a:pt x="59" y="262"/>
                    </a:lnTo>
                    <a:lnTo>
                      <a:pt x="60" y="267"/>
                    </a:lnTo>
                    <a:lnTo>
                      <a:pt x="63" y="273"/>
                    </a:lnTo>
                    <a:lnTo>
                      <a:pt x="67" y="279"/>
                    </a:lnTo>
                    <a:lnTo>
                      <a:pt x="67" y="279"/>
                    </a:lnTo>
                    <a:lnTo>
                      <a:pt x="85" y="300"/>
                    </a:lnTo>
                    <a:lnTo>
                      <a:pt x="105" y="320"/>
                    </a:lnTo>
                    <a:lnTo>
                      <a:pt x="105" y="320"/>
                    </a:lnTo>
                    <a:lnTo>
                      <a:pt x="117" y="332"/>
                    </a:lnTo>
                    <a:lnTo>
                      <a:pt x="130" y="346"/>
                    </a:lnTo>
                    <a:lnTo>
                      <a:pt x="136" y="353"/>
                    </a:lnTo>
                    <a:lnTo>
                      <a:pt x="140" y="360"/>
                    </a:lnTo>
                    <a:lnTo>
                      <a:pt x="143" y="367"/>
                    </a:lnTo>
                    <a:lnTo>
                      <a:pt x="146" y="374"/>
                    </a:lnTo>
                    <a:lnTo>
                      <a:pt x="146" y="374"/>
                    </a:lnTo>
                    <a:lnTo>
                      <a:pt x="149" y="403"/>
                    </a:lnTo>
                    <a:lnTo>
                      <a:pt x="154" y="433"/>
                    </a:lnTo>
                    <a:lnTo>
                      <a:pt x="157" y="448"/>
                    </a:lnTo>
                    <a:lnTo>
                      <a:pt x="161" y="461"/>
                    </a:lnTo>
                    <a:lnTo>
                      <a:pt x="167" y="474"/>
                    </a:lnTo>
                    <a:lnTo>
                      <a:pt x="173" y="485"/>
                    </a:lnTo>
                    <a:lnTo>
                      <a:pt x="173" y="485"/>
                    </a:lnTo>
                    <a:lnTo>
                      <a:pt x="160" y="492"/>
                    </a:lnTo>
                    <a:lnTo>
                      <a:pt x="149" y="500"/>
                    </a:lnTo>
                    <a:lnTo>
                      <a:pt x="140" y="510"/>
                    </a:lnTo>
                    <a:lnTo>
                      <a:pt x="129" y="522"/>
                    </a:lnTo>
                    <a:lnTo>
                      <a:pt x="129" y="522"/>
                    </a:lnTo>
                    <a:close/>
                    <a:moveTo>
                      <a:pt x="602" y="804"/>
                    </a:moveTo>
                    <a:lnTo>
                      <a:pt x="602" y="804"/>
                    </a:lnTo>
                    <a:lnTo>
                      <a:pt x="593" y="797"/>
                    </a:lnTo>
                    <a:lnTo>
                      <a:pt x="582" y="792"/>
                    </a:lnTo>
                    <a:lnTo>
                      <a:pt x="571" y="788"/>
                    </a:lnTo>
                    <a:lnTo>
                      <a:pt x="560" y="786"/>
                    </a:lnTo>
                    <a:lnTo>
                      <a:pt x="549" y="786"/>
                    </a:lnTo>
                    <a:lnTo>
                      <a:pt x="538" y="788"/>
                    </a:lnTo>
                    <a:lnTo>
                      <a:pt x="527" y="791"/>
                    </a:lnTo>
                    <a:lnTo>
                      <a:pt x="518" y="797"/>
                    </a:lnTo>
                    <a:lnTo>
                      <a:pt x="518" y="797"/>
                    </a:lnTo>
                    <a:lnTo>
                      <a:pt x="514" y="797"/>
                    </a:lnTo>
                    <a:lnTo>
                      <a:pt x="512" y="795"/>
                    </a:lnTo>
                    <a:lnTo>
                      <a:pt x="512" y="795"/>
                    </a:lnTo>
                    <a:lnTo>
                      <a:pt x="511" y="794"/>
                    </a:lnTo>
                    <a:lnTo>
                      <a:pt x="511" y="791"/>
                    </a:lnTo>
                    <a:lnTo>
                      <a:pt x="511" y="791"/>
                    </a:lnTo>
                    <a:lnTo>
                      <a:pt x="512" y="782"/>
                    </a:lnTo>
                    <a:lnTo>
                      <a:pt x="512" y="773"/>
                    </a:lnTo>
                    <a:lnTo>
                      <a:pt x="509" y="763"/>
                    </a:lnTo>
                    <a:lnTo>
                      <a:pt x="507" y="754"/>
                    </a:lnTo>
                    <a:lnTo>
                      <a:pt x="503" y="745"/>
                    </a:lnTo>
                    <a:lnTo>
                      <a:pt x="499" y="737"/>
                    </a:lnTo>
                    <a:lnTo>
                      <a:pt x="493" y="729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87" y="723"/>
                    </a:lnTo>
                    <a:lnTo>
                      <a:pt x="477" y="716"/>
                    </a:lnTo>
                    <a:lnTo>
                      <a:pt x="467" y="710"/>
                    </a:lnTo>
                    <a:lnTo>
                      <a:pt x="456" y="707"/>
                    </a:lnTo>
                    <a:lnTo>
                      <a:pt x="444" y="705"/>
                    </a:lnTo>
                    <a:lnTo>
                      <a:pt x="433" y="705"/>
                    </a:lnTo>
                    <a:lnTo>
                      <a:pt x="423" y="706"/>
                    </a:lnTo>
                    <a:lnTo>
                      <a:pt x="412" y="710"/>
                    </a:lnTo>
                    <a:lnTo>
                      <a:pt x="401" y="716"/>
                    </a:lnTo>
                    <a:lnTo>
                      <a:pt x="401" y="716"/>
                    </a:lnTo>
                    <a:lnTo>
                      <a:pt x="399" y="716"/>
                    </a:lnTo>
                    <a:lnTo>
                      <a:pt x="396" y="714"/>
                    </a:lnTo>
                    <a:lnTo>
                      <a:pt x="396" y="714"/>
                    </a:lnTo>
                    <a:lnTo>
                      <a:pt x="394" y="713"/>
                    </a:lnTo>
                    <a:lnTo>
                      <a:pt x="394" y="710"/>
                    </a:lnTo>
                    <a:lnTo>
                      <a:pt x="394" y="710"/>
                    </a:lnTo>
                    <a:lnTo>
                      <a:pt x="395" y="700"/>
                    </a:lnTo>
                    <a:lnTo>
                      <a:pt x="395" y="692"/>
                    </a:lnTo>
                    <a:lnTo>
                      <a:pt x="394" y="682"/>
                    </a:lnTo>
                    <a:lnTo>
                      <a:pt x="392" y="673"/>
                    </a:lnTo>
                    <a:lnTo>
                      <a:pt x="388" y="665"/>
                    </a:lnTo>
                    <a:lnTo>
                      <a:pt x="383" y="656"/>
                    </a:lnTo>
                    <a:lnTo>
                      <a:pt x="377" y="648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70" y="642"/>
                    </a:lnTo>
                    <a:lnTo>
                      <a:pt x="363" y="636"/>
                    </a:lnTo>
                    <a:lnTo>
                      <a:pt x="355" y="631"/>
                    </a:lnTo>
                    <a:lnTo>
                      <a:pt x="345" y="628"/>
                    </a:lnTo>
                    <a:lnTo>
                      <a:pt x="337" y="625"/>
                    </a:lnTo>
                    <a:lnTo>
                      <a:pt x="327" y="624"/>
                    </a:lnTo>
                    <a:lnTo>
                      <a:pt x="318" y="624"/>
                    </a:lnTo>
                    <a:lnTo>
                      <a:pt x="308" y="625"/>
                    </a:lnTo>
                    <a:lnTo>
                      <a:pt x="300" y="628"/>
                    </a:lnTo>
                    <a:lnTo>
                      <a:pt x="300" y="628"/>
                    </a:lnTo>
                    <a:lnTo>
                      <a:pt x="298" y="628"/>
                    </a:lnTo>
                    <a:lnTo>
                      <a:pt x="295" y="627"/>
                    </a:lnTo>
                    <a:lnTo>
                      <a:pt x="295" y="627"/>
                    </a:lnTo>
                    <a:lnTo>
                      <a:pt x="294" y="624"/>
                    </a:lnTo>
                    <a:lnTo>
                      <a:pt x="294" y="622"/>
                    </a:lnTo>
                    <a:lnTo>
                      <a:pt x="294" y="622"/>
                    </a:lnTo>
                    <a:lnTo>
                      <a:pt x="298" y="610"/>
                    </a:lnTo>
                    <a:lnTo>
                      <a:pt x="300" y="599"/>
                    </a:lnTo>
                    <a:lnTo>
                      <a:pt x="300" y="587"/>
                    </a:lnTo>
                    <a:lnTo>
                      <a:pt x="299" y="577"/>
                    </a:lnTo>
                    <a:lnTo>
                      <a:pt x="295" y="566"/>
                    </a:lnTo>
                    <a:lnTo>
                      <a:pt x="291" y="555"/>
                    </a:lnTo>
                    <a:lnTo>
                      <a:pt x="283" y="546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75" y="537"/>
                    </a:lnTo>
                    <a:lnTo>
                      <a:pt x="269" y="533"/>
                    </a:lnTo>
                    <a:lnTo>
                      <a:pt x="263" y="529"/>
                    </a:lnTo>
                    <a:lnTo>
                      <a:pt x="256" y="525"/>
                    </a:lnTo>
                    <a:lnTo>
                      <a:pt x="250" y="523"/>
                    </a:lnTo>
                    <a:lnTo>
                      <a:pt x="236" y="520"/>
                    </a:lnTo>
                    <a:lnTo>
                      <a:pt x="222" y="520"/>
                    </a:lnTo>
                    <a:lnTo>
                      <a:pt x="209" y="522"/>
                    </a:lnTo>
                    <a:lnTo>
                      <a:pt x="195" y="527"/>
                    </a:lnTo>
                    <a:lnTo>
                      <a:pt x="190" y="530"/>
                    </a:lnTo>
                    <a:lnTo>
                      <a:pt x="184" y="535"/>
                    </a:lnTo>
                    <a:lnTo>
                      <a:pt x="178" y="540"/>
                    </a:lnTo>
                    <a:lnTo>
                      <a:pt x="173" y="544"/>
                    </a:lnTo>
                    <a:lnTo>
                      <a:pt x="151" y="568"/>
                    </a:lnTo>
                    <a:lnTo>
                      <a:pt x="151" y="568"/>
                    </a:lnTo>
                    <a:lnTo>
                      <a:pt x="147" y="574"/>
                    </a:lnTo>
                    <a:lnTo>
                      <a:pt x="143" y="581"/>
                    </a:lnTo>
                    <a:lnTo>
                      <a:pt x="140" y="587"/>
                    </a:lnTo>
                    <a:lnTo>
                      <a:pt x="137" y="594"/>
                    </a:lnTo>
                    <a:lnTo>
                      <a:pt x="135" y="607"/>
                    </a:lnTo>
                    <a:lnTo>
                      <a:pt x="134" y="622"/>
                    </a:lnTo>
                    <a:lnTo>
                      <a:pt x="136" y="635"/>
                    </a:lnTo>
                    <a:lnTo>
                      <a:pt x="142" y="648"/>
                    </a:lnTo>
                    <a:lnTo>
                      <a:pt x="146" y="655"/>
                    </a:lnTo>
                    <a:lnTo>
                      <a:pt x="149" y="661"/>
                    </a:lnTo>
                    <a:lnTo>
                      <a:pt x="154" y="666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59" y="672"/>
                    </a:lnTo>
                    <a:lnTo>
                      <a:pt x="166" y="676"/>
                    </a:lnTo>
                    <a:lnTo>
                      <a:pt x="174" y="681"/>
                    </a:lnTo>
                    <a:lnTo>
                      <a:pt x="182" y="685"/>
                    </a:lnTo>
                    <a:lnTo>
                      <a:pt x="191" y="687"/>
                    </a:lnTo>
                    <a:lnTo>
                      <a:pt x="199" y="688"/>
                    </a:lnTo>
                    <a:lnTo>
                      <a:pt x="207" y="688"/>
                    </a:lnTo>
                    <a:lnTo>
                      <a:pt x="216" y="688"/>
                    </a:lnTo>
                    <a:lnTo>
                      <a:pt x="224" y="687"/>
                    </a:lnTo>
                    <a:lnTo>
                      <a:pt x="224" y="687"/>
                    </a:lnTo>
                    <a:lnTo>
                      <a:pt x="228" y="687"/>
                    </a:lnTo>
                    <a:lnTo>
                      <a:pt x="230" y="688"/>
                    </a:lnTo>
                    <a:lnTo>
                      <a:pt x="230" y="688"/>
                    </a:lnTo>
                    <a:lnTo>
                      <a:pt x="230" y="692"/>
                    </a:lnTo>
                    <a:lnTo>
                      <a:pt x="229" y="694"/>
                    </a:lnTo>
                    <a:lnTo>
                      <a:pt x="229" y="694"/>
                    </a:lnTo>
                    <a:lnTo>
                      <a:pt x="222" y="706"/>
                    </a:lnTo>
                    <a:lnTo>
                      <a:pt x="217" y="719"/>
                    </a:lnTo>
                    <a:lnTo>
                      <a:pt x="214" y="732"/>
                    </a:lnTo>
                    <a:lnTo>
                      <a:pt x="214" y="745"/>
                    </a:lnTo>
                    <a:lnTo>
                      <a:pt x="217" y="758"/>
                    </a:lnTo>
                    <a:lnTo>
                      <a:pt x="222" y="772"/>
                    </a:lnTo>
                    <a:lnTo>
                      <a:pt x="229" y="783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39" y="794"/>
                    </a:lnTo>
                    <a:lnTo>
                      <a:pt x="250" y="801"/>
                    </a:lnTo>
                    <a:lnTo>
                      <a:pt x="263" y="807"/>
                    </a:lnTo>
                    <a:lnTo>
                      <a:pt x="276" y="811"/>
                    </a:lnTo>
                    <a:lnTo>
                      <a:pt x="289" y="811"/>
                    </a:lnTo>
                    <a:lnTo>
                      <a:pt x="302" y="810"/>
                    </a:lnTo>
                    <a:lnTo>
                      <a:pt x="316" y="805"/>
                    </a:lnTo>
                    <a:lnTo>
                      <a:pt x="327" y="799"/>
                    </a:lnTo>
                    <a:lnTo>
                      <a:pt x="338" y="791"/>
                    </a:lnTo>
                    <a:lnTo>
                      <a:pt x="338" y="791"/>
                    </a:lnTo>
                    <a:lnTo>
                      <a:pt x="341" y="789"/>
                    </a:lnTo>
                    <a:lnTo>
                      <a:pt x="343" y="789"/>
                    </a:lnTo>
                    <a:lnTo>
                      <a:pt x="343" y="789"/>
                    </a:lnTo>
                    <a:lnTo>
                      <a:pt x="345" y="792"/>
                    </a:lnTo>
                    <a:lnTo>
                      <a:pt x="345" y="794"/>
                    </a:lnTo>
                    <a:lnTo>
                      <a:pt x="345" y="794"/>
                    </a:lnTo>
                    <a:lnTo>
                      <a:pt x="345" y="802"/>
                    </a:lnTo>
                    <a:lnTo>
                      <a:pt x="346" y="811"/>
                    </a:lnTo>
                    <a:lnTo>
                      <a:pt x="348" y="820"/>
                    </a:lnTo>
                    <a:lnTo>
                      <a:pt x="350" y="827"/>
                    </a:lnTo>
                    <a:lnTo>
                      <a:pt x="354" y="836"/>
                    </a:lnTo>
                    <a:lnTo>
                      <a:pt x="358" y="843"/>
                    </a:lnTo>
                    <a:lnTo>
                      <a:pt x="364" y="850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70" y="857"/>
                    </a:lnTo>
                    <a:lnTo>
                      <a:pt x="382" y="864"/>
                    </a:lnTo>
                    <a:lnTo>
                      <a:pt x="394" y="870"/>
                    </a:lnTo>
                    <a:lnTo>
                      <a:pt x="407" y="874"/>
                    </a:lnTo>
                    <a:lnTo>
                      <a:pt x="420" y="874"/>
                    </a:lnTo>
                    <a:lnTo>
                      <a:pt x="433" y="873"/>
                    </a:lnTo>
                    <a:lnTo>
                      <a:pt x="446" y="868"/>
                    </a:lnTo>
                    <a:lnTo>
                      <a:pt x="458" y="862"/>
                    </a:lnTo>
                    <a:lnTo>
                      <a:pt x="469" y="854"/>
                    </a:lnTo>
                    <a:lnTo>
                      <a:pt x="469" y="854"/>
                    </a:lnTo>
                    <a:lnTo>
                      <a:pt x="471" y="852"/>
                    </a:lnTo>
                    <a:lnTo>
                      <a:pt x="474" y="852"/>
                    </a:lnTo>
                    <a:lnTo>
                      <a:pt x="474" y="852"/>
                    </a:lnTo>
                    <a:lnTo>
                      <a:pt x="476" y="855"/>
                    </a:lnTo>
                    <a:lnTo>
                      <a:pt x="477" y="857"/>
                    </a:lnTo>
                    <a:lnTo>
                      <a:pt x="477" y="857"/>
                    </a:lnTo>
                    <a:lnTo>
                      <a:pt x="476" y="865"/>
                    </a:lnTo>
                    <a:lnTo>
                      <a:pt x="477" y="874"/>
                    </a:lnTo>
                    <a:lnTo>
                      <a:pt x="478" y="883"/>
                    </a:lnTo>
                    <a:lnTo>
                      <a:pt x="482" y="890"/>
                    </a:lnTo>
                    <a:lnTo>
                      <a:pt x="486" y="899"/>
                    </a:lnTo>
                    <a:lnTo>
                      <a:pt x="489" y="906"/>
                    </a:lnTo>
                    <a:lnTo>
                      <a:pt x="495" y="913"/>
                    </a:lnTo>
                    <a:lnTo>
                      <a:pt x="502" y="920"/>
                    </a:lnTo>
                    <a:lnTo>
                      <a:pt x="502" y="920"/>
                    </a:lnTo>
                    <a:lnTo>
                      <a:pt x="507" y="924"/>
                    </a:lnTo>
                    <a:lnTo>
                      <a:pt x="514" y="928"/>
                    </a:lnTo>
                    <a:lnTo>
                      <a:pt x="520" y="931"/>
                    </a:lnTo>
                    <a:lnTo>
                      <a:pt x="527" y="933"/>
                    </a:lnTo>
                    <a:lnTo>
                      <a:pt x="540" y="937"/>
                    </a:lnTo>
                    <a:lnTo>
                      <a:pt x="555" y="937"/>
                    </a:lnTo>
                    <a:lnTo>
                      <a:pt x="569" y="934"/>
                    </a:lnTo>
                    <a:lnTo>
                      <a:pt x="582" y="930"/>
                    </a:lnTo>
                    <a:lnTo>
                      <a:pt x="588" y="926"/>
                    </a:lnTo>
                    <a:lnTo>
                      <a:pt x="594" y="923"/>
                    </a:lnTo>
                    <a:lnTo>
                      <a:pt x="599" y="918"/>
                    </a:lnTo>
                    <a:lnTo>
                      <a:pt x="604" y="912"/>
                    </a:lnTo>
                    <a:lnTo>
                      <a:pt x="609" y="906"/>
                    </a:lnTo>
                    <a:lnTo>
                      <a:pt x="609" y="906"/>
                    </a:lnTo>
                    <a:lnTo>
                      <a:pt x="614" y="900"/>
                    </a:lnTo>
                    <a:lnTo>
                      <a:pt x="618" y="894"/>
                    </a:lnTo>
                    <a:lnTo>
                      <a:pt x="621" y="887"/>
                    </a:lnTo>
                    <a:lnTo>
                      <a:pt x="623" y="881"/>
                    </a:lnTo>
                    <a:lnTo>
                      <a:pt x="627" y="867"/>
                    </a:lnTo>
                    <a:lnTo>
                      <a:pt x="627" y="854"/>
                    </a:lnTo>
                    <a:lnTo>
                      <a:pt x="625" y="839"/>
                    </a:lnTo>
                    <a:lnTo>
                      <a:pt x="620" y="826"/>
                    </a:lnTo>
                    <a:lnTo>
                      <a:pt x="616" y="820"/>
                    </a:lnTo>
                    <a:lnTo>
                      <a:pt x="612" y="814"/>
                    </a:lnTo>
                    <a:lnTo>
                      <a:pt x="607" y="808"/>
                    </a:lnTo>
                    <a:lnTo>
                      <a:pt x="602" y="804"/>
                    </a:lnTo>
                    <a:lnTo>
                      <a:pt x="602" y="804"/>
                    </a:lnTo>
                    <a:close/>
                    <a:moveTo>
                      <a:pt x="797" y="256"/>
                    </a:moveTo>
                    <a:lnTo>
                      <a:pt x="797" y="256"/>
                    </a:lnTo>
                    <a:lnTo>
                      <a:pt x="987" y="439"/>
                    </a:lnTo>
                    <a:lnTo>
                      <a:pt x="987" y="439"/>
                    </a:lnTo>
                    <a:lnTo>
                      <a:pt x="994" y="443"/>
                    </a:lnTo>
                    <a:lnTo>
                      <a:pt x="1002" y="447"/>
                    </a:lnTo>
                    <a:lnTo>
                      <a:pt x="1010" y="449"/>
                    </a:lnTo>
                    <a:lnTo>
                      <a:pt x="1019" y="448"/>
                    </a:lnTo>
                    <a:lnTo>
                      <a:pt x="1019" y="448"/>
                    </a:lnTo>
                    <a:lnTo>
                      <a:pt x="1028" y="446"/>
                    </a:lnTo>
                    <a:lnTo>
                      <a:pt x="1035" y="442"/>
                    </a:lnTo>
                    <a:lnTo>
                      <a:pt x="1042" y="436"/>
                    </a:lnTo>
                    <a:lnTo>
                      <a:pt x="1047" y="429"/>
                    </a:lnTo>
                    <a:lnTo>
                      <a:pt x="1047" y="429"/>
                    </a:lnTo>
                    <a:lnTo>
                      <a:pt x="1057" y="409"/>
                    </a:lnTo>
                    <a:lnTo>
                      <a:pt x="1066" y="388"/>
                    </a:lnTo>
                    <a:lnTo>
                      <a:pt x="1072" y="365"/>
                    </a:lnTo>
                    <a:lnTo>
                      <a:pt x="1078" y="341"/>
                    </a:lnTo>
                    <a:lnTo>
                      <a:pt x="1078" y="341"/>
                    </a:lnTo>
                    <a:lnTo>
                      <a:pt x="1080" y="330"/>
                    </a:lnTo>
                    <a:lnTo>
                      <a:pt x="1084" y="321"/>
                    </a:lnTo>
                    <a:lnTo>
                      <a:pt x="1090" y="313"/>
                    </a:lnTo>
                    <a:lnTo>
                      <a:pt x="1095" y="304"/>
                    </a:lnTo>
                    <a:lnTo>
                      <a:pt x="1129" y="269"/>
                    </a:lnTo>
                    <a:lnTo>
                      <a:pt x="1129" y="269"/>
                    </a:lnTo>
                    <a:lnTo>
                      <a:pt x="1138" y="258"/>
                    </a:lnTo>
                    <a:lnTo>
                      <a:pt x="1144" y="246"/>
                    </a:lnTo>
                    <a:lnTo>
                      <a:pt x="1148" y="233"/>
                    </a:lnTo>
                    <a:lnTo>
                      <a:pt x="1149" y="220"/>
                    </a:lnTo>
                    <a:lnTo>
                      <a:pt x="1148" y="208"/>
                    </a:lnTo>
                    <a:lnTo>
                      <a:pt x="1144" y="195"/>
                    </a:lnTo>
                    <a:lnTo>
                      <a:pt x="1138" y="183"/>
                    </a:lnTo>
                    <a:lnTo>
                      <a:pt x="1130" y="172"/>
                    </a:lnTo>
                    <a:lnTo>
                      <a:pt x="993" y="23"/>
                    </a:lnTo>
                    <a:lnTo>
                      <a:pt x="993" y="23"/>
                    </a:lnTo>
                    <a:lnTo>
                      <a:pt x="983" y="13"/>
                    </a:lnTo>
                    <a:lnTo>
                      <a:pt x="972" y="7"/>
                    </a:lnTo>
                    <a:lnTo>
                      <a:pt x="959" y="2"/>
                    </a:lnTo>
                    <a:lnTo>
                      <a:pt x="946" y="0"/>
                    </a:lnTo>
                    <a:lnTo>
                      <a:pt x="933" y="0"/>
                    </a:lnTo>
                    <a:lnTo>
                      <a:pt x="920" y="2"/>
                    </a:lnTo>
                    <a:lnTo>
                      <a:pt x="908" y="7"/>
                    </a:lnTo>
                    <a:lnTo>
                      <a:pt x="896" y="15"/>
                    </a:lnTo>
                    <a:lnTo>
                      <a:pt x="864" y="42"/>
                    </a:lnTo>
                    <a:lnTo>
                      <a:pt x="864" y="42"/>
                    </a:lnTo>
                    <a:lnTo>
                      <a:pt x="852" y="49"/>
                    </a:lnTo>
                    <a:lnTo>
                      <a:pt x="845" y="52"/>
                    </a:lnTo>
                    <a:lnTo>
                      <a:pt x="839" y="55"/>
                    </a:lnTo>
                    <a:lnTo>
                      <a:pt x="832" y="56"/>
                    </a:lnTo>
                    <a:lnTo>
                      <a:pt x="824" y="57"/>
                    </a:lnTo>
                    <a:lnTo>
                      <a:pt x="810" y="57"/>
                    </a:lnTo>
                    <a:lnTo>
                      <a:pt x="810" y="57"/>
                    </a:lnTo>
                    <a:lnTo>
                      <a:pt x="708" y="44"/>
                    </a:lnTo>
                    <a:lnTo>
                      <a:pt x="708" y="44"/>
                    </a:lnTo>
                    <a:lnTo>
                      <a:pt x="685" y="43"/>
                    </a:lnTo>
                    <a:lnTo>
                      <a:pt x="662" y="43"/>
                    </a:lnTo>
                    <a:lnTo>
                      <a:pt x="639" y="45"/>
                    </a:lnTo>
                    <a:lnTo>
                      <a:pt x="618" y="50"/>
                    </a:lnTo>
                    <a:lnTo>
                      <a:pt x="596" y="57"/>
                    </a:lnTo>
                    <a:lnTo>
                      <a:pt x="575" y="67"/>
                    </a:lnTo>
                    <a:lnTo>
                      <a:pt x="555" y="77"/>
                    </a:lnTo>
                    <a:lnTo>
                      <a:pt x="535" y="92"/>
                    </a:lnTo>
                    <a:lnTo>
                      <a:pt x="535" y="92"/>
                    </a:lnTo>
                    <a:lnTo>
                      <a:pt x="434" y="169"/>
                    </a:lnTo>
                    <a:lnTo>
                      <a:pt x="333" y="247"/>
                    </a:lnTo>
                    <a:lnTo>
                      <a:pt x="333" y="247"/>
                    </a:lnTo>
                    <a:lnTo>
                      <a:pt x="323" y="257"/>
                    </a:lnTo>
                    <a:lnTo>
                      <a:pt x="316" y="267"/>
                    </a:lnTo>
                    <a:lnTo>
                      <a:pt x="311" y="278"/>
                    </a:lnTo>
                    <a:lnTo>
                      <a:pt x="310" y="288"/>
                    </a:lnTo>
                    <a:lnTo>
                      <a:pt x="311" y="298"/>
                    </a:lnTo>
                    <a:lnTo>
                      <a:pt x="314" y="308"/>
                    </a:lnTo>
                    <a:lnTo>
                      <a:pt x="320" y="316"/>
                    </a:lnTo>
                    <a:lnTo>
                      <a:pt x="327" y="323"/>
                    </a:lnTo>
                    <a:lnTo>
                      <a:pt x="336" y="329"/>
                    </a:lnTo>
                    <a:lnTo>
                      <a:pt x="346" y="335"/>
                    </a:lnTo>
                    <a:lnTo>
                      <a:pt x="358" y="338"/>
                    </a:lnTo>
                    <a:lnTo>
                      <a:pt x="371" y="340"/>
                    </a:lnTo>
                    <a:lnTo>
                      <a:pt x="386" y="339"/>
                    </a:lnTo>
                    <a:lnTo>
                      <a:pt x="400" y="336"/>
                    </a:lnTo>
                    <a:lnTo>
                      <a:pt x="414" y="332"/>
                    </a:lnTo>
                    <a:lnTo>
                      <a:pt x="430" y="323"/>
                    </a:lnTo>
                    <a:lnTo>
                      <a:pt x="576" y="233"/>
                    </a:lnTo>
                    <a:lnTo>
                      <a:pt x="576" y="233"/>
                    </a:lnTo>
                    <a:lnTo>
                      <a:pt x="584" y="228"/>
                    </a:lnTo>
                    <a:lnTo>
                      <a:pt x="593" y="225"/>
                    </a:lnTo>
                    <a:lnTo>
                      <a:pt x="601" y="223"/>
                    </a:lnTo>
                    <a:lnTo>
                      <a:pt x="609" y="222"/>
                    </a:lnTo>
                    <a:lnTo>
                      <a:pt x="618" y="222"/>
                    </a:lnTo>
                    <a:lnTo>
                      <a:pt x="626" y="222"/>
                    </a:lnTo>
                    <a:lnTo>
                      <a:pt x="634" y="225"/>
                    </a:lnTo>
                    <a:lnTo>
                      <a:pt x="643" y="228"/>
                    </a:lnTo>
                    <a:lnTo>
                      <a:pt x="643" y="228"/>
                    </a:lnTo>
                    <a:lnTo>
                      <a:pt x="653" y="232"/>
                    </a:lnTo>
                    <a:lnTo>
                      <a:pt x="665" y="235"/>
                    </a:lnTo>
                    <a:lnTo>
                      <a:pt x="677" y="238"/>
                    </a:lnTo>
                    <a:lnTo>
                      <a:pt x="689" y="239"/>
                    </a:lnTo>
                    <a:lnTo>
                      <a:pt x="701" y="240"/>
                    </a:lnTo>
                    <a:lnTo>
                      <a:pt x="713" y="240"/>
                    </a:lnTo>
                    <a:lnTo>
                      <a:pt x="725" y="239"/>
                    </a:lnTo>
                    <a:lnTo>
                      <a:pt x="735" y="238"/>
                    </a:lnTo>
                    <a:lnTo>
                      <a:pt x="735" y="238"/>
                    </a:lnTo>
                    <a:lnTo>
                      <a:pt x="744" y="237"/>
                    </a:lnTo>
                    <a:lnTo>
                      <a:pt x="752" y="237"/>
                    </a:lnTo>
                    <a:lnTo>
                      <a:pt x="760" y="237"/>
                    </a:lnTo>
                    <a:lnTo>
                      <a:pt x="769" y="239"/>
                    </a:lnTo>
                    <a:lnTo>
                      <a:pt x="776" y="241"/>
                    </a:lnTo>
                    <a:lnTo>
                      <a:pt x="783" y="246"/>
                    </a:lnTo>
                    <a:lnTo>
                      <a:pt x="790" y="251"/>
                    </a:lnTo>
                    <a:lnTo>
                      <a:pt x="797" y="256"/>
                    </a:lnTo>
                    <a:lnTo>
                      <a:pt x="797" y="256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ïṥḻiḍê"/>
              <p:cNvSpPr/>
              <p:nvPr/>
            </p:nvSpPr>
            <p:spPr bwMode="auto">
              <a:xfrm>
                <a:off x="7826670" y="3368320"/>
                <a:ext cx="508539" cy="676199"/>
              </a:xfrm>
              <a:custGeom>
                <a:avLst/>
                <a:gdLst>
                  <a:gd name="T0" fmla="*/ 560 w 915"/>
                  <a:gd name="T1" fmla="*/ 881 h 1218"/>
                  <a:gd name="T2" fmla="*/ 900 w 915"/>
                  <a:gd name="T3" fmla="*/ 652 h 1218"/>
                  <a:gd name="T4" fmla="*/ 887 w 915"/>
                  <a:gd name="T5" fmla="*/ 898 h 1218"/>
                  <a:gd name="T6" fmla="*/ 379 w 915"/>
                  <a:gd name="T7" fmla="*/ 67 h 1218"/>
                  <a:gd name="T8" fmla="*/ 380 w 915"/>
                  <a:gd name="T9" fmla="*/ 54 h 1218"/>
                  <a:gd name="T10" fmla="*/ 391 w 915"/>
                  <a:gd name="T11" fmla="*/ 30 h 1218"/>
                  <a:gd name="T12" fmla="*/ 409 w 915"/>
                  <a:gd name="T13" fmla="*/ 12 h 1218"/>
                  <a:gd name="T14" fmla="*/ 433 w 915"/>
                  <a:gd name="T15" fmla="*/ 1 h 1218"/>
                  <a:gd name="T16" fmla="*/ 446 w 915"/>
                  <a:gd name="T17" fmla="*/ 0 h 1218"/>
                  <a:gd name="T18" fmla="*/ 472 w 915"/>
                  <a:gd name="T19" fmla="*/ 5 h 1218"/>
                  <a:gd name="T20" fmla="*/ 493 w 915"/>
                  <a:gd name="T21" fmla="*/ 19 h 1218"/>
                  <a:gd name="T22" fmla="*/ 508 w 915"/>
                  <a:gd name="T23" fmla="*/ 41 h 1218"/>
                  <a:gd name="T24" fmla="*/ 512 w 915"/>
                  <a:gd name="T25" fmla="*/ 67 h 1218"/>
                  <a:gd name="T26" fmla="*/ 379 w 915"/>
                  <a:gd name="T27" fmla="*/ 161 h 1218"/>
                  <a:gd name="T28" fmla="*/ 379 w 915"/>
                  <a:gd name="T29" fmla="*/ 67 h 1218"/>
                  <a:gd name="T30" fmla="*/ 512 w 915"/>
                  <a:gd name="T31" fmla="*/ 1103 h 1218"/>
                  <a:gd name="T32" fmla="*/ 514 w 915"/>
                  <a:gd name="T33" fmla="*/ 1107 h 1218"/>
                  <a:gd name="T34" fmla="*/ 518 w 915"/>
                  <a:gd name="T35" fmla="*/ 1116 h 1218"/>
                  <a:gd name="T36" fmla="*/ 528 w 915"/>
                  <a:gd name="T37" fmla="*/ 1122 h 1218"/>
                  <a:gd name="T38" fmla="*/ 568 w 915"/>
                  <a:gd name="T39" fmla="*/ 1122 h 1218"/>
                  <a:gd name="T40" fmla="*/ 579 w 915"/>
                  <a:gd name="T41" fmla="*/ 1124 h 1218"/>
                  <a:gd name="T42" fmla="*/ 598 w 915"/>
                  <a:gd name="T43" fmla="*/ 1132 h 1218"/>
                  <a:gd name="T44" fmla="*/ 613 w 915"/>
                  <a:gd name="T45" fmla="*/ 1146 h 1218"/>
                  <a:gd name="T46" fmla="*/ 621 w 915"/>
                  <a:gd name="T47" fmla="*/ 1165 h 1218"/>
                  <a:gd name="T48" fmla="*/ 622 w 915"/>
                  <a:gd name="T49" fmla="*/ 1218 h 1218"/>
                  <a:gd name="T50" fmla="*/ 270 w 915"/>
                  <a:gd name="T51" fmla="*/ 1176 h 1218"/>
                  <a:gd name="T52" fmla="*/ 271 w 915"/>
                  <a:gd name="T53" fmla="*/ 1165 h 1218"/>
                  <a:gd name="T54" fmla="*/ 279 w 915"/>
                  <a:gd name="T55" fmla="*/ 1146 h 1218"/>
                  <a:gd name="T56" fmla="*/ 294 w 915"/>
                  <a:gd name="T57" fmla="*/ 1132 h 1218"/>
                  <a:gd name="T58" fmla="*/ 313 w 915"/>
                  <a:gd name="T59" fmla="*/ 1124 h 1218"/>
                  <a:gd name="T60" fmla="*/ 360 w 915"/>
                  <a:gd name="T61" fmla="*/ 1122 h 1218"/>
                  <a:gd name="T62" fmla="*/ 364 w 915"/>
                  <a:gd name="T63" fmla="*/ 1122 h 1218"/>
                  <a:gd name="T64" fmla="*/ 375 w 915"/>
                  <a:gd name="T65" fmla="*/ 1116 h 1218"/>
                  <a:gd name="T66" fmla="*/ 379 w 915"/>
                  <a:gd name="T67" fmla="*/ 1107 h 1218"/>
                  <a:gd name="T68" fmla="*/ 379 w 915"/>
                  <a:gd name="T69" fmla="*/ 504 h 1218"/>
                  <a:gd name="T70" fmla="*/ 512 w 915"/>
                  <a:gd name="T71" fmla="*/ 497 h 1218"/>
                  <a:gd name="T72" fmla="*/ 89 w 915"/>
                  <a:gd name="T73" fmla="*/ 856 h 1218"/>
                  <a:gd name="T74" fmla="*/ 102 w 915"/>
                  <a:gd name="T75" fmla="*/ 610 h 1218"/>
                  <a:gd name="T76" fmla="*/ 332 w 915"/>
                  <a:gd name="T77" fmla="*/ 869 h 1218"/>
                  <a:gd name="T78" fmla="*/ 15 w 915"/>
                  <a:gd name="T79" fmla="*/ 228 h 1218"/>
                  <a:gd name="T80" fmla="*/ 814 w 915"/>
                  <a:gd name="T81" fmla="*/ 186 h 1218"/>
                  <a:gd name="T82" fmla="*/ 827 w 915"/>
                  <a:gd name="T83" fmla="*/ 433 h 1218"/>
                  <a:gd name="T84" fmla="*/ 29 w 915"/>
                  <a:gd name="T85" fmla="*/ 476 h 1218"/>
                  <a:gd name="T86" fmla="*/ 15 w 915"/>
                  <a:gd name="T87" fmla="*/ 22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915" h="1218">
                    <a:moveTo>
                      <a:pt x="887" y="898"/>
                    </a:moveTo>
                    <a:lnTo>
                      <a:pt x="560" y="881"/>
                    </a:lnTo>
                    <a:lnTo>
                      <a:pt x="560" y="634"/>
                    </a:lnTo>
                    <a:lnTo>
                      <a:pt x="900" y="652"/>
                    </a:lnTo>
                    <a:lnTo>
                      <a:pt x="799" y="769"/>
                    </a:lnTo>
                    <a:lnTo>
                      <a:pt x="887" y="898"/>
                    </a:lnTo>
                    <a:lnTo>
                      <a:pt x="887" y="898"/>
                    </a:lnTo>
                    <a:close/>
                    <a:moveTo>
                      <a:pt x="379" y="67"/>
                    </a:moveTo>
                    <a:lnTo>
                      <a:pt x="379" y="67"/>
                    </a:lnTo>
                    <a:lnTo>
                      <a:pt x="380" y="54"/>
                    </a:lnTo>
                    <a:lnTo>
                      <a:pt x="385" y="41"/>
                    </a:lnTo>
                    <a:lnTo>
                      <a:pt x="391" y="30"/>
                    </a:lnTo>
                    <a:lnTo>
                      <a:pt x="399" y="19"/>
                    </a:lnTo>
                    <a:lnTo>
                      <a:pt x="409" y="12"/>
                    </a:lnTo>
                    <a:lnTo>
                      <a:pt x="420" y="5"/>
                    </a:lnTo>
                    <a:lnTo>
                      <a:pt x="433" y="1"/>
                    </a:lnTo>
                    <a:lnTo>
                      <a:pt x="446" y="0"/>
                    </a:lnTo>
                    <a:lnTo>
                      <a:pt x="446" y="0"/>
                    </a:lnTo>
                    <a:lnTo>
                      <a:pt x="460" y="1"/>
                    </a:lnTo>
                    <a:lnTo>
                      <a:pt x="472" y="5"/>
                    </a:lnTo>
                    <a:lnTo>
                      <a:pt x="484" y="12"/>
                    </a:lnTo>
                    <a:lnTo>
                      <a:pt x="493" y="19"/>
                    </a:lnTo>
                    <a:lnTo>
                      <a:pt x="502" y="30"/>
                    </a:lnTo>
                    <a:lnTo>
                      <a:pt x="508" y="41"/>
                    </a:lnTo>
                    <a:lnTo>
                      <a:pt x="511" y="54"/>
                    </a:lnTo>
                    <a:lnTo>
                      <a:pt x="512" y="67"/>
                    </a:lnTo>
                    <a:lnTo>
                      <a:pt x="512" y="155"/>
                    </a:lnTo>
                    <a:lnTo>
                      <a:pt x="379" y="161"/>
                    </a:lnTo>
                    <a:lnTo>
                      <a:pt x="379" y="67"/>
                    </a:lnTo>
                    <a:lnTo>
                      <a:pt x="379" y="67"/>
                    </a:lnTo>
                    <a:close/>
                    <a:moveTo>
                      <a:pt x="512" y="497"/>
                    </a:moveTo>
                    <a:lnTo>
                      <a:pt x="512" y="1103"/>
                    </a:lnTo>
                    <a:lnTo>
                      <a:pt x="512" y="1103"/>
                    </a:lnTo>
                    <a:lnTo>
                      <a:pt x="514" y="1107"/>
                    </a:lnTo>
                    <a:lnTo>
                      <a:pt x="515" y="1111"/>
                    </a:lnTo>
                    <a:lnTo>
                      <a:pt x="518" y="1116"/>
                    </a:lnTo>
                    <a:lnTo>
                      <a:pt x="524" y="1121"/>
                    </a:lnTo>
                    <a:lnTo>
                      <a:pt x="528" y="1122"/>
                    </a:lnTo>
                    <a:lnTo>
                      <a:pt x="531" y="1122"/>
                    </a:lnTo>
                    <a:lnTo>
                      <a:pt x="568" y="1122"/>
                    </a:lnTo>
                    <a:lnTo>
                      <a:pt x="568" y="1122"/>
                    </a:lnTo>
                    <a:lnTo>
                      <a:pt x="579" y="1124"/>
                    </a:lnTo>
                    <a:lnTo>
                      <a:pt x="590" y="1127"/>
                    </a:lnTo>
                    <a:lnTo>
                      <a:pt x="598" y="1132"/>
                    </a:lnTo>
                    <a:lnTo>
                      <a:pt x="606" y="1138"/>
                    </a:lnTo>
                    <a:lnTo>
                      <a:pt x="613" y="1146"/>
                    </a:lnTo>
                    <a:lnTo>
                      <a:pt x="618" y="1156"/>
                    </a:lnTo>
                    <a:lnTo>
                      <a:pt x="621" y="1165"/>
                    </a:lnTo>
                    <a:lnTo>
                      <a:pt x="622" y="1176"/>
                    </a:lnTo>
                    <a:lnTo>
                      <a:pt x="622" y="1218"/>
                    </a:lnTo>
                    <a:lnTo>
                      <a:pt x="270" y="1218"/>
                    </a:lnTo>
                    <a:lnTo>
                      <a:pt x="270" y="1176"/>
                    </a:lnTo>
                    <a:lnTo>
                      <a:pt x="270" y="1176"/>
                    </a:lnTo>
                    <a:lnTo>
                      <a:pt x="271" y="1165"/>
                    </a:lnTo>
                    <a:lnTo>
                      <a:pt x="275" y="1156"/>
                    </a:lnTo>
                    <a:lnTo>
                      <a:pt x="279" y="1146"/>
                    </a:lnTo>
                    <a:lnTo>
                      <a:pt x="285" y="1138"/>
                    </a:lnTo>
                    <a:lnTo>
                      <a:pt x="294" y="1132"/>
                    </a:lnTo>
                    <a:lnTo>
                      <a:pt x="303" y="1127"/>
                    </a:lnTo>
                    <a:lnTo>
                      <a:pt x="313" y="1124"/>
                    </a:lnTo>
                    <a:lnTo>
                      <a:pt x="323" y="1122"/>
                    </a:lnTo>
                    <a:lnTo>
                      <a:pt x="360" y="1122"/>
                    </a:lnTo>
                    <a:lnTo>
                      <a:pt x="360" y="1122"/>
                    </a:lnTo>
                    <a:lnTo>
                      <a:pt x="364" y="1122"/>
                    </a:lnTo>
                    <a:lnTo>
                      <a:pt x="367" y="1121"/>
                    </a:lnTo>
                    <a:lnTo>
                      <a:pt x="375" y="1116"/>
                    </a:lnTo>
                    <a:lnTo>
                      <a:pt x="378" y="1111"/>
                    </a:lnTo>
                    <a:lnTo>
                      <a:pt x="379" y="1107"/>
                    </a:lnTo>
                    <a:lnTo>
                      <a:pt x="379" y="1103"/>
                    </a:lnTo>
                    <a:lnTo>
                      <a:pt x="379" y="504"/>
                    </a:lnTo>
                    <a:lnTo>
                      <a:pt x="512" y="497"/>
                    </a:lnTo>
                    <a:lnTo>
                      <a:pt x="512" y="497"/>
                    </a:lnTo>
                    <a:close/>
                    <a:moveTo>
                      <a:pt x="332" y="869"/>
                    </a:moveTo>
                    <a:lnTo>
                      <a:pt x="89" y="856"/>
                    </a:lnTo>
                    <a:lnTo>
                      <a:pt x="0" y="728"/>
                    </a:lnTo>
                    <a:lnTo>
                      <a:pt x="102" y="610"/>
                    </a:lnTo>
                    <a:lnTo>
                      <a:pt x="332" y="622"/>
                    </a:lnTo>
                    <a:lnTo>
                      <a:pt x="332" y="869"/>
                    </a:lnTo>
                    <a:lnTo>
                      <a:pt x="332" y="869"/>
                    </a:lnTo>
                    <a:close/>
                    <a:moveTo>
                      <a:pt x="15" y="228"/>
                    </a:moveTo>
                    <a:lnTo>
                      <a:pt x="415" y="207"/>
                    </a:lnTo>
                    <a:lnTo>
                      <a:pt x="814" y="186"/>
                    </a:lnTo>
                    <a:lnTo>
                      <a:pt x="915" y="304"/>
                    </a:lnTo>
                    <a:lnTo>
                      <a:pt x="827" y="433"/>
                    </a:lnTo>
                    <a:lnTo>
                      <a:pt x="428" y="454"/>
                    </a:lnTo>
                    <a:lnTo>
                      <a:pt x="29" y="476"/>
                    </a:lnTo>
                    <a:lnTo>
                      <a:pt x="118" y="346"/>
                    </a:lnTo>
                    <a:lnTo>
                      <a:pt x="15" y="228"/>
                    </a:lnTo>
                    <a:lnTo>
                      <a:pt x="15" y="228"/>
                    </a:lnTo>
                    <a:close/>
                  </a:path>
                </a:pathLst>
              </a:custGeom>
              <a:solidFill>
                <a:schemeClr val="bg1">
                  <a:lumMod val="10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iṡlíḍe"/>
              <p:cNvSpPr txBox="1"/>
              <p:nvPr/>
            </p:nvSpPr>
            <p:spPr>
              <a:xfrm>
                <a:off x="365150" y="3656936"/>
                <a:ext cx="2935892" cy="388226"/>
              </a:xfrm>
              <a:prstGeom prst="rect">
                <a:avLst/>
              </a:prstGeom>
              <a:noFill/>
            </p:spPr>
            <p:txBody>
              <a:bodyPr wrap="none" lIns="0" tIns="0" rIns="360000" bIns="0" anchor="b" anchorCtr="0">
                <a:normAutofit/>
              </a:bodyPr>
              <a:lstStyle/>
              <a:p>
                <a:pPr algn="r"/>
                <a:r>
                  <a:rPr lang="zh-CN" altLang="en-US" sz="2000" b="1">
                    <a:solidFill>
                      <a:schemeClr val="accent2">
                        <a:lumMod val="100000"/>
                      </a:schemeClr>
                    </a:solidFill>
                  </a:rPr>
                  <a:t>相关资源分配形式</a:t>
                </a:r>
                <a:endParaRPr lang="zh-CN" altLang="en-US" sz="2000" b="1">
                  <a:solidFill>
                    <a:schemeClr val="accent2">
                      <a:lumMod val="100000"/>
                    </a:schemeClr>
                  </a:solidFill>
                </a:endParaRPr>
              </a:p>
            </p:txBody>
          </p:sp>
          <p:grpSp>
            <p:nvGrpSpPr>
              <p:cNvPr id="14" name="îṣḻíḓe"/>
              <p:cNvGrpSpPr/>
              <p:nvPr/>
            </p:nvGrpSpPr>
            <p:grpSpPr>
              <a:xfrm>
                <a:off x="8890959" y="2919941"/>
                <a:ext cx="2823587" cy="2085894"/>
                <a:chOff x="1197898" y="2282518"/>
                <a:chExt cx="2198693" cy="2085894"/>
              </a:xfrm>
            </p:grpSpPr>
            <p:sp>
              <p:nvSpPr>
                <p:cNvPr id="16" name="íŝḻîḋe"/>
                <p:cNvSpPr txBox="1"/>
                <p:nvPr/>
              </p:nvSpPr>
              <p:spPr>
                <a:xfrm>
                  <a:off x="1197898" y="3749646"/>
                  <a:ext cx="2198693" cy="618766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endParaRPr lang="zh-CN" altLang="en-US" sz="105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  <p:sp>
              <p:nvSpPr>
                <p:cNvPr id="18" name="ïṩḷïde"/>
                <p:cNvSpPr txBox="1"/>
                <p:nvPr/>
              </p:nvSpPr>
              <p:spPr>
                <a:xfrm>
                  <a:off x="1197898" y="2282518"/>
                  <a:ext cx="2198693" cy="618766"/>
                </a:xfrm>
                <a:prstGeom prst="rect">
                  <a:avLst/>
                </a:prstGeom>
              </p:spPr>
              <p:txBody>
                <a:bodyPr vert="horz" wrap="square" lIns="360000" tIns="0" rIns="0" bIns="0" anchor="ctr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endParaRPr lang="zh-CN" altLang="en-US" sz="1050">
                    <a:solidFill>
                      <a:schemeClr val="dk1">
                        <a:lumMod val="100000"/>
                      </a:schemeClr>
                    </a:solidFill>
                  </a:endParaRPr>
                </a:p>
              </p:txBody>
            </p:sp>
          </p:grpSp>
        </p:grpSp>
      </p:grpSp>
      <p:sp>
        <p:nvSpPr>
          <p:cNvPr id="23" name="iṡlíḍe"/>
          <p:cNvSpPr txBox="1"/>
          <p:nvPr/>
        </p:nvSpPr>
        <p:spPr>
          <a:xfrm>
            <a:off x="9032240" y="3644900"/>
            <a:ext cx="1617980" cy="387985"/>
          </a:xfrm>
          <a:prstGeom prst="rect">
            <a:avLst/>
          </a:prstGeom>
          <a:noFill/>
        </p:spPr>
        <p:txBody>
          <a:bodyPr wrap="none" lIns="0" tIns="0" rIns="360000" bIns="0" anchor="b" anchorCtr="0">
            <a:normAutofit/>
          </a:bodyPr>
          <a:p>
            <a:pPr algn="r"/>
            <a:r>
              <a:rPr lang="zh-CN" altLang="en-US" sz="2000" b="1">
                <a:solidFill>
                  <a:schemeClr val="accent2">
                    <a:lumMod val="100000"/>
                  </a:schemeClr>
                </a:solidFill>
              </a:rPr>
              <a:t>运行效率</a:t>
            </a:r>
            <a:endParaRPr lang="zh-CN" altLang="en-US" sz="2000" b="1">
              <a:solidFill>
                <a:schemeClr val="accent2">
                  <a:lumMod val="10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c28d1b1a-3544-4c52-b345-0ba3bc32e282"/>
</p:tagLst>
</file>

<file path=ppt/tags/tag2.xml><?xml version="1.0" encoding="utf-8"?>
<p:tagLst xmlns:p="http://schemas.openxmlformats.org/presentationml/2006/main">
  <p:tag name="ISLIDE.DIAGRAM" val="08711b99-5076-42ab-8052-9c6e5b89f4ee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2189</Words>
  <Application>WPS 演示</Application>
  <PresentationFormat>宽屏</PresentationFormat>
  <Paragraphs>114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Wingdings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线程的概念</vt:lpstr>
      <vt:lpstr>线程组成</vt:lpstr>
      <vt:lpstr>线程组成</vt:lpstr>
      <vt:lpstr>线程组成</vt:lpstr>
      <vt:lpstr>线程创建</vt:lpstr>
      <vt:lpstr>静态线程VS动态线程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208</cp:revision>
  <dcterms:created xsi:type="dcterms:W3CDTF">2014-06-30T01:36:00Z</dcterms:created>
  <dcterms:modified xsi:type="dcterms:W3CDTF">2018-11-04T14:25:04Z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2052-10.1.0.7643</vt:lpwstr>
  </property>
</Properties>
</file>