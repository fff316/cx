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8" r:id="rId3"/>
    <p:sldId id="398" r:id="rId4"/>
    <p:sldId id="397" r:id="rId5"/>
    <p:sldId id="400" r:id="rId6"/>
    <p:sldId id="396" r:id="rId7"/>
    <p:sldId id="39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9138" y="4874771"/>
            <a:ext cx="7382672" cy="1032599"/>
          </a:xfrm>
        </p:spPr>
        <p:txBody>
          <a:bodyPr/>
          <a:lstStyle/>
          <a:p>
            <a:r>
              <a:rPr lang="en-US" altLang="zh-CN" dirty="0"/>
              <a:t>          </a:t>
            </a:r>
            <a:r>
              <a:rPr lang="zh-CN" altLang="en-US" sz="2800" dirty="0"/>
              <a:t>第四讲：</a:t>
            </a:r>
            <a:r>
              <a:rPr lang="en-US" altLang="zh-CN" sz="2800" dirty="0"/>
              <a:t> </a:t>
            </a:r>
            <a:r>
              <a:rPr lang="zh-CN" altLang="en-US" sz="2800" dirty="0"/>
              <a:t>跑马灯线程实例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线程状态切换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380" y="1790065"/>
            <a:ext cx="9337675" cy="38563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19345" y="5875020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70C0"/>
                </a:solidFill>
              </a:rPr>
              <a:t>线程状态转换图</a:t>
            </a:r>
            <a:endParaRPr lang="zh-CN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系统滴答时钟</a:t>
            </a:r>
            <a:endParaRPr lang="zh-CN" altLang="en-US"/>
          </a:p>
        </p:txBody>
      </p:sp>
      <p:sp>
        <p:nvSpPr>
          <p:cNvPr id="4" name="ïṥḻiḋè"/>
          <p:cNvSpPr txBox="1"/>
          <p:nvPr/>
        </p:nvSpPr>
        <p:spPr>
          <a:xfrm>
            <a:off x="716280" y="1575435"/>
            <a:ext cx="2009140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65960" y="4328160"/>
            <a:ext cx="6146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058545" y="1575435"/>
            <a:ext cx="1007491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zh-CN" altLang="en-US"/>
              <a:t>        每一个操作系统中都存在一个“系统心跳”时钟，是操作系统中最小的时钟单位。这个时钟负责系统和时间相关的一些操作。作为操作系统运行的时间尺度，</a:t>
            </a:r>
            <a:r>
              <a:rPr lang="zh-CN" altLang="en-US">
                <a:sym typeface="+mn-ea"/>
              </a:rPr>
              <a:t>心跳时钟是由硬件定时器的定时中断产生。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 </a:t>
            </a:r>
            <a:r>
              <a:rPr lang="zh-CN" altLang="en-US"/>
              <a:t>时钟节拍使得内核可以将线程延时若干个整数时钟节拍，以及线程等待事件发生时，提供等待超时的依据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/>
              <a:t>        系统的心跳时钟我们也常</a:t>
            </a:r>
            <a:r>
              <a:rPr lang="zh-CN" altLang="en-US"/>
              <a:t>称之为系统滴答，系统滴答的频率需要我们根据 cpu的处理能力来决定。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频率越快，内核函数介入系统运行的几率就越大，内核占用的处理器时间就越长，系统的负荷就变大；</a:t>
            </a:r>
            <a:endParaRPr lang="zh-CN" altLang="en-US"/>
          </a:p>
          <a:p>
            <a:r>
              <a:rPr lang="zh-CN" altLang="en-US"/>
              <a:t>      频率越小，时间处理精度又不够；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我们在 stm32 平台上一般设置系统滴答频率为 100HZ，即每个滴答的时间</a:t>
            </a:r>
            <a:r>
              <a:rPr lang="zh-CN" altLang="en-US"/>
              <a:t>是 10ms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GPIO</a:t>
            </a:r>
            <a:r>
              <a:rPr lang="zh-CN" altLang="en-US"/>
              <a:t>驱动架构操作</a:t>
            </a:r>
            <a:r>
              <a:rPr lang="en-US" altLang="zh-CN"/>
              <a:t>IO</a:t>
            </a:r>
            <a:endParaRPr lang="en-US" altLang="zh-CN"/>
          </a:p>
        </p:txBody>
      </p:sp>
      <p:sp>
        <p:nvSpPr>
          <p:cNvPr id="4" name="ïṥḻiḋè"/>
          <p:cNvSpPr txBox="1"/>
          <p:nvPr/>
        </p:nvSpPr>
        <p:spPr>
          <a:xfrm>
            <a:off x="716280" y="1575435"/>
            <a:ext cx="2009140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8715" y="1452880"/>
            <a:ext cx="1007491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IO</a:t>
            </a:r>
            <a:r>
              <a:rPr lang="zh-CN" altLang="en-US" sz="2000" b="1"/>
              <a:t>初始化</a:t>
            </a:r>
            <a:endParaRPr lang="zh-CN" altLang="en-US" sz="2000" b="1"/>
          </a:p>
          <a:p>
            <a:endParaRPr lang="en-US" altLang="zh-CN"/>
          </a:p>
          <a:p>
            <a:r>
              <a:rPr lang="zh-CN" altLang="en-US"/>
              <a:t>        </a:t>
            </a:r>
            <a:r>
              <a:t>void </a:t>
            </a:r>
            <a:r>
              <a:rPr>
                <a:solidFill>
                  <a:schemeClr val="tx2"/>
                </a:solidFill>
              </a:rPr>
              <a:t>rt_pin_mode</a:t>
            </a:r>
            <a:r>
              <a:t>(rt_base_t pin, rt_base_t mode)</a:t>
            </a:r>
          </a:p>
          <a:p>
            <a:r>
              <a:t>                                                                                      PIN_MODE_OUTPUT</a:t>
            </a:r>
          </a:p>
          <a:p>
            <a:r>
              <a:t>                                                                                      PIN_MODE_INPUT</a:t>
            </a:r>
          </a:p>
          <a:p>
            <a:r>
              <a:t>                                                                                      PIN_MODE_INPUT_PULLUP</a:t>
            </a:r>
          </a:p>
          <a:p>
            <a:r>
              <a:t>                                                                                      PIN_MODE_INPUT_PULLDOWN</a:t>
            </a:r>
          </a:p>
          <a:p>
            <a:r>
              <a:t>                                                                                      PIN_MODE_OUTPUT_OD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48715" y="3790950"/>
            <a:ext cx="1007491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IO</a:t>
            </a:r>
            <a:r>
              <a:rPr lang="zh-CN" altLang="en-US" sz="2000" b="1"/>
              <a:t>写入</a:t>
            </a:r>
            <a:endParaRPr lang="zh-CN" altLang="en-US" sz="2000" b="1"/>
          </a:p>
          <a:p>
            <a:endParaRPr lang="en-US" altLang="zh-CN"/>
          </a:p>
          <a:p>
            <a:r>
              <a:rPr lang="zh-CN" altLang="en-US"/>
              <a:t>        </a:t>
            </a:r>
            <a:r>
              <a:t>void </a:t>
            </a:r>
            <a:r>
              <a:rPr>
                <a:solidFill>
                  <a:schemeClr val="tx2"/>
                </a:solidFill>
              </a:rPr>
              <a:t>rt_pin_write</a:t>
            </a:r>
            <a:r>
              <a:t>(rt_base_t pin, rt_base_t value)      </a:t>
            </a:r>
          </a:p>
          <a:p>
            <a:r>
              <a:t>                                                                                     PIN_HIGH</a:t>
            </a:r>
          </a:p>
          <a:p>
            <a:r>
              <a:t>                                                                                     PIN_</a:t>
            </a:r>
            <a:r>
              <a:rPr lang="en-US"/>
              <a:t>LOW</a:t>
            </a:r>
            <a:r>
              <a:t>                                                                           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48715" y="5217160"/>
            <a:ext cx="100749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IO</a:t>
            </a:r>
            <a:r>
              <a:rPr lang="zh-CN" altLang="en-US" sz="2000" b="1"/>
              <a:t>读出</a:t>
            </a:r>
            <a:endParaRPr lang="zh-CN" altLang="en-US" sz="2000" b="1"/>
          </a:p>
          <a:p>
            <a:endParaRPr lang="en-US" altLang="zh-CN"/>
          </a:p>
          <a:p>
            <a:r>
              <a:rPr lang="zh-CN" altLang="en-US"/>
              <a:t>        </a:t>
            </a:r>
            <a:r>
              <a:t>int  </a:t>
            </a:r>
            <a:r>
              <a:rPr>
                <a:solidFill>
                  <a:schemeClr val="tx2"/>
                </a:solidFill>
              </a:rPr>
              <a:t>rt_pin_read</a:t>
            </a:r>
            <a:r>
              <a:t>(rt_base_t pin)                                                                          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手敲代码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线程栈大小分配</a:t>
            </a:r>
            <a:endParaRPr lang="zh-CN" altLang="en-US"/>
          </a:p>
        </p:txBody>
      </p:sp>
      <p:sp>
        <p:nvSpPr>
          <p:cNvPr id="4" name="ïṥḻiḋè"/>
          <p:cNvSpPr txBox="1"/>
          <p:nvPr/>
        </p:nvSpPr>
        <p:spPr>
          <a:xfrm>
            <a:off x="716280" y="1575435"/>
            <a:ext cx="2009140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8715" y="1709420"/>
            <a:ext cx="100749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zh-CN" altLang="en-US"/>
              <a:t>        先将线程栈大小设置一个固定值（比如</a:t>
            </a:r>
            <a:r>
              <a:rPr lang="en-US" altLang="zh-CN"/>
              <a:t>2048</a:t>
            </a:r>
            <a:r>
              <a:rPr lang="zh-CN" altLang="en-US"/>
              <a:t>），在线程运行时通过查看线程栈的使用情况，了解线程栈使用的实际情况，根据情况设置合理的栈大小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580" y="2993390"/>
            <a:ext cx="8933180" cy="1527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48715" y="5063490"/>
            <a:ext cx="10074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zh-CN" altLang="en-US"/>
              <a:t>        </a:t>
            </a:r>
            <a:r>
              <a:rPr lang="zh-CN"/>
              <a:t>一般将线程栈最大使用量设置为</a:t>
            </a:r>
            <a:r>
              <a:rPr lang="en-US" altLang="zh-CN" b="1"/>
              <a:t>70%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1541</Words>
  <Application>WPS 演示</Application>
  <PresentationFormat>宽屏</PresentationFormat>
  <Paragraphs>61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Wingdings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线程状态切换</vt:lpstr>
      <vt:lpstr>系统滴答时钟</vt:lpstr>
      <vt:lpstr>GPIO驱动架构操作IO</vt:lpstr>
      <vt:lpstr>PowerPoint 演示文稿</vt:lpstr>
      <vt:lpstr>线程栈大小分配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181</cp:revision>
  <dcterms:created xsi:type="dcterms:W3CDTF">2014-06-30T01:36:00Z</dcterms:created>
  <dcterms:modified xsi:type="dcterms:W3CDTF">2018-11-09T14:59:27Z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</Properties>
</file>