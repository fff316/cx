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407" r:id="rId4"/>
    <p:sldId id="409" r:id="rId6"/>
    <p:sldId id="408" r:id="rId7"/>
    <p:sldId id="40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7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81885" y="255587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9138" y="4910331"/>
            <a:ext cx="7382672" cy="1032599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         </a:t>
            </a:r>
            <a:r>
              <a:rPr lang="zh-CN" altLang="en-US" sz="2800" dirty="0"/>
              <a:t>第十三讲：</a:t>
            </a:r>
            <a:r>
              <a:rPr lang="en-US" altLang="zh-CN" sz="2800" dirty="0"/>
              <a:t> </a:t>
            </a:r>
            <a:r>
              <a:rPr lang="zh-CN" altLang="en-US" sz="2800" dirty="0"/>
              <a:t>邮箱的使用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邮箱工作机制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530225" y="1755140"/>
            <a:ext cx="8648700" cy="2338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r>
              <a:t>RT-Thread 操作系统的邮箱用于线程间通信，特点是开销比较低，效率较高。邮箱中的每一封邮件只能容纳固定的 4 字节内容（针对 32 位处理系统，指针的大小即为 4 个字节，所以一封邮件恰好能够容纳一个指针）。</a:t>
            </a:r>
          </a:p>
          <a:p>
            <a:r>
              <a:t>        线程或中断服务例程把一封 4 字节长度的邮件发送到邮箱中，</a:t>
            </a:r>
            <a:r>
              <a:rPr lang="zh-CN"/>
              <a:t>而其他需要的线程</a:t>
            </a:r>
            <a:r>
              <a:t>可以从邮箱中接收这些邮件</a:t>
            </a:r>
            <a:r>
              <a:rPr lang="zh-CN"/>
              <a:t>并</a:t>
            </a:r>
            <a:r>
              <a:t>进行处理</a:t>
            </a:r>
            <a:r>
              <a:rPr lang="zh-CN"/>
              <a:t>。</a:t>
            </a:r>
            <a:endParaRPr lang="zh-CN"/>
          </a:p>
          <a:p>
            <a:endParaRPr lang="zh-CN" altLang="en-US"/>
          </a:p>
          <a:p>
            <a:r>
              <a:rPr lang="zh-CN" altLang="en-US"/>
              <a:t>        </a:t>
            </a:r>
            <a:endParaRPr lang="zh-CN" altLang="en-US" sz="2000"/>
          </a:p>
          <a:p>
            <a:endParaRPr lang="zh-CN" altLang="en-US" sz="20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65" y="3792855"/>
            <a:ext cx="8384540" cy="1945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邮箱控制块</a:t>
            </a:r>
            <a:endParaRPr lang="zh-CN" altLang="en-US"/>
          </a:p>
        </p:txBody>
      </p:sp>
      <p:grpSp>
        <p:nvGrpSpPr>
          <p:cNvPr id="5" name="îṡḷïḋè"/>
          <p:cNvGrpSpPr/>
          <p:nvPr/>
        </p:nvGrpSpPr>
        <p:grpSpPr>
          <a:xfrm rot="0">
            <a:off x="8993505" y="1757680"/>
            <a:ext cx="2592070" cy="3694430"/>
            <a:chOff x="4169666" y="2268389"/>
            <a:chExt cx="1673212" cy="2384748"/>
          </a:xfrm>
        </p:grpSpPr>
        <p:sp>
          <p:nvSpPr>
            <p:cNvPr id="23" name="íSļiḍè"/>
            <p:cNvSpPr>
              <a:spLocks noChangeAspect="1" noChangeArrowheads="1" noTextEdit="1"/>
            </p:cNvSpPr>
            <p:nvPr/>
          </p:nvSpPr>
          <p:spPr bwMode="auto">
            <a:xfrm>
              <a:off x="4171659" y="2271379"/>
              <a:ext cx="1669226" cy="237976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4" name="îSľíďé"/>
            <p:cNvSpPr/>
            <p:nvPr/>
          </p:nvSpPr>
          <p:spPr bwMode="auto">
            <a:xfrm>
              <a:off x="4691860" y="3253979"/>
              <a:ext cx="437487" cy="282024"/>
            </a:xfrm>
            <a:custGeom>
              <a:avLst/>
              <a:gdLst/>
              <a:ahLst/>
              <a:cxnLst>
                <a:cxn ang="0">
                  <a:pos x="474" y="335"/>
                </a:cxn>
                <a:cxn ang="0">
                  <a:pos x="525" y="323"/>
                </a:cxn>
                <a:cxn ang="0">
                  <a:pos x="512" y="270"/>
                </a:cxn>
                <a:cxn ang="0">
                  <a:pos x="61" y="10"/>
                </a:cxn>
                <a:cxn ang="0">
                  <a:pos x="11" y="22"/>
                </a:cxn>
                <a:cxn ang="0">
                  <a:pos x="23" y="75"/>
                </a:cxn>
                <a:cxn ang="0">
                  <a:pos x="474" y="335"/>
                </a:cxn>
              </a:cxnLst>
              <a:rect l="0" t="0" r="r" b="b"/>
              <a:pathLst>
                <a:path w="535" h="345">
                  <a:moveTo>
                    <a:pt x="474" y="335"/>
                  </a:moveTo>
                  <a:cubicBezTo>
                    <a:pt x="492" y="345"/>
                    <a:pt x="514" y="341"/>
                    <a:pt x="525" y="323"/>
                  </a:cubicBezTo>
                  <a:cubicBezTo>
                    <a:pt x="535" y="305"/>
                    <a:pt x="530" y="281"/>
                    <a:pt x="512" y="270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43" y="0"/>
                    <a:pt x="21" y="5"/>
                    <a:pt x="11" y="22"/>
                  </a:cubicBezTo>
                  <a:cubicBezTo>
                    <a:pt x="0" y="40"/>
                    <a:pt x="5" y="64"/>
                    <a:pt x="23" y="75"/>
                  </a:cubicBezTo>
                  <a:lnTo>
                    <a:pt x="474" y="335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5" name="ïS1idé"/>
            <p:cNvSpPr/>
            <p:nvPr/>
          </p:nvSpPr>
          <p:spPr bwMode="auto">
            <a:xfrm>
              <a:off x="4646018" y="3332706"/>
              <a:ext cx="437487" cy="283021"/>
            </a:xfrm>
            <a:custGeom>
              <a:avLst/>
              <a:gdLst/>
              <a:ahLst/>
              <a:cxnLst>
                <a:cxn ang="0">
                  <a:pos x="24" y="76"/>
                </a:cxn>
                <a:cxn ang="0">
                  <a:pos x="474" y="336"/>
                </a:cxn>
                <a:cxn ang="0">
                  <a:pos x="525" y="323"/>
                </a:cxn>
                <a:cxn ang="0">
                  <a:pos x="512" y="271"/>
                </a:cxn>
                <a:cxn ang="0">
                  <a:pos x="61" y="11"/>
                </a:cxn>
                <a:cxn ang="0">
                  <a:pos x="11" y="23"/>
                </a:cxn>
                <a:cxn ang="0">
                  <a:pos x="24" y="76"/>
                </a:cxn>
              </a:cxnLst>
              <a:rect l="0" t="0" r="r" b="b"/>
              <a:pathLst>
                <a:path w="535" h="346">
                  <a:moveTo>
                    <a:pt x="24" y="76"/>
                  </a:moveTo>
                  <a:cubicBezTo>
                    <a:pt x="474" y="336"/>
                    <a:pt x="474" y="336"/>
                    <a:pt x="474" y="336"/>
                  </a:cubicBezTo>
                  <a:cubicBezTo>
                    <a:pt x="492" y="346"/>
                    <a:pt x="514" y="341"/>
                    <a:pt x="525" y="323"/>
                  </a:cubicBezTo>
                  <a:cubicBezTo>
                    <a:pt x="535" y="306"/>
                    <a:pt x="530" y="281"/>
                    <a:pt x="512" y="27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43" y="0"/>
                    <a:pt x="21" y="5"/>
                    <a:pt x="11" y="23"/>
                  </a:cubicBezTo>
                  <a:cubicBezTo>
                    <a:pt x="0" y="41"/>
                    <a:pt x="6" y="65"/>
                    <a:pt x="24" y="76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6" name="íşliďe"/>
            <p:cNvSpPr>
              <a:spLocks noEditPoints="1"/>
            </p:cNvSpPr>
            <p:nvPr/>
          </p:nvSpPr>
          <p:spPr bwMode="auto">
            <a:xfrm>
              <a:off x="4169666" y="3412430"/>
              <a:ext cx="875970" cy="1240707"/>
            </a:xfrm>
            <a:custGeom>
              <a:avLst/>
              <a:gdLst/>
              <a:ahLst/>
              <a:cxnLst>
                <a:cxn ang="0">
                  <a:pos x="1068" y="298"/>
                </a:cxn>
                <a:cxn ang="0">
                  <a:pos x="1058" y="284"/>
                </a:cxn>
                <a:cxn ang="0">
                  <a:pos x="1038" y="271"/>
                </a:cxn>
                <a:cxn ang="0">
                  <a:pos x="587" y="11"/>
                </a:cxn>
                <a:cxn ang="0">
                  <a:pos x="567" y="3"/>
                </a:cxn>
                <a:cxn ang="0">
                  <a:pos x="536" y="17"/>
                </a:cxn>
                <a:cxn ang="0">
                  <a:pos x="24" y="903"/>
                </a:cxn>
                <a:cxn ang="0">
                  <a:pos x="24" y="903"/>
                </a:cxn>
                <a:cxn ang="0">
                  <a:pos x="1" y="1456"/>
                </a:cxn>
                <a:cxn ang="0">
                  <a:pos x="29" y="1507"/>
                </a:cxn>
                <a:cxn ang="0">
                  <a:pos x="87" y="1506"/>
                </a:cxn>
                <a:cxn ang="0">
                  <a:pos x="554" y="1209"/>
                </a:cxn>
                <a:cxn ang="0">
                  <a:pos x="554" y="1209"/>
                </a:cxn>
                <a:cxn ang="0">
                  <a:pos x="1066" y="323"/>
                </a:cxn>
                <a:cxn ang="0">
                  <a:pos x="1069" y="304"/>
                </a:cxn>
                <a:cxn ang="0">
                  <a:pos x="1068" y="298"/>
                </a:cxn>
                <a:cxn ang="0">
                  <a:pos x="509" y="1167"/>
                </a:cxn>
                <a:cxn ang="0">
                  <a:pos x="509" y="1167"/>
                </a:cxn>
                <a:cxn ang="0">
                  <a:pos x="195" y="1367"/>
                </a:cxn>
                <a:cxn ang="0">
                  <a:pos x="194" y="1366"/>
                </a:cxn>
                <a:cxn ang="0">
                  <a:pos x="142" y="1310"/>
                </a:cxn>
                <a:cxn ang="0">
                  <a:pos x="68" y="1289"/>
                </a:cxn>
                <a:cxn ang="0">
                  <a:pos x="68" y="1289"/>
                </a:cxn>
                <a:cxn ang="0">
                  <a:pos x="83" y="921"/>
                </a:cxn>
                <a:cxn ang="0">
                  <a:pos x="83" y="921"/>
                </a:cxn>
                <a:cxn ang="0">
                  <a:pos x="87" y="914"/>
                </a:cxn>
                <a:cxn ang="0">
                  <a:pos x="87" y="914"/>
                </a:cxn>
                <a:cxn ang="0">
                  <a:pos x="229" y="896"/>
                </a:cxn>
                <a:cxn ang="0">
                  <a:pos x="237" y="898"/>
                </a:cxn>
                <a:cxn ang="0">
                  <a:pos x="241" y="905"/>
                </a:cxn>
                <a:cxn ang="0">
                  <a:pos x="255" y="1023"/>
                </a:cxn>
                <a:cxn ang="0">
                  <a:pos x="281" y="1063"/>
                </a:cxn>
                <a:cxn ang="0">
                  <a:pos x="281" y="1063"/>
                </a:cxn>
                <a:cxn ang="0">
                  <a:pos x="328" y="1067"/>
                </a:cxn>
                <a:cxn ang="0">
                  <a:pos x="446" y="1021"/>
                </a:cxn>
                <a:cxn ang="0">
                  <a:pos x="457" y="1025"/>
                </a:cxn>
                <a:cxn ang="0">
                  <a:pos x="513" y="1161"/>
                </a:cxn>
                <a:cxn ang="0">
                  <a:pos x="513" y="1161"/>
                </a:cxn>
                <a:cxn ang="0">
                  <a:pos x="509" y="1167"/>
                </a:cxn>
                <a:cxn ang="0">
                  <a:pos x="538" y="1117"/>
                </a:cxn>
                <a:cxn ang="0">
                  <a:pos x="538" y="1117"/>
                </a:cxn>
                <a:cxn ang="0">
                  <a:pos x="494" y="1010"/>
                </a:cxn>
                <a:cxn ang="0">
                  <a:pos x="432" y="984"/>
                </a:cxn>
                <a:cxn ang="0">
                  <a:pos x="314" y="1030"/>
                </a:cxn>
                <a:cxn ang="0">
                  <a:pos x="301" y="1029"/>
                </a:cxn>
                <a:cxn ang="0">
                  <a:pos x="294" y="1018"/>
                </a:cxn>
                <a:cxn ang="0">
                  <a:pos x="280" y="901"/>
                </a:cxn>
                <a:cxn ang="0">
                  <a:pos x="267" y="872"/>
                </a:cxn>
                <a:cxn ang="0">
                  <a:pos x="224" y="856"/>
                </a:cxn>
                <a:cxn ang="0">
                  <a:pos x="113" y="871"/>
                </a:cxn>
                <a:cxn ang="0">
                  <a:pos x="112" y="870"/>
                </a:cxn>
                <a:cxn ang="0">
                  <a:pos x="566" y="85"/>
                </a:cxn>
                <a:cxn ang="0">
                  <a:pos x="566" y="85"/>
                </a:cxn>
                <a:cxn ang="0">
                  <a:pos x="992" y="331"/>
                </a:cxn>
                <a:cxn ang="0">
                  <a:pos x="992" y="331"/>
                </a:cxn>
                <a:cxn ang="0">
                  <a:pos x="538" y="1117"/>
                </a:cxn>
              </a:cxnLst>
              <a:rect l="0" t="0" r="r" b="b"/>
              <a:pathLst>
                <a:path w="1070" h="1517">
                  <a:moveTo>
                    <a:pt x="1068" y="298"/>
                  </a:moveTo>
                  <a:cubicBezTo>
                    <a:pt x="1066" y="293"/>
                    <a:pt x="1063" y="288"/>
                    <a:pt x="1058" y="284"/>
                  </a:cubicBezTo>
                  <a:cubicBezTo>
                    <a:pt x="1053" y="280"/>
                    <a:pt x="1046" y="275"/>
                    <a:pt x="1038" y="27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0" y="6"/>
                    <a:pt x="573" y="4"/>
                    <a:pt x="567" y="3"/>
                  </a:cubicBezTo>
                  <a:cubicBezTo>
                    <a:pt x="555" y="0"/>
                    <a:pt x="542" y="6"/>
                    <a:pt x="536" y="17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24" y="903"/>
                    <a:pt x="24" y="903"/>
                    <a:pt x="24" y="903"/>
                  </a:cubicBezTo>
                  <a:cubicBezTo>
                    <a:pt x="1" y="1456"/>
                    <a:pt x="1" y="1456"/>
                    <a:pt x="1" y="1456"/>
                  </a:cubicBezTo>
                  <a:cubicBezTo>
                    <a:pt x="0" y="1477"/>
                    <a:pt x="11" y="1496"/>
                    <a:pt x="29" y="1507"/>
                  </a:cubicBezTo>
                  <a:cubicBezTo>
                    <a:pt x="47" y="1517"/>
                    <a:pt x="70" y="1517"/>
                    <a:pt x="87" y="1506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554" y="1209"/>
                    <a:pt x="554" y="1209"/>
                    <a:pt x="554" y="1209"/>
                  </a:cubicBezTo>
                  <a:cubicBezTo>
                    <a:pt x="1066" y="323"/>
                    <a:pt x="1066" y="323"/>
                    <a:pt x="1066" y="323"/>
                  </a:cubicBezTo>
                  <a:cubicBezTo>
                    <a:pt x="1069" y="317"/>
                    <a:pt x="1070" y="311"/>
                    <a:pt x="1069" y="304"/>
                  </a:cubicBezTo>
                  <a:cubicBezTo>
                    <a:pt x="1069" y="302"/>
                    <a:pt x="1069" y="300"/>
                    <a:pt x="1068" y="298"/>
                  </a:cubicBezTo>
                  <a:close/>
                  <a:moveTo>
                    <a:pt x="509" y="1167"/>
                  </a:moveTo>
                  <a:cubicBezTo>
                    <a:pt x="509" y="1167"/>
                    <a:pt x="509" y="1167"/>
                    <a:pt x="509" y="1167"/>
                  </a:cubicBezTo>
                  <a:cubicBezTo>
                    <a:pt x="195" y="1367"/>
                    <a:pt x="195" y="1367"/>
                    <a:pt x="195" y="1367"/>
                  </a:cubicBezTo>
                  <a:cubicBezTo>
                    <a:pt x="194" y="1366"/>
                    <a:pt x="194" y="1366"/>
                    <a:pt x="194" y="1366"/>
                  </a:cubicBezTo>
                  <a:cubicBezTo>
                    <a:pt x="179" y="1342"/>
                    <a:pt x="158" y="1320"/>
                    <a:pt x="142" y="1310"/>
                  </a:cubicBezTo>
                  <a:cubicBezTo>
                    <a:pt x="124" y="1300"/>
                    <a:pt x="95" y="1292"/>
                    <a:pt x="68" y="1289"/>
                  </a:cubicBezTo>
                  <a:cubicBezTo>
                    <a:pt x="68" y="1289"/>
                    <a:pt x="68" y="1289"/>
                    <a:pt x="68" y="1289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3" y="921"/>
                    <a:pt x="83" y="921"/>
                    <a:pt x="83" y="921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87" y="914"/>
                    <a:pt x="87" y="914"/>
                    <a:pt x="87" y="914"/>
                  </a:cubicBezTo>
                  <a:cubicBezTo>
                    <a:pt x="229" y="896"/>
                    <a:pt x="229" y="896"/>
                    <a:pt x="229" y="896"/>
                  </a:cubicBezTo>
                  <a:cubicBezTo>
                    <a:pt x="233" y="896"/>
                    <a:pt x="235" y="897"/>
                    <a:pt x="237" y="898"/>
                  </a:cubicBezTo>
                  <a:cubicBezTo>
                    <a:pt x="238" y="899"/>
                    <a:pt x="240" y="901"/>
                    <a:pt x="241" y="905"/>
                  </a:cubicBezTo>
                  <a:cubicBezTo>
                    <a:pt x="255" y="1023"/>
                    <a:pt x="255" y="1023"/>
                    <a:pt x="255" y="1023"/>
                  </a:cubicBezTo>
                  <a:cubicBezTo>
                    <a:pt x="257" y="1040"/>
                    <a:pt x="266" y="1054"/>
                    <a:pt x="281" y="1063"/>
                  </a:cubicBezTo>
                  <a:cubicBezTo>
                    <a:pt x="281" y="1063"/>
                    <a:pt x="281" y="1063"/>
                    <a:pt x="281" y="1063"/>
                  </a:cubicBezTo>
                  <a:cubicBezTo>
                    <a:pt x="296" y="1072"/>
                    <a:pt x="313" y="1073"/>
                    <a:pt x="328" y="1067"/>
                  </a:cubicBezTo>
                  <a:cubicBezTo>
                    <a:pt x="446" y="1021"/>
                    <a:pt x="446" y="1021"/>
                    <a:pt x="446" y="1021"/>
                  </a:cubicBezTo>
                  <a:cubicBezTo>
                    <a:pt x="450" y="1019"/>
                    <a:pt x="455" y="1021"/>
                    <a:pt x="457" y="1025"/>
                  </a:cubicBezTo>
                  <a:cubicBezTo>
                    <a:pt x="513" y="1161"/>
                    <a:pt x="513" y="1161"/>
                    <a:pt x="513" y="1161"/>
                  </a:cubicBezTo>
                  <a:cubicBezTo>
                    <a:pt x="513" y="1161"/>
                    <a:pt x="513" y="1161"/>
                    <a:pt x="513" y="1161"/>
                  </a:cubicBezTo>
                  <a:lnTo>
                    <a:pt x="509" y="1167"/>
                  </a:lnTo>
                  <a:close/>
                  <a:moveTo>
                    <a:pt x="538" y="1117"/>
                  </a:moveTo>
                  <a:cubicBezTo>
                    <a:pt x="538" y="1117"/>
                    <a:pt x="538" y="1117"/>
                    <a:pt x="538" y="1117"/>
                  </a:cubicBezTo>
                  <a:cubicBezTo>
                    <a:pt x="494" y="1010"/>
                    <a:pt x="494" y="1010"/>
                    <a:pt x="494" y="1010"/>
                  </a:cubicBezTo>
                  <a:cubicBezTo>
                    <a:pt x="484" y="986"/>
                    <a:pt x="456" y="974"/>
                    <a:pt x="432" y="984"/>
                  </a:cubicBezTo>
                  <a:cubicBezTo>
                    <a:pt x="314" y="1030"/>
                    <a:pt x="314" y="1030"/>
                    <a:pt x="314" y="1030"/>
                  </a:cubicBezTo>
                  <a:cubicBezTo>
                    <a:pt x="308" y="1032"/>
                    <a:pt x="303" y="1030"/>
                    <a:pt x="301" y="1029"/>
                  </a:cubicBezTo>
                  <a:cubicBezTo>
                    <a:pt x="299" y="1027"/>
                    <a:pt x="295" y="1024"/>
                    <a:pt x="294" y="1018"/>
                  </a:cubicBezTo>
                  <a:cubicBezTo>
                    <a:pt x="280" y="901"/>
                    <a:pt x="280" y="901"/>
                    <a:pt x="280" y="901"/>
                  </a:cubicBezTo>
                  <a:cubicBezTo>
                    <a:pt x="279" y="891"/>
                    <a:pt x="275" y="880"/>
                    <a:pt x="267" y="872"/>
                  </a:cubicBezTo>
                  <a:cubicBezTo>
                    <a:pt x="256" y="860"/>
                    <a:pt x="240" y="854"/>
                    <a:pt x="224" y="856"/>
                  </a:cubicBezTo>
                  <a:cubicBezTo>
                    <a:pt x="113" y="871"/>
                    <a:pt x="113" y="871"/>
                    <a:pt x="113" y="871"/>
                  </a:cubicBezTo>
                  <a:cubicBezTo>
                    <a:pt x="112" y="871"/>
                    <a:pt x="112" y="871"/>
                    <a:pt x="112" y="870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566" y="85"/>
                    <a:pt x="566" y="85"/>
                    <a:pt x="566" y="85"/>
                  </a:cubicBezTo>
                  <a:cubicBezTo>
                    <a:pt x="992" y="331"/>
                    <a:pt x="992" y="331"/>
                    <a:pt x="992" y="331"/>
                  </a:cubicBezTo>
                  <a:cubicBezTo>
                    <a:pt x="992" y="331"/>
                    <a:pt x="992" y="331"/>
                    <a:pt x="992" y="331"/>
                  </a:cubicBezTo>
                  <a:lnTo>
                    <a:pt x="538" y="1117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7" name="îSlïḋê"/>
            <p:cNvSpPr/>
            <p:nvPr/>
          </p:nvSpPr>
          <p:spPr bwMode="auto">
            <a:xfrm>
              <a:off x="5688412" y="2720823"/>
              <a:ext cx="154466" cy="84707"/>
            </a:xfrm>
            <a:custGeom>
              <a:avLst/>
              <a:gdLst/>
              <a:ahLst/>
              <a:cxnLst>
                <a:cxn ang="0">
                  <a:pos x="33" y="33"/>
                </a:cxn>
                <a:cxn ang="0">
                  <a:pos x="5" y="76"/>
                </a:cxn>
                <a:cxn ang="0">
                  <a:pos x="51" y="99"/>
                </a:cxn>
                <a:cxn ang="0">
                  <a:pos x="155" y="71"/>
                </a:cxn>
                <a:cxn ang="0">
                  <a:pos x="184" y="28"/>
                </a:cxn>
                <a:cxn ang="0">
                  <a:pos x="138" y="5"/>
                </a:cxn>
                <a:cxn ang="0">
                  <a:pos x="33" y="33"/>
                </a:cxn>
              </a:cxnLst>
              <a:rect l="0" t="0" r="r" b="b"/>
              <a:pathLst>
                <a:path w="189" h="104">
                  <a:moveTo>
                    <a:pt x="33" y="33"/>
                  </a:moveTo>
                  <a:cubicBezTo>
                    <a:pt x="13" y="39"/>
                    <a:pt x="0" y="58"/>
                    <a:pt x="5" y="76"/>
                  </a:cubicBezTo>
                  <a:cubicBezTo>
                    <a:pt x="10" y="94"/>
                    <a:pt x="31" y="104"/>
                    <a:pt x="51" y="99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76" y="65"/>
                    <a:pt x="189" y="46"/>
                    <a:pt x="184" y="28"/>
                  </a:cubicBezTo>
                  <a:cubicBezTo>
                    <a:pt x="179" y="10"/>
                    <a:pt x="158" y="0"/>
                    <a:pt x="138" y="5"/>
                  </a:cubicBezTo>
                  <a:lnTo>
                    <a:pt x="33" y="33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8" name="í$ļïḓè"/>
            <p:cNvSpPr/>
            <p:nvPr/>
          </p:nvSpPr>
          <p:spPr bwMode="auto">
            <a:xfrm>
              <a:off x="4999794" y="2268389"/>
              <a:ext cx="84707" cy="154465"/>
            </a:xfrm>
            <a:custGeom>
              <a:avLst/>
              <a:gdLst/>
              <a:ahLst/>
              <a:cxnLst>
                <a:cxn ang="0">
                  <a:pos x="99" y="138"/>
                </a:cxn>
                <a:cxn ang="0">
                  <a:pos x="76" y="184"/>
                </a:cxn>
                <a:cxn ang="0">
                  <a:pos x="33" y="155"/>
                </a:cxn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8"/>
                </a:cxn>
              </a:cxnLst>
              <a:rect l="0" t="0" r="r" b="b"/>
              <a:pathLst>
                <a:path w="104" h="189">
                  <a:moveTo>
                    <a:pt x="99" y="138"/>
                  </a:moveTo>
                  <a:cubicBezTo>
                    <a:pt x="104" y="158"/>
                    <a:pt x="94" y="179"/>
                    <a:pt x="76" y="184"/>
                  </a:cubicBezTo>
                  <a:cubicBezTo>
                    <a:pt x="58" y="189"/>
                    <a:pt x="39" y="176"/>
                    <a:pt x="33" y="155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0" y="31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lnTo>
                    <a:pt x="99" y="138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29" name="íŝ1íḑè"/>
            <p:cNvSpPr/>
            <p:nvPr/>
          </p:nvSpPr>
          <p:spPr bwMode="auto">
            <a:xfrm>
              <a:off x="5290788" y="3397482"/>
              <a:ext cx="85704" cy="153469"/>
            </a:xfrm>
            <a:custGeom>
              <a:avLst/>
              <a:gdLst/>
              <a:ahLst/>
              <a:cxnLst>
                <a:cxn ang="0">
                  <a:pos x="5" y="51"/>
                </a:cxn>
                <a:cxn ang="0">
                  <a:pos x="28" y="5"/>
                </a:cxn>
                <a:cxn ang="0">
                  <a:pos x="71" y="33"/>
                </a:cxn>
                <a:cxn ang="0">
                  <a:pos x="99" y="137"/>
                </a:cxn>
                <a:cxn ang="0">
                  <a:pos x="76" y="183"/>
                </a:cxn>
                <a:cxn ang="0">
                  <a:pos x="33" y="155"/>
                </a:cxn>
                <a:cxn ang="0">
                  <a:pos x="5" y="51"/>
                </a:cxn>
              </a:cxnLst>
              <a:rect l="0" t="0" r="r" b="b"/>
              <a:pathLst>
                <a:path w="104" h="188">
                  <a:moveTo>
                    <a:pt x="5" y="51"/>
                  </a:moveTo>
                  <a:cubicBezTo>
                    <a:pt x="0" y="30"/>
                    <a:pt x="10" y="10"/>
                    <a:pt x="28" y="5"/>
                  </a:cubicBezTo>
                  <a:cubicBezTo>
                    <a:pt x="46" y="0"/>
                    <a:pt x="65" y="13"/>
                    <a:pt x="71" y="33"/>
                  </a:cubicBezTo>
                  <a:cubicBezTo>
                    <a:pt x="99" y="137"/>
                    <a:pt x="99" y="137"/>
                    <a:pt x="99" y="137"/>
                  </a:cubicBezTo>
                  <a:cubicBezTo>
                    <a:pt x="104" y="158"/>
                    <a:pt x="94" y="179"/>
                    <a:pt x="76" y="183"/>
                  </a:cubicBezTo>
                  <a:cubicBezTo>
                    <a:pt x="58" y="188"/>
                    <a:pt x="39" y="175"/>
                    <a:pt x="33" y="155"/>
                  </a:cubicBezTo>
                  <a:lnTo>
                    <a:pt x="5" y="5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0" name="ïṡľíḓe"/>
            <p:cNvSpPr/>
            <p:nvPr/>
          </p:nvSpPr>
          <p:spPr bwMode="auto">
            <a:xfrm>
              <a:off x="4561311" y="3030751"/>
              <a:ext cx="154466" cy="85703"/>
            </a:xfrm>
            <a:custGeom>
              <a:avLst/>
              <a:gdLst/>
              <a:ahLst/>
              <a:cxnLst>
                <a:cxn ang="0">
                  <a:pos x="155" y="72"/>
                </a:cxn>
                <a:cxn ang="0">
                  <a:pos x="184" y="29"/>
                </a:cxn>
                <a:cxn ang="0">
                  <a:pos x="138" y="6"/>
                </a:cxn>
                <a:cxn ang="0">
                  <a:pos x="34" y="34"/>
                </a:cxn>
                <a:cxn ang="0">
                  <a:pos x="5" y="77"/>
                </a:cxn>
                <a:cxn ang="0">
                  <a:pos x="51" y="99"/>
                </a:cxn>
                <a:cxn ang="0">
                  <a:pos x="155" y="72"/>
                </a:cxn>
              </a:cxnLst>
              <a:rect l="0" t="0" r="r" b="b"/>
              <a:pathLst>
                <a:path w="189" h="105">
                  <a:moveTo>
                    <a:pt x="155" y="72"/>
                  </a:moveTo>
                  <a:cubicBezTo>
                    <a:pt x="176" y="66"/>
                    <a:pt x="189" y="47"/>
                    <a:pt x="184" y="29"/>
                  </a:cubicBezTo>
                  <a:cubicBezTo>
                    <a:pt x="179" y="11"/>
                    <a:pt x="158" y="0"/>
                    <a:pt x="138" y="6"/>
                  </a:cubicBezTo>
                  <a:cubicBezTo>
                    <a:pt x="34" y="34"/>
                    <a:pt x="34" y="34"/>
                    <a:pt x="34" y="34"/>
                  </a:cubicBezTo>
                  <a:cubicBezTo>
                    <a:pt x="13" y="39"/>
                    <a:pt x="0" y="59"/>
                    <a:pt x="5" y="77"/>
                  </a:cubicBezTo>
                  <a:cubicBezTo>
                    <a:pt x="10" y="95"/>
                    <a:pt x="31" y="105"/>
                    <a:pt x="51" y="99"/>
                  </a:cubicBezTo>
                  <a:lnTo>
                    <a:pt x="155" y="72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1" name="îšļiḋe"/>
            <p:cNvSpPr/>
            <p:nvPr/>
          </p:nvSpPr>
          <p:spPr bwMode="auto">
            <a:xfrm>
              <a:off x="5448243" y="2317220"/>
              <a:ext cx="109621" cy="146493"/>
            </a:xfrm>
            <a:custGeom>
              <a:avLst/>
              <a:gdLst/>
              <a:ahLst/>
              <a:cxnLst>
                <a:cxn ang="0">
                  <a:pos x="10" y="119"/>
                </a:cxn>
                <a:cxn ang="0">
                  <a:pos x="21" y="170"/>
                </a:cxn>
                <a:cxn ang="0">
                  <a:pos x="69" y="153"/>
                </a:cxn>
                <a:cxn ang="0">
                  <a:pos x="123" y="60"/>
                </a:cxn>
                <a:cxn ang="0">
                  <a:pos x="113" y="9"/>
                </a:cxn>
                <a:cxn ang="0">
                  <a:pos x="64" y="26"/>
                </a:cxn>
                <a:cxn ang="0">
                  <a:pos x="10" y="119"/>
                </a:cxn>
              </a:cxnLst>
              <a:rect l="0" t="0" r="r" b="b"/>
              <a:pathLst>
                <a:path w="134" h="179">
                  <a:moveTo>
                    <a:pt x="10" y="119"/>
                  </a:moveTo>
                  <a:cubicBezTo>
                    <a:pt x="0" y="138"/>
                    <a:pt x="4" y="160"/>
                    <a:pt x="21" y="170"/>
                  </a:cubicBezTo>
                  <a:cubicBezTo>
                    <a:pt x="37" y="179"/>
                    <a:pt x="59" y="171"/>
                    <a:pt x="69" y="153"/>
                  </a:cubicBezTo>
                  <a:cubicBezTo>
                    <a:pt x="123" y="60"/>
                    <a:pt x="123" y="60"/>
                    <a:pt x="123" y="60"/>
                  </a:cubicBezTo>
                  <a:cubicBezTo>
                    <a:pt x="134" y="41"/>
                    <a:pt x="129" y="19"/>
                    <a:pt x="113" y="9"/>
                  </a:cubicBezTo>
                  <a:cubicBezTo>
                    <a:pt x="97" y="0"/>
                    <a:pt x="75" y="7"/>
                    <a:pt x="64" y="26"/>
                  </a:cubicBezTo>
                  <a:lnTo>
                    <a:pt x="10" y="119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2" name="ïś1íḑè"/>
            <p:cNvSpPr/>
            <p:nvPr/>
          </p:nvSpPr>
          <p:spPr bwMode="auto">
            <a:xfrm>
              <a:off x="4613132" y="2606220"/>
              <a:ext cx="146493" cy="109621"/>
            </a:xfrm>
            <a:custGeom>
              <a:avLst/>
              <a:gdLst/>
              <a:ahLst/>
              <a:cxnLst>
                <a:cxn ang="0">
                  <a:pos x="59" y="11"/>
                </a:cxn>
                <a:cxn ang="0">
                  <a:pos x="9" y="21"/>
                </a:cxn>
                <a:cxn ang="0">
                  <a:pos x="25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5"/>
                </a:cxn>
                <a:cxn ang="0">
                  <a:pos x="59" y="11"/>
                </a:cxn>
              </a:cxnLst>
              <a:rect l="0" t="0" r="r" b="b"/>
              <a:pathLst>
                <a:path w="179" h="134">
                  <a:moveTo>
                    <a:pt x="59" y="11"/>
                  </a:moveTo>
                  <a:cubicBezTo>
                    <a:pt x="41" y="0"/>
                    <a:pt x="18" y="5"/>
                    <a:pt x="9" y="21"/>
                  </a:cubicBezTo>
                  <a:cubicBezTo>
                    <a:pt x="0" y="37"/>
                    <a:pt x="7" y="59"/>
                    <a:pt x="25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5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3" name="ïṥḻîďé"/>
            <p:cNvSpPr/>
            <p:nvPr/>
          </p:nvSpPr>
          <p:spPr bwMode="auto">
            <a:xfrm>
              <a:off x="5592743" y="3172261"/>
              <a:ext cx="146493" cy="109621"/>
            </a:xfrm>
            <a:custGeom>
              <a:avLst/>
              <a:gdLst/>
              <a:ahLst/>
              <a:cxnLst>
                <a:cxn ang="0">
                  <a:pos x="60" y="10"/>
                </a:cxn>
                <a:cxn ang="0">
                  <a:pos x="9" y="21"/>
                </a:cxn>
                <a:cxn ang="0">
                  <a:pos x="26" y="69"/>
                </a:cxn>
                <a:cxn ang="0">
                  <a:pos x="119" y="123"/>
                </a:cxn>
                <a:cxn ang="0">
                  <a:pos x="169" y="113"/>
                </a:cxn>
                <a:cxn ang="0">
                  <a:pos x="153" y="64"/>
                </a:cxn>
                <a:cxn ang="0">
                  <a:pos x="60" y="10"/>
                </a:cxn>
              </a:cxnLst>
              <a:rect l="0" t="0" r="r" b="b"/>
              <a:pathLst>
                <a:path w="179" h="134">
                  <a:moveTo>
                    <a:pt x="60" y="10"/>
                  </a:moveTo>
                  <a:cubicBezTo>
                    <a:pt x="41" y="0"/>
                    <a:pt x="19" y="4"/>
                    <a:pt x="9" y="21"/>
                  </a:cubicBezTo>
                  <a:cubicBezTo>
                    <a:pt x="0" y="37"/>
                    <a:pt x="7" y="59"/>
                    <a:pt x="26" y="69"/>
                  </a:cubicBezTo>
                  <a:cubicBezTo>
                    <a:pt x="119" y="123"/>
                    <a:pt x="119" y="123"/>
                    <a:pt x="119" y="123"/>
                  </a:cubicBezTo>
                  <a:cubicBezTo>
                    <a:pt x="137" y="134"/>
                    <a:pt x="160" y="129"/>
                    <a:pt x="169" y="113"/>
                  </a:cubicBezTo>
                  <a:cubicBezTo>
                    <a:pt x="179" y="97"/>
                    <a:pt x="171" y="75"/>
                    <a:pt x="153" y="64"/>
                  </a:cubicBezTo>
                  <a:lnTo>
                    <a:pt x="60" y="10"/>
                  </a:lnTo>
                  <a:close/>
                </a:path>
              </a:pathLst>
            </a:custGeom>
            <a:solidFill>
              <a:schemeClr val="tx1">
                <a:lumMod val="60000"/>
                <a:lumOff val="40000"/>
              </a:schemeClr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4" name="islîḓè"/>
            <p:cNvSpPr>
              <a:spLocks noEditPoints="1"/>
            </p:cNvSpPr>
            <p:nvPr/>
          </p:nvSpPr>
          <p:spPr bwMode="auto">
            <a:xfrm>
              <a:off x="4733715" y="2441789"/>
              <a:ext cx="942739" cy="1026448"/>
            </a:xfrm>
            <a:custGeom>
              <a:avLst/>
              <a:gdLst/>
              <a:ahLst/>
              <a:cxnLst>
                <a:cxn ang="0">
                  <a:pos x="510" y="1256"/>
                </a:cxn>
                <a:cxn ang="0">
                  <a:pos x="0" y="961"/>
                </a:cxn>
                <a:cxn ang="0">
                  <a:pos x="13" y="937"/>
                </a:cxn>
                <a:cxn ang="0">
                  <a:pos x="32" y="713"/>
                </a:cxn>
                <a:cxn ang="0">
                  <a:pos x="73" y="317"/>
                </a:cxn>
                <a:cxn ang="0">
                  <a:pos x="373" y="37"/>
                </a:cxn>
                <a:cxn ang="0">
                  <a:pos x="616" y="7"/>
                </a:cxn>
                <a:cxn ang="0">
                  <a:pos x="848" y="77"/>
                </a:cxn>
                <a:cxn ang="0">
                  <a:pos x="852" y="80"/>
                </a:cxn>
                <a:cxn ang="0">
                  <a:pos x="853" y="80"/>
                </a:cxn>
                <a:cxn ang="0">
                  <a:pos x="1029" y="245"/>
                </a:cxn>
                <a:cxn ang="0">
                  <a:pos x="1125" y="470"/>
                </a:cxn>
                <a:cxn ang="0">
                  <a:pos x="1032" y="870"/>
                </a:cxn>
                <a:cxn ang="0">
                  <a:pos x="710" y="1104"/>
                </a:cxn>
                <a:cxn ang="0">
                  <a:pos x="524" y="1232"/>
                </a:cxn>
                <a:cxn ang="0">
                  <a:pos x="510" y="1256"/>
                </a:cxn>
                <a:cxn ang="0">
                  <a:pos x="75" y="939"/>
                </a:cxn>
                <a:cxn ang="0">
                  <a:pos x="492" y="1180"/>
                </a:cxn>
                <a:cxn ang="0">
                  <a:pos x="686" y="1053"/>
                </a:cxn>
                <a:cxn ang="0">
                  <a:pos x="987" y="836"/>
                </a:cxn>
                <a:cxn ang="0">
                  <a:pos x="1069" y="481"/>
                </a:cxn>
                <a:cxn ang="0">
                  <a:pos x="824" y="128"/>
                </a:cxn>
                <a:cxn ang="0">
                  <a:pos x="820" y="126"/>
                </a:cxn>
                <a:cxn ang="0">
                  <a:pos x="392" y="90"/>
                </a:cxn>
                <a:cxn ang="0">
                  <a:pos x="125" y="339"/>
                </a:cxn>
                <a:cxn ang="0">
                  <a:pos x="88" y="708"/>
                </a:cxn>
                <a:cxn ang="0">
                  <a:pos x="75" y="939"/>
                </a:cxn>
              </a:cxnLst>
              <a:rect l="0" t="0" r="r" b="b"/>
              <a:pathLst>
                <a:path w="1152" h="1256">
                  <a:moveTo>
                    <a:pt x="510" y="1256"/>
                  </a:moveTo>
                  <a:cubicBezTo>
                    <a:pt x="0" y="961"/>
                    <a:pt x="0" y="961"/>
                    <a:pt x="0" y="961"/>
                  </a:cubicBezTo>
                  <a:cubicBezTo>
                    <a:pt x="13" y="937"/>
                    <a:pt x="13" y="937"/>
                    <a:pt x="13" y="937"/>
                  </a:cubicBezTo>
                  <a:cubicBezTo>
                    <a:pt x="46" y="877"/>
                    <a:pt x="40" y="801"/>
                    <a:pt x="32" y="713"/>
                  </a:cubicBezTo>
                  <a:cubicBezTo>
                    <a:pt x="23" y="604"/>
                    <a:pt x="11" y="468"/>
                    <a:pt x="73" y="317"/>
                  </a:cubicBezTo>
                  <a:cubicBezTo>
                    <a:pt x="128" y="184"/>
                    <a:pt x="234" y="85"/>
                    <a:pt x="373" y="37"/>
                  </a:cubicBezTo>
                  <a:cubicBezTo>
                    <a:pt x="449" y="10"/>
                    <a:pt x="533" y="0"/>
                    <a:pt x="616" y="7"/>
                  </a:cubicBezTo>
                  <a:cubicBezTo>
                    <a:pt x="699" y="14"/>
                    <a:pt x="779" y="38"/>
                    <a:pt x="848" y="77"/>
                  </a:cubicBezTo>
                  <a:cubicBezTo>
                    <a:pt x="852" y="80"/>
                    <a:pt x="852" y="80"/>
                    <a:pt x="852" y="80"/>
                  </a:cubicBezTo>
                  <a:cubicBezTo>
                    <a:pt x="853" y="80"/>
                    <a:pt x="853" y="80"/>
                    <a:pt x="853" y="80"/>
                  </a:cubicBezTo>
                  <a:cubicBezTo>
                    <a:pt x="920" y="120"/>
                    <a:pt x="981" y="177"/>
                    <a:pt x="1029" y="245"/>
                  </a:cubicBezTo>
                  <a:cubicBezTo>
                    <a:pt x="1076" y="313"/>
                    <a:pt x="1109" y="391"/>
                    <a:pt x="1125" y="470"/>
                  </a:cubicBezTo>
                  <a:cubicBezTo>
                    <a:pt x="1152" y="615"/>
                    <a:pt x="1119" y="757"/>
                    <a:pt x="1032" y="870"/>
                  </a:cubicBezTo>
                  <a:cubicBezTo>
                    <a:pt x="932" y="1000"/>
                    <a:pt x="809" y="1057"/>
                    <a:pt x="710" y="1104"/>
                  </a:cubicBezTo>
                  <a:cubicBezTo>
                    <a:pt x="629" y="1141"/>
                    <a:pt x="560" y="1174"/>
                    <a:pt x="524" y="1232"/>
                  </a:cubicBezTo>
                  <a:lnTo>
                    <a:pt x="510" y="1256"/>
                  </a:lnTo>
                  <a:close/>
                  <a:moveTo>
                    <a:pt x="75" y="939"/>
                  </a:moveTo>
                  <a:cubicBezTo>
                    <a:pt x="492" y="1180"/>
                    <a:pt x="492" y="1180"/>
                    <a:pt x="492" y="1180"/>
                  </a:cubicBezTo>
                  <a:cubicBezTo>
                    <a:pt x="538" y="1122"/>
                    <a:pt x="607" y="1090"/>
                    <a:pt x="686" y="1053"/>
                  </a:cubicBezTo>
                  <a:cubicBezTo>
                    <a:pt x="784" y="1007"/>
                    <a:pt x="896" y="955"/>
                    <a:pt x="987" y="836"/>
                  </a:cubicBezTo>
                  <a:cubicBezTo>
                    <a:pt x="1087" y="707"/>
                    <a:pt x="1087" y="572"/>
                    <a:pt x="1069" y="481"/>
                  </a:cubicBezTo>
                  <a:cubicBezTo>
                    <a:pt x="1042" y="337"/>
                    <a:pt x="948" y="201"/>
                    <a:pt x="824" y="128"/>
                  </a:cubicBezTo>
                  <a:cubicBezTo>
                    <a:pt x="820" y="126"/>
                    <a:pt x="820" y="126"/>
                    <a:pt x="820" y="126"/>
                  </a:cubicBezTo>
                  <a:cubicBezTo>
                    <a:pt x="695" y="55"/>
                    <a:pt x="530" y="41"/>
                    <a:pt x="392" y="90"/>
                  </a:cubicBezTo>
                  <a:cubicBezTo>
                    <a:pt x="304" y="120"/>
                    <a:pt x="187" y="188"/>
                    <a:pt x="125" y="339"/>
                  </a:cubicBezTo>
                  <a:cubicBezTo>
                    <a:pt x="68" y="477"/>
                    <a:pt x="79" y="600"/>
                    <a:pt x="88" y="708"/>
                  </a:cubicBezTo>
                  <a:cubicBezTo>
                    <a:pt x="96" y="795"/>
                    <a:pt x="102" y="871"/>
                    <a:pt x="75" y="939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5" name="îSľïḋé"/>
            <p:cNvSpPr/>
            <p:nvPr/>
          </p:nvSpPr>
          <p:spPr bwMode="auto">
            <a:xfrm>
              <a:off x="5280822" y="2620172"/>
              <a:ext cx="303949" cy="350786"/>
            </a:xfrm>
            <a:custGeom>
              <a:avLst/>
              <a:gdLst/>
              <a:ahLst/>
              <a:cxnLst>
                <a:cxn ang="0">
                  <a:pos x="90" y="42"/>
                </a:cxn>
                <a:cxn ang="0">
                  <a:pos x="16" y="171"/>
                </a:cxn>
                <a:cxn ang="0">
                  <a:pos x="15" y="174"/>
                </a:cxn>
                <a:cxn ang="0">
                  <a:pos x="4" y="267"/>
                </a:cxn>
                <a:cxn ang="0">
                  <a:pos x="40" y="375"/>
                </a:cxn>
                <a:cxn ang="0">
                  <a:pos x="44" y="375"/>
                </a:cxn>
                <a:cxn ang="0">
                  <a:pos x="112" y="379"/>
                </a:cxn>
                <a:cxn ang="0">
                  <a:pos x="149" y="332"/>
                </a:cxn>
                <a:cxn ang="0">
                  <a:pos x="149" y="331"/>
                </a:cxn>
                <a:cxn ang="0">
                  <a:pos x="148" y="330"/>
                </a:cxn>
                <a:cxn ang="0">
                  <a:pos x="131" y="312"/>
                </a:cxn>
                <a:cxn ang="0">
                  <a:pos x="134" y="301"/>
                </a:cxn>
                <a:cxn ang="0">
                  <a:pos x="145" y="304"/>
                </a:cxn>
                <a:cxn ang="0">
                  <a:pos x="192" y="323"/>
                </a:cxn>
                <a:cxn ang="0">
                  <a:pos x="202" y="327"/>
                </a:cxn>
                <a:cxn ang="0">
                  <a:pos x="197" y="337"/>
                </a:cxn>
                <a:cxn ang="0">
                  <a:pos x="171" y="340"/>
                </a:cxn>
                <a:cxn ang="0">
                  <a:pos x="137" y="391"/>
                </a:cxn>
                <a:cxn ang="0">
                  <a:pos x="254" y="416"/>
                </a:cxn>
                <a:cxn ang="0">
                  <a:pos x="319" y="366"/>
                </a:cxn>
                <a:cxn ang="0">
                  <a:pos x="320" y="365"/>
                </a:cxn>
                <a:cxn ang="0">
                  <a:pos x="312" y="237"/>
                </a:cxn>
                <a:cxn ang="0">
                  <a:pos x="306" y="232"/>
                </a:cxn>
                <a:cxn ang="0">
                  <a:pos x="307" y="226"/>
                </a:cxn>
                <a:cxn ang="0">
                  <a:pos x="247" y="115"/>
                </a:cxn>
                <a:cxn ang="0">
                  <a:pos x="227" y="149"/>
                </a:cxn>
                <a:cxn ang="0">
                  <a:pos x="180" y="179"/>
                </a:cxn>
                <a:cxn ang="0">
                  <a:pos x="108" y="171"/>
                </a:cxn>
                <a:cxn ang="0">
                  <a:pos x="106" y="171"/>
                </a:cxn>
                <a:cxn ang="0">
                  <a:pos x="104" y="169"/>
                </a:cxn>
                <a:cxn ang="0">
                  <a:pos x="85" y="182"/>
                </a:cxn>
                <a:cxn ang="0">
                  <a:pos x="78" y="181"/>
                </a:cxn>
                <a:cxn ang="0">
                  <a:pos x="75" y="178"/>
                </a:cxn>
                <a:cxn ang="0">
                  <a:pos x="79" y="168"/>
                </a:cxn>
                <a:cxn ang="0">
                  <a:pos x="106" y="126"/>
                </a:cxn>
                <a:cxn ang="0">
                  <a:pos x="114" y="118"/>
                </a:cxn>
                <a:cxn ang="0">
                  <a:pos x="122" y="125"/>
                </a:cxn>
                <a:cxn ang="0">
                  <a:pos x="118" y="150"/>
                </a:cxn>
                <a:cxn ang="0">
                  <a:pos x="210" y="134"/>
                </a:cxn>
                <a:cxn ang="0">
                  <a:pos x="229" y="96"/>
                </a:cxn>
                <a:cxn ang="0">
                  <a:pos x="192" y="14"/>
                </a:cxn>
                <a:cxn ang="0">
                  <a:pos x="164" y="4"/>
                </a:cxn>
                <a:cxn ang="0">
                  <a:pos x="110" y="18"/>
                </a:cxn>
                <a:cxn ang="0">
                  <a:pos x="90" y="42"/>
                </a:cxn>
              </a:cxnLst>
              <a:rect l="0" t="0" r="r" b="b"/>
              <a:pathLst>
                <a:path w="372" h="428">
                  <a:moveTo>
                    <a:pt x="90" y="42"/>
                  </a:moveTo>
                  <a:cubicBezTo>
                    <a:pt x="16" y="171"/>
                    <a:pt x="16" y="171"/>
                    <a:pt x="16" y="171"/>
                  </a:cubicBezTo>
                  <a:cubicBezTo>
                    <a:pt x="16" y="172"/>
                    <a:pt x="16" y="173"/>
                    <a:pt x="15" y="174"/>
                  </a:cubicBezTo>
                  <a:cubicBezTo>
                    <a:pt x="15" y="175"/>
                    <a:pt x="0" y="215"/>
                    <a:pt x="4" y="267"/>
                  </a:cubicBezTo>
                  <a:cubicBezTo>
                    <a:pt x="6" y="307"/>
                    <a:pt x="19" y="343"/>
                    <a:pt x="40" y="375"/>
                  </a:cubicBezTo>
                  <a:cubicBezTo>
                    <a:pt x="42" y="375"/>
                    <a:pt x="43" y="375"/>
                    <a:pt x="44" y="375"/>
                  </a:cubicBezTo>
                  <a:cubicBezTo>
                    <a:pt x="71" y="387"/>
                    <a:pt x="93" y="388"/>
                    <a:pt x="112" y="379"/>
                  </a:cubicBezTo>
                  <a:cubicBezTo>
                    <a:pt x="139" y="366"/>
                    <a:pt x="149" y="333"/>
                    <a:pt x="149" y="332"/>
                  </a:cubicBezTo>
                  <a:cubicBezTo>
                    <a:pt x="149" y="332"/>
                    <a:pt x="149" y="332"/>
                    <a:pt x="149" y="331"/>
                  </a:cubicBezTo>
                  <a:cubicBezTo>
                    <a:pt x="149" y="331"/>
                    <a:pt x="148" y="331"/>
                    <a:pt x="148" y="330"/>
                  </a:cubicBezTo>
                  <a:cubicBezTo>
                    <a:pt x="137" y="322"/>
                    <a:pt x="131" y="312"/>
                    <a:pt x="131" y="312"/>
                  </a:cubicBezTo>
                  <a:cubicBezTo>
                    <a:pt x="129" y="308"/>
                    <a:pt x="130" y="303"/>
                    <a:pt x="134" y="301"/>
                  </a:cubicBezTo>
                  <a:cubicBezTo>
                    <a:pt x="138" y="299"/>
                    <a:pt x="142" y="300"/>
                    <a:pt x="145" y="304"/>
                  </a:cubicBezTo>
                  <a:cubicBezTo>
                    <a:pt x="145" y="305"/>
                    <a:pt x="162" y="334"/>
                    <a:pt x="192" y="323"/>
                  </a:cubicBezTo>
                  <a:cubicBezTo>
                    <a:pt x="196" y="321"/>
                    <a:pt x="200" y="323"/>
                    <a:pt x="202" y="327"/>
                  </a:cubicBezTo>
                  <a:cubicBezTo>
                    <a:pt x="203" y="331"/>
                    <a:pt x="201" y="336"/>
                    <a:pt x="197" y="337"/>
                  </a:cubicBezTo>
                  <a:cubicBezTo>
                    <a:pt x="188" y="341"/>
                    <a:pt x="179" y="342"/>
                    <a:pt x="171" y="340"/>
                  </a:cubicBezTo>
                  <a:cubicBezTo>
                    <a:pt x="168" y="348"/>
                    <a:pt x="159" y="373"/>
                    <a:pt x="137" y="391"/>
                  </a:cubicBezTo>
                  <a:cubicBezTo>
                    <a:pt x="171" y="421"/>
                    <a:pt x="223" y="428"/>
                    <a:pt x="254" y="416"/>
                  </a:cubicBezTo>
                  <a:cubicBezTo>
                    <a:pt x="298" y="400"/>
                    <a:pt x="319" y="366"/>
                    <a:pt x="319" y="366"/>
                  </a:cubicBezTo>
                  <a:cubicBezTo>
                    <a:pt x="320" y="365"/>
                    <a:pt x="320" y="365"/>
                    <a:pt x="320" y="365"/>
                  </a:cubicBezTo>
                  <a:cubicBezTo>
                    <a:pt x="372" y="283"/>
                    <a:pt x="314" y="238"/>
                    <a:pt x="312" y="237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307" y="226"/>
                    <a:pt x="307" y="226"/>
                    <a:pt x="307" y="226"/>
                  </a:cubicBezTo>
                  <a:cubicBezTo>
                    <a:pt x="316" y="167"/>
                    <a:pt x="272" y="131"/>
                    <a:pt x="247" y="115"/>
                  </a:cubicBezTo>
                  <a:cubicBezTo>
                    <a:pt x="244" y="125"/>
                    <a:pt x="237" y="137"/>
                    <a:pt x="227" y="149"/>
                  </a:cubicBezTo>
                  <a:cubicBezTo>
                    <a:pt x="214" y="164"/>
                    <a:pt x="198" y="174"/>
                    <a:pt x="180" y="179"/>
                  </a:cubicBezTo>
                  <a:cubicBezTo>
                    <a:pt x="158" y="185"/>
                    <a:pt x="133" y="182"/>
                    <a:pt x="108" y="171"/>
                  </a:cubicBezTo>
                  <a:cubicBezTo>
                    <a:pt x="107" y="171"/>
                    <a:pt x="107" y="171"/>
                    <a:pt x="106" y="171"/>
                  </a:cubicBezTo>
                  <a:cubicBezTo>
                    <a:pt x="106" y="170"/>
                    <a:pt x="105" y="170"/>
                    <a:pt x="104" y="169"/>
                  </a:cubicBezTo>
                  <a:cubicBezTo>
                    <a:pt x="95" y="178"/>
                    <a:pt x="86" y="182"/>
                    <a:pt x="85" y="182"/>
                  </a:cubicBezTo>
                  <a:cubicBezTo>
                    <a:pt x="83" y="183"/>
                    <a:pt x="81" y="183"/>
                    <a:pt x="78" y="181"/>
                  </a:cubicBezTo>
                  <a:cubicBezTo>
                    <a:pt x="77" y="181"/>
                    <a:pt x="76" y="179"/>
                    <a:pt x="75" y="178"/>
                  </a:cubicBezTo>
                  <a:cubicBezTo>
                    <a:pt x="74" y="174"/>
                    <a:pt x="75" y="169"/>
                    <a:pt x="79" y="168"/>
                  </a:cubicBezTo>
                  <a:cubicBezTo>
                    <a:pt x="81" y="167"/>
                    <a:pt x="108" y="155"/>
                    <a:pt x="106" y="126"/>
                  </a:cubicBezTo>
                  <a:cubicBezTo>
                    <a:pt x="106" y="122"/>
                    <a:pt x="109" y="118"/>
                    <a:pt x="114" y="118"/>
                  </a:cubicBezTo>
                  <a:cubicBezTo>
                    <a:pt x="118" y="118"/>
                    <a:pt x="122" y="121"/>
                    <a:pt x="122" y="125"/>
                  </a:cubicBezTo>
                  <a:cubicBezTo>
                    <a:pt x="123" y="135"/>
                    <a:pt x="121" y="143"/>
                    <a:pt x="118" y="150"/>
                  </a:cubicBezTo>
                  <a:cubicBezTo>
                    <a:pt x="167" y="171"/>
                    <a:pt x="196" y="149"/>
                    <a:pt x="210" y="134"/>
                  </a:cubicBezTo>
                  <a:cubicBezTo>
                    <a:pt x="224" y="117"/>
                    <a:pt x="229" y="97"/>
                    <a:pt x="229" y="96"/>
                  </a:cubicBezTo>
                  <a:cubicBezTo>
                    <a:pt x="236" y="63"/>
                    <a:pt x="221" y="31"/>
                    <a:pt x="192" y="14"/>
                  </a:cubicBezTo>
                  <a:cubicBezTo>
                    <a:pt x="183" y="10"/>
                    <a:pt x="174" y="6"/>
                    <a:pt x="164" y="4"/>
                  </a:cubicBezTo>
                  <a:cubicBezTo>
                    <a:pt x="145" y="0"/>
                    <a:pt x="127" y="5"/>
                    <a:pt x="110" y="18"/>
                  </a:cubicBezTo>
                  <a:cubicBezTo>
                    <a:pt x="97" y="29"/>
                    <a:pt x="90" y="42"/>
                    <a:pt x="90" y="42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6" name="ïśliḍè"/>
            <p:cNvSpPr/>
            <p:nvPr/>
          </p:nvSpPr>
          <p:spPr bwMode="auto">
            <a:xfrm>
              <a:off x="5095463" y="2810513"/>
              <a:ext cx="457418" cy="421541"/>
            </a:xfrm>
            <a:custGeom>
              <a:avLst/>
              <a:gdLst/>
              <a:ahLst/>
              <a:cxnLst>
                <a:cxn ang="0">
                  <a:pos x="362" y="381"/>
                </a:cxn>
                <a:cxn ang="0">
                  <a:pos x="272" y="324"/>
                </a:cxn>
                <a:cxn ang="0">
                  <a:pos x="187" y="270"/>
                </a:cxn>
                <a:cxn ang="0">
                  <a:pos x="206" y="257"/>
                </a:cxn>
                <a:cxn ang="0">
                  <a:pos x="310" y="296"/>
                </a:cxn>
                <a:cxn ang="0">
                  <a:pos x="325" y="302"/>
                </a:cxn>
                <a:cxn ang="0">
                  <a:pos x="409" y="373"/>
                </a:cxn>
                <a:cxn ang="0">
                  <a:pos x="464" y="367"/>
                </a:cxn>
                <a:cxn ang="0">
                  <a:pos x="513" y="267"/>
                </a:cxn>
                <a:cxn ang="0">
                  <a:pos x="518" y="254"/>
                </a:cxn>
                <a:cxn ang="0">
                  <a:pos x="488" y="206"/>
                </a:cxn>
                <a:cxn ang="0">
                  <a:pos x="370" y="192"/>
                </a:cxn>
                <a:cxn ang="0">
                  <a:pos x="294" y="175"/>
                </a:cxn>
                <a:cxn ang="0">
                  <a:pos x="330" y="218"/>
                </a:cxn>
                <a:cxn ang="0">
                  <a:pos x="313" y="221"/>
                </a:cxn>
                <a:cxn ang="0">
                  <a:pos x="206" y="36"/>
                </a:cxn>
                <a:cxn ang="0">
                  <a:pos x="34" y="300"/>
                </a:cxn>
                <a:cxn ang="0">
                  <a:pos x="24" y="452"/>
                </a:cxn>
                <a:cxn ang="0">
                  <a:pos x="67" y="488"/>
                </a:cxn>
                <a:cxn ang="0">
                  <a:pos x="182" y="495"/>
                </a:cxn>
                <a:cxn ang="0">
                  <a:pos x="188" y="492"/>
                </a:cxn>
                <a:cxn ang="0">
                  <a:pos x="251" y="369"/>
                </a:cxn>
                <a:cxn ang="0">
                  <a:pos x="208" y="383"/>
                </a:cxn>
                <a:cxn ang="0">
                  <a:pos x="202" y="374"/>
                </a:cxn>
                <a:cxn ang="0">
                  <a:pos x="227" y="366"/>
                </a:cxn>
                <a:cxn ang="0">
                  <a:pos x="258" y="336"/>
                </a:cxn>
                <a:cxn ang="0">
                  <a:pos x="270" y="346"/>
                </a:cxn>
                <a:cxn ang="0">
                  <a:pos x="215" y="502"/>
                </a:cxn>
                <a:cxn ang="0">
                  <a:pos x="345" y="463"/>
                </a:cxn>
                <a:cxn ang="0">
                  <a:pos x="365" y="414"/>
                </a:cxn>
                <a:cxn ang="0">
                  <a:pos x="388" y="414"/>
                </a:cxn>
                <a:cxn ang="0">
                  <a:pos x="426" y="416"/>
                </a:cxn>
                <a:cxn ang="0">
                  <a:pos x="406" y="396"/>
                </a:cxn>
              </a:cxnLst>
              <a:rect l="0" t="0" r="r" b="b"/>
              <a:pathLst>
                <a:path w="559" h="516">
                  <a:moveTo>
                    <a:pt x="406" y="396"/>
                  </a:moveTo>
                  <a:cubicBezTo>
                    <a:pt x="393" y="394"/>
                    <a:pt x="377" y="390"/>
                    <a:pt x="362" y="381"/>
                  </a:cubicBezTo>
                  <a:cubicBezTo>
                    <a:pt x="342" y="370"/>
                    <a:pt x="323" y="351"/>
                    <a:pt x="308" y="321"/>
                  </a:cubicBezTo>
                  <a:cubicBezTo>
                    <a:pt x="300" y="323"/>
                    <a:pt x="287" y="325"/>
                    <a:pt x="272" y="324"/>
                  </a:cubicBezTo>
                  <a:cubicBezTo>
                    <a:pt x="260" y="323"/>
                    <a:pt x="244" y="320"/>
                    <a:pt x="228" y="311"/>
                  </a:cubicBezTo>
                  <a:cubicBezTo>
                    <a:pt x="214" y="303"/>
                    <a:pt x="199" y="290"/>
                    <a:pt x="187" y="270"/>
                  </a:cubicBezTo>
                  <a:cubicBezTo>
                    <a:pt x="183" y="264"/>
                    <a:pt x="185" y="257"/>
                    <a:pt x="190" y="254"/>
                  </a:cubicBezTo>
                  <a:cubicBezTo>
                    <a:pt x="196" y="250"/>
                    <a:pt x="203" y="252"/>
                    <a:pt x="206" y="257"/>
                  </a:cubicBezTo>
                  <a:cubicBezTo>
                    <a:pt x="243" y="315"/>
                    <a:pt x="295" y="301"/>
                    <a:pt x="308" y="297"/>
                  </a:cubicBezTo>
                  <a:cubicBezTo>
                    <a:pt x="308" y="296"/>
                    <a:pt x="309" y="296"/>
                    <a:pt x="310" y="296"/>
                  </a:cubicBezTo>
                  <a:cubicBezTo>
                    <a:pt x="313" y="294"/>
                    <a:pt x="316" y="294"/>
                    <a:pt x="319" y="296"/>
                  </a:cubicBezTo>
                  <a:cubicBezTo>
                    <a:pt x="322" y="297"/>
                    <a:pt x="324" y="299"/>
                    <a:pt x="325" y="302"/>
                  </a:cubicBezTo>
                  <a:cubicBezTo>
                    <a:pt x="326" y="303"/>
                    <a:pt x="326" y="303"/>
                    <a:pt x="326" y="304"/>
                  </a:cubicBezTo>
                  <a:cubicBezTo>
                    <a:pt x="344" y="345"/>
                    <a:pt x="372" y="368"/>
                    <a:pt x="409" y="373"/>
                  </a:cubicBezTo>
                  <a:cubicBezTo>
                    <a:pt x="438" y="376"/>
                    <a:pt x="461" y="368"/>
                    <a:pt x="462" y="368"/>
                  </a:cubicBezTo>
                  <a:cubicBezTo>
                    <a:pt x="462" y="367"/>
                    <a:pt x="463" y="367"/>
                    <a:pt x="464" y="367"/>
                  </a:cubicBezTo>
                  <a:cubicBezTo>
                    <a:pt x="490" y="353"/>
                    <a:pt x="506" y="333"/>
                    <a:pt x="512" y="308"/>
                  </a:cubicBezTo>
                  <a:cubicBezTo>
                    <a:pt x="517" y="285"/>
                    <a:pt x="513" y="267"/>
                    <a:pt x="513" y="267"/>
                  </a:cubicBezTo>
                  <a:cubicBezTo>
                    <a:pt x="511" y="259"/>
                    <a:pt x="511" y="259"/>
                    <a:pt x="511" y="259"/>
                  </a:cubicBezTo>
                  <a:cubicBezTo>
                    <a:pt x="518" y="254"/>
                    <a:pt x="518" y="254"/>
                    <a:pt x="518" y="254"/>
                  </a:cubicBezTo>
                  <a:cubicBezTo>
                    <a:pt x="559" y="224"/>
                    <a:pt x="557" y="186"/>
                    <a:pt x="551" y="163"/>
                  </a:cubicBezTo>
                  <a:cubicBezTo>
                    <a:pt x="539" y="177"/>
                    <a:pt x="518" y="195"/>
                    <a:pt x="488" y="206"/>
                  </a:cubicBezTo>
                  <a:cubicBezTo>
                    <a:pt x="465" y="214"/>
                    <a:pt x="438" y="215"/>
                    <a:pt x="410" y="208"/>
                  </a:cubicBezTo>
                  <a:cubicBezTo>
                    <a:pt x="396" y="205"/>
                    <a:pt x="382" y="199"/>
                    <a:pt x="370" y="192"/>
                  </a:cubicBezTo>
                  <a:cubicBezTo>
                    <a:pt x="359" y="186"/>
                    <a:pt x="350" y="179"/>
                    <a:pt x="342" y="171"/>
                  </a:cubicBezTo>
                  <a:cubicBezTo>
                    <a:pt x="327" y="176"/>
                    <a:pt x="311" y="178"/>
                    <a:pt x="294" y="175"/>
                  </a:cubicBezTo>
                  <a:cubicBezTo>
                    <a:pt x="304" y="184"/>
                    <a:pt x="315" y="193"/>
                    <a:pt x="327" y="202"/>
                  </a:cubicBezTo>
                  <a:cubicBezTo>
                    <a:pt x="332" y="205"/>
                    <a:pt x="333" y="213"/>
                    <a:pt x="330" y="218"/>
                  </a:cubicBezTo>
                  <a:cubicBezTo>
                    <a:pt x="326" y="223"/>
                    <a:pt x="319" y="224"/>
                    <a:pt x="314" y="221"/>
                  </a:cubicBezTo>
                  <a:cubicBezTo>
                    <a:pt x="314" y="221"/>
                    <a:pt x="314" y="221"/>
                    <a:pt x="313" y="221"/>
                  </a:cubicBezTo>
                  <a:cubicBezTo>
                    <a:pt x="277" y="195"/>
                    <a:pt x="249" y="165"/>
                    <a:pt x="231" y="129"/>
                  </a:cubicBezTo>
                  <a:cubicBezTo>
                    <a:pt x="217" y="101"/>
                    <a:pt x="209" y="69"/>
                    <a:pt x="206" y="36"/>
                  </a:cubicBezTo>
                  <a:cubicBezTo>
                    <a:pt x="206" y="23"/>
                    <a:pt x="206" y="11"/>
                    <a:pt x="207" y="0"/>
                  </a:cubicBezTo>
                  <a:cubicBezTo>
                    <a:pt x="34" y="300"/>
                    <a:pt x="34" y="300"/>
                    <a:pt x="34" y="300"/>
                  </a:cubicBezTo>
                  <a:cubicBezTo>
                    <a:pt x="17" y="329"/>
                    <a:pt x="2" y="357"/>
                    <a:pt x="1" y="389"/>
                  </a:cubicBezTo>
                  <a:cubicBezTo>
                    <a:pt x="0" y="427"/>
                    <a:pt x="24" y="452"/>
                    <a:pt x="24" y="452"/>
                  </a:cubicBezTo>
                  <a:cubicBezTo>
                    <a:pt x="24" y="453"/>
                    <a:pt x="24" y="453"/>
                    <a:pt x="24" y="453"/>
                  </a:cubicBezTo>
                  <a:cubicBezTo>
                    <a:pt x="38" y="467"/>
                    <a:pt x="52" y="479"/>
                    <a:pt x="67" y="488"/>
                  </a:cubicBezTo>
                  <a:cubicBezTo>
                    <a:pt x="93" y="502"/>
                    <a:pt x="120" y="508"/>
                    <a:pt x="148" y="505"/>
                  </a:cubicBezTo>
                  <a:cubicBezTo>
                    <a:pt x="169" y="502"/>
                    <a:pt x="182" y="495"/>
                    <a:pt x="182" y="495"/>
                  </a:cubicBezTo>
                  <a:cubicBezTo>
                    <a:pt x="187" y="492"/>
                    <a:pt x="187" y="492"/>
                    <a:pt x="187" y="492"/>
                  </a:cubicBezTo>
                  <a:cubicBezTo>
                    <a:pt x="188" y="492"/>
                    <a:pt x="188" y="492"/>
                    <a:pt x="188" y="492"/>
                  </a:cubicBezTo>
                  <a:cubicBezTo>
                    <a:pt x="193" y="489"/>
                    <a:pt x="202" y="484"/>
                    <a:pt x="210" y="476"/>
                  </a:cubicBezTo>
                  <a:cubicBezTo>
                    <a:pt x="225" y="462"/>
                    <a:pt x="257" y="424"/>
                    <a:pt x="251" y="369"/>
                  </a:cubicBezTo>
                  <a:cubicBezTo>
                    <a:pt x="244" y="375"/>
                    <a:pt x="237" y="379"/>
                    <a:pt x="231" y="381"/>
                  </a:cubicBezTo>
                  <a:cubicBezTo>
                    <a:pt x="219" y="384"/>
                    <a:pt x="209" y="383"/>
                    <a:pt x="208" y="383"/>
                  </a:cubicBezTo>
                  <a:cubicBezTo>
                    <a:pt x="207" y="382"/>
                    <a:pt x="206" y="382"/>
                    <a:pt x="205" y="382"/>
                  </a:cubicBezTo>
                  <a:cubicBezTo>
                    <a:pt x="203" y="380"/>
                    <a:pt x="201" y="377"/>
                    <a:pt x="202" y="374"/>
                  </a:cubicBezTo>
                  <a:cubicBezTo>
                    <a:pt x="202" y="369"/>
                    <a:pt x="206" y="367"/>
                    <a:pt x="211" y="367"/>
                  </a:cubicBezTo>
                  <a:cubicBezTo>
                    <a:pt x="211" y="367"/>
                    <a:pt x="218" y="368"/>
                    <a:pt x="227" y="366"/>
                  </a:cubicBezTo>
                  <a:cubicBezTo>
                    <a:pt x="237" y="362"/>
                    <a:pt x="245" y="354"/>
                    <a:pt x="248" y="341"/>
                  </a:cubicBezTo>
                  <a:cubicBezTo>
                    <a:pt x="249" y="337"/>
                    <a:pt x="254" y="335"/>
                    <a:pt x="258" y="336"/>
                  </a:cubicBezTo>
                  <a:cubicBezTo>
                    <a:pt x="259" y="336"/>
                    <a:pt x="259" y="337"/>
                    <a:pt x="260" y="337"/>
                  </a:cubicBezTo>
                  <a:cubicBezTo>
                    <a:pt x="265" y="338"/>
                    <a:pt x="269" y="341"/>
                    <a:pt x="270" y="346"/>
                  </a:cubicBezTo>
                  <a:cubicBezTo>
                    <a:pt x="289" y="422"/>
                    <a:pt x="246" y="474"/>
                    <a:pt x="226" y="493"/>
                  </a:cubicBezTo>
                  <a:cubicBezTo>
                    <a:pt x="222" y="497"/>
                    <a:pt x="218" y="500"/>
                    <a:pt x="215" y="502"/>
                  </a:cubicBezTo>
                  <a:cubicBezTo>
                    <a:pt x="262" y="516"/>
                    <a:pt x="306" y="503"/>
                    <a:pt x="343" y="465"/>
                  </a:cubicBezTo>
                  <a:cubicBezTo>
                    <a:pt x="343" y="464"/>
                    <a:pt x="344" y="463"/>
                    <a:pt x="345" y="463"/>
                  </a:cubicBezTo>
                  <a:cubicBezTo>
                    <a:pt x="345" y="462"/>
                    <a:pt x="346" y="461"/>
                    <a:pt x="346" y="461"/>
                  </a:cubicBezTo>
                  <a:cubicBezTo>
                    <a:pt x="351" y="456"/>
                    <a:pt x="365" y="436"/>
                    <a:pt x="365" y="414"/>
                  </a:cubicBezTo>
                  <a:cubicBezTo>
                    <a:pt x="365" y="408"/>
                    <a:pt x="370" y="403"/>
                    <a:pt x="377" y="403"/>
                  </a:cubicBezTo>
                  <a:cubicBezTo>
                    <a:pt x="383" y="402"/>
                    <a:pt x="388" y="408"/>
                    <a:pt x="388" y="414"/>
                  </a:cubicBezTo>
                  <a:cubicBezTo>
                    <a:pt x="389" y="428"/>
                    <a:pt x="385" y="441"/>
                    <a:pt x="380" y="451"/>
                  </a:cubicBezTo>
                  <a:cubicBezTo>
                    <a:pt x="398" y="444"/>
                    <a:pt x="413" y="433"/>
                    <a:pt x="426" y="416"/>
                  </a:cubicBezTo>
                  <a:cubicBezTo>
                    <a:pt x="432" y="409"/>
                    <a:pt x="436" y="402"/>
                    <a:pt x="439" y="396"/>
                  </a:cubicBezTo>
                  <a:cubicBezTo>
                    <a:pt x="430" y="397"/>
                    <a:pt x="418" y="397"/>
                    <a:pt x="406" y="396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7" name="iśḻídè"/>
            <p:cNvSpPr/>
            <p:nvPr/>
          </p:nvSpPr>
          <p:spPr bwMode="auto">
            <a:xfrm>
              <a:off x="4856291" y="2548420"/>
              <a:ext cx="491300" cy="567038"/>
            </a:xfrm>
            <a:custGeom>
              <a:avLst/>
              <a:gdLst/>
              <a:ahLst/>
              <a:cxnLst>
                <a:cxn ang="0">
                  <a:pos x="234" y="325"/>
                </a:cxn>
                <a:cxn ang="0">
                  <a:pos x="132" y="258"/>
                </a:cxn>
                <a:cxn ang="0">
                  <a:pos x="171" y="259"/>
                </a:cxn>
                <a:cxn ang="0">
                  <a:pos x="457" y="297"/>
                </a:cxn>
                <a:cxn ang="0">
                  <a:pos x="511" y="248"/>
                </a:cxn>
                <a:cxn ang="0">
                  <a:pos x="588" y="117"/>
                </a:cxn>
                <a:cxn ang="0">
                  <a:pos x="593" y="106"/>
                </a:cxn>
                <a:cxn ang="0">
                  <a:pos x="562" y="16"/>
                </a:cxn>
                <a:cxn ang="0">
                  <a:pos x="471" y="25"/>
                </a:cxn>
                <a:cxn ang="0">
                  <a:pos x="449" y="107"/>
                </a:cxn>
                <a:cxn ang="0">
                  <a:pos x="509" y="138"/>
                </a:cxn>
                <a:cxn ang="0">
                  <a:pos x="485" y="180"/>
                </a:cxn>
                <a:cxn ang="0">
                  <a:pos x="470" y="191"/>
                </a:cxn>
                <a:cxn ang="0">
                  <a:pos x="423" y="100"/>
                </a:cxn>
                <a:cxn ang="0">
                  <a:pos x="431" y="10"/>
                </a:cxn>
                <a:cxn ang="0">
                  <a:pos x="316" y="25"/>
                </a:cxn>
                <a:cxn ang="0">
                  <a:pos x="310" y="23"/>
                </a:cxn>
                <a:cxn ang="0">
                  <a:pos x="260" y="21"/>
                </a:cxn>
                <a:cxn ang="0">
                  <a:pos x="196" y="83"/>
                </a:cxn>
                <a:cxn ang="0">
                  <a:pos x="224" y="164"/>
                </a:cxn>
                <a:cxn ang="0">
                  <a:pos x="301" y="139"/>
                </a:cxn>
                <a:cxn ang="0">
                  <a:pos x="308" y="109"/>
                </a:cxn>
                <a:cxn ang="0">
                  <a:pos x="350" y="139"/>
                </a:cxn>
                <a:cxn ang="0">
                  <a:pos x="324" y="149"/>
                </a:cxn>
                <a:cxn ang="0">
                  <a:pos x="322" y="151"/>
                </a:cxn>
                <a:cxn ang="0">
                  <a:pos x="302" y="213"/>
                </a:cxn>
                <a:cxn ang="0">
                  <a:pos x="294" y="251"/>
                </a:cxn>
                <a:cxn ang="0">
                  <a:pos x="175" y="131"/>
                </a:cxn>
                <a:cxn ang="0">
                  <a:pos x="113" y="134"/>
                </a:cxn>
                <a:cxn ang="0">
                  <a:pos x="95" y="175"/>
                </a:cxn>
                <a:cxn ang="0">
                  <a:pos x="92" y="176"/>
                </a:cxn>
                <a:cxn ang="0">
                  <a:pos x="32" y="268"/>
                </a:cxn>
                <a:cxn ang="0">
                  <a:pos x="33" y="274"/>
                </a:cxn>
                <a:cxn ang="0">
                  <a:pos x="108" y="350"/>
                </a:cxn>
                <a:cxn ang="0">
                  <a:pos x="185" y="332"/>
                </a:cxn>
                <a:cxn ang="0">
                  <a:pos x="181" y="386"/>
                </a:cxn>
                <a:cxn ang="0">
                  <a:pos x="180" y="400"/>
                </a:cxn>
                <a:cxn ang="0">
                  <a:pos x="103" y="373"/>
                </a:cxn>
                <a:cxn ang="0">
                  <a:pos x="1" y="357"/>
                </a:cxn>
                <a:cxn ang="0">
                  <a:pos x="45" y="361"/>
                </a:cxn>
                <a:cxn ang="0">
                  <a:pos x="10" y="417"/>
                </a:cxn>
                <a:cxn ang="0">
                  <a:pos x="8" y="421"/>
                </a:cxn>
                <a:cxn ang="0">
                  <a:pos x="39" y="551"/>
                </a:cxn>
                <a:cxn ang="0">
                  <a:pos x="147" y="425"/>
                </a:cxn>
                <a:cxn ang="0">
                  <a:pos x="220" y="424"/>
                </a:cxn>
                <a:cxn ang="0">
                  <a:pos x="289" y="498"/>
                </a:cxn>
                <a:cxn ang="0">
                  <a:pos x="154" y="448"/>
                </a:cxn>
                <a:cxn ang="0">
                  <a:pos x="79" y="505"/>
                </a:cxn>
                <a:cxn ang="0">
                  <a:pos x="62" y="576"/>
                </a:cxn>
                <a:cxn ang="0">
                  <a:pos x="62" y="576"/>
                </a:cxn>
                <a:cxn ang="0">
                  <a:pos x="63" y="578"/>
                </a:cxn>
                <a:cxn ang="0">
                  <a:pos x="177" y="692"/>
                </a:cxn>
                <a:cxn ang="0">
                  <a:pos x="241" y="681"/>
                </a:cxn>
                <a:cxn ang="0">
                  <a:pos x="306" y="607"/>
                </a:cxn>
              </a:cxnLst>
              <a:rect l="0" t="0" r="r" b="b"/>
              <a:pathLst>
                <a:path w="600" h="693">
                  <a:moveTo>
                    <a:pt x="475" y="312"/>
                  </a:moveTo>
                  <a:cubicBezTo>
                    <a:pt x="469" y="317"/>
                    <a:pt x="462" y="321"/>
                    <a:pt x="455" y="325"/>
                  </a:cubicBezTo>
                  <a:cubicBezTo>
                    <a:pt x="439" y="334"/>
                    <a:pt x="420" y="341"/>
                    <a:pt x="398" y="346"/>
                  </a:cubicBezTo>
                  <a:cubicBezTo>
                    <a:pt x="370" y="353"/>
                    <a:pt x="337" y="354"/>
                    <a:pt x="300" y="347"/>
                  </a:cubicBezTo>
                  <a:cubicBezTo>
                    <a:pt x="279" y="343"/>
                    <a:pt x="257" y="336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34" y="325"/>
                    <a:pt x="234" y="325"/>
                  </a:cubicBezTo>
                  <a:cubicBezTo>
                    <a:pt x="234" y="325"/>
                    <a:pt x="222" y="319"/>
                    <a:pt x="206" y="310"/>
                  </a:cubicBezTo>
                  <a:cubicBezTo>
                    <a:pt x="195" y="304"/>
                    <a:pt x="183" y="296"/>
                    <a:pt x="170" y="287"/>
                  </a:cubicBezTo>
                  <a:cubicBezTo>
                    <a:pt x="157" y="279"/>
                    <a:pt x="144" y="269"/>
                    <a:pt x="132" y="258"/>
                  </a:cubicBezTo>
                  <a:cubicBezTo>
                    <a:pt x="124" y="251"/>
                    <a:pt x="116" y="244"/>
                    <a:pt x="110" y="237"/>
                  </a:cubicBezTo>
                  <a:cubicBezTo>
                    <a:pt x="106" y="232"/>
                    <a:pt x="107" y="224"/>
                    <a:pt x="111" y="220"/>
                  </a:cubicBezTo>
                  <a:cubicBezTo>
                    <a:pt x="116" y="216"/>
                    <a:pt x="124" y="217"/>
                    <a:pt x="128" y="222"/>
                  </a:cubicBezTo>
                  <a:cubicBezTo>
                    <a:pt x="133" y="228"/>
                    <a:pt x="140" y="235"/>
                    <a:pt x="147" y="241"/>
                  </a:cubicBezTo>
                  <a:cubicBezTo>
                    <a:pt x="154" y="247"/>
                    <a:pt x="162" y="254"/>
                    <a:pt x="171" y="259"/>
                  </a:cubicBezTo>
                  <a:cubicBezTo>
                    <a:pt x="187" y="271"/>
                    <a:pt x="204" y="282"/>
                    <a:pt x="217" y="290"/>
                  </a:cubicBezTo>
                  <a:cubicBezTo>
                    <a:pt x="232" y="298"/>
                    <a:pt x="243" y="303"/>
                    <a:pt x="244" y="304"/>
                  </a:cubicBezTo>
                  <a:cubicBezTo>
                    <a:pt x="280" y="321"/>
                    <a:pt x="313" y="328"/>
                    <a:pt x="342" y="328"/>
                  </a:cubicBezTo>
                  <a:cubicBezTo>
                    <a:pt x="371" y="329"/>
                    <a:pt x="396" y="324"/>
                    <a:pt x="418" y="316"/>
                  </a:cubicBezTo>
                  <a:cubicBezTo>
                    <a:pt x="432" y="311"/>
                    <a:pt x="445" y="304"/>
                    <a:pt x="457" y="297"/>
                  </a:cubicBezTo>
                  <a:cubicBezTo>
                    <a:pt x="472" y="287"/>
                    <a:pt x="484" y="277"/>
                    <a:pt x="493" y="269"/>
                  </a:cubicBezTo>
                  <a:cubicBezTo>
                    <a:pt x="505" y="257"/>
                    <a:pt x="511" y="249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1" y="248"/>
                    <a:pt x="511" y="248"/>
                    <a:pt x="511" y="248"/>
                  </a:cubicBezTo>
                  <a:cubicBezTo>
                    <a:pt x="512" y="247"/>
                    <a:pt x="513" y="247"/>
                    <a:pt x="514" y="246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8" y="117"/>
                    <a:pt x="588" y="117"/>
                    <a:pt x="588" y="117"/>
                  </a:cubicBezTo>
                  <a:cubicBezTo>
                    <a:pt x="589" y="115"/>
                    <a:pt x="591" y="112"/>
                    <a:pt x="593" y="106"/>
                  </a:cubicBezTo>
                  <a:cubicBezTo>
                    <a:pt x="596" y="101"/>
                    <a:pt x="598" y="94"/>
                    <a:pt x="599" y="86"/>
                  </a:cubicBezTo>
                  <a:cubicBezTo>
                    <a:pt x="600" y="81"/>
                    <a:pt x="600" y="75"/>
                    <a:pt x="600" y="70"/>
                  </a:cubicBezTo>
                  <a:cubicBezTo>
                    <a:pt x="599" y="62"/>
                    <a:pt x="597" y="55"/>
                    <a:pt x="593" y="47"/>
                  </a:cubicBezTo>
                  <a:cubicBezTo>
                    <a:pt x="591" y="43"/>
                    <a:pt x="588" y="38"/>
                    <a:pt x="584" y="34"/>
                  </a:cubicBezTo>
                  <a:cubicBezTo>
                    <a:pt x="577" y="26"/>
                    <a:pt x="570" y="20"/>
                    <a:pt x="562" y="16"/>
                  </a:cubicBezTo>
                  <a:cubicBezTo>
                    <a:pt x="551" y="9"/>
                    <a:pt x="539" y="6"/>
                    <a:pt x="527" y="5"/>
                  </a:cubicBezTo>
                  <a:cubicBezTo>
                    <a:pt x="515" y="4"/>
                    <a:pt x="504" y="6"/>
                    <a:pt x="493" y="11"/>
                  </a:cubicBezTo>
                  <a:cubicBezTo>
                    <a:pt x="486" y="14"/>
                    <a:pt x="479" y="18"/>
                    <a:pt x="472" y="24"/>
                  </a:cubicBezTo>
                  <a:cubicBezTo>
                    <a:pt x="472" y="24"/>
                    <a:pt x="472" y="24"/>
                    <a:pt x="472" y="24"/>
                  </a:cubicBezTo>
                  <a:cubicBezTo>
                    <a:pt x="472" y="24"/>
                    <a:pt x="472" y="24"/>
                    <a:pt x="471" y="25"/>
                  </a:cubicBezTo>
                  <a:cubicBezTo>
                    <a:pt x="470" y="26"/>
                    <a:pt x="469" y="27"/>
                    <a:pt x="467" y="29"/>
                  </a:cubicBezTo>
                  <a:cubicBezTo>
                    <a:pt x="464" y="32"/>
                    <a:pt x="460" y="37"/>
                    <a:pt x="456" y="44"/>
                  </a:cubicBezTo>
                  <a:cubicBezTo>
                    <a:pt x="454" y="49"/>
                    <a:pt x="451" y="54"/>
                    <a:pt x="449" y="60"/>
                  </a:cubicBezTo>
                  <a:cubicBezTo>
                    <a:pt x="447" y="67"/>
                    <a:pt x="445" y="74"/>
                    <a:pt x="445" y="82"/>
                  </a:cubicBezTo>
                  <a:cubicBezTo>
                    <a:pt x="445" y="90"/>
                    <a:pt x="446" y="99"/>
                    <a:pt x="449" y="107"/>
                  </a:cubicBezTo>
                  <a:cubicBezTo>
                    <a:pt x="452" y="113"/>
                    <a:pt x="454" y="119"/>
                    <a:pt x="459" y="125"/>
                  </a:cubicBezTo>
                  <a:cubicBezTo>
                    <a:pt x="464" y="132"/>
                    <a:pt x="471" y="140"/>
                    <a:pt x="481" y="148"/>
                  </a:cubicBezTo>
                  <a:cubicBezTo>
                    <a:pt x="482" y="146"/>
                    <a:pt x="484" y="144"/>
                    <a:pt x="486" y="143"/>
                  </a:cubicBezTo>
                  <a:cubicBezTo>
                    <a:pt x="489" y="139"/>
                    <a:pt x="494" y="136"/>
                    <a:pt x="499" y="134"/>
                  </a:cubicBezTo>
                  <a:cubicBezTo>
                    <a:pt x="503" y="132"/>
                    <a:pt x="508" y="134"/>
                    <a:pt x="509" y="138"/>
                  </a:cubicBezTo>
                  <a:cubicBezTo>
                    <a:pt x="511" y="142"/>
                    <a:pt x="509" y="146"/>
                    <a:pt x="505" y="148"/>
                  </a:cubicBezTo>
                  <a:cubicBezTo>
                    <a:pt x="502" y="150"/>
                    <a:pt x="499" y="152"/>
                    <a:pt x="496" y="154"/>
                  </a:cubicBezTo>
                  <a:cubicBezTo>
                    <a:pt x="494" y="156"/>
                    <a:pt x="492" y="159"/>
                    <a:pt x="490" y="161"/>
                  </a:cubicBezTo>
                  <a:cubicBezTo>
                    <a:pt x="489" y="164"/>
                    <a:pt x="487" y="168"/>
                    <a:pt x="486" y="171"/>
                  </a:cubicBezTo>
                  <a:cubicBezTo>
                    <a:pt x="486" y="174"/>
                    <a:pt x="485" y="177"/>
                    <a:pt x="485" y="180"/>
                  </a:cubicBezTo>
                  <a:cubicBezTo>
                    <a:pt x="484" y="185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5" y="189"/>
                    <a:pt x="485" y="189"/>
                    <a:pt x="485" y="189"/>
                  </a:cubicBezTo>
                  <a:cubicBezTo>
                    <a:pt x="486" y="194"/>
                    <a:pt x="483" y="197"/>
                    <a:pt x="478" y="198"/>
                  </a:cubicBezTo>
                  <a:cubicBezTo>
                    <a:pt x="474" y="199"/>
                    <a:pt x="470" y="196"/>
                    <a:pt x="470" y="191"/>
                  </a:cubicBezTo>
                  <a:cubicBezTo>
                    <a:pt x="470" y="191"/>
                    <a:pt x="469" y="188"/>
                    <a:pt x="469" y="184"/>
                  </a:cubicBezTo>
                  <a:cubicBezTo>
                    <a:pt x="469" y="180"/>
                    <a:pt x="470" y="174"/>
                    <a:pt x="471" y="169"/>
                  </a:cubicBezTo>
                  <a:cubicBezTo>
                    <a:pt x="470" y="168"/>
                    <a:pt x="469" y="168"/>
                    <a:pt x="468" y="167"/>
                  </a:cubicBezTo>
                  <a:cubicBezTo>
                    <a:pt x="454" y="157"/>
                    <a:pt x="444" y="146"/>
                    <a:pt x="437" y="135"/>
                  </a:cubicBezTo>
                  <a:cubicBezTo>
                    <a:pt x="430" y="123"/>
                    <a:pt x="425" y="112"/>
                    <a:pt x="423" y="100"/>
                  </a:cubicBezTo>
                  <a:cubicBezTo>
                    <a:pt x="422" y="93"/>
                    <a:pt x="422" y="85"/>
                    <a:pt x="422" y="78"/>
                  </a:cubicBezTo>
                  <a:cubicBezTo>
                    <a:pt x="423" y="69"/>
                    <a:pt x="425" y="60"/>
                    <a:pt x="427" y="52"/>
                  </a:cubicBezTo>
                  <a:cubicBezTo>
                    <a:pt x="430" y="45"/>
                    <a:pt x="433" y="38"/>
                    <a:pt x="436" y="32"/>
                  </a:cubicBezTo>
                  <a:cubicBezTo>
                    <a:pt x="440" y="27"/>
                    <a:pt x="443" y="22"/>
                    <a:pt x="446" y="18"/>
                  </a:cubicBezTo>
                  <a:cubicBezTo>
                    <a:pt x="442" y="15"/>
                    <a:pt x="437" y="13"/>
                    <a:pt x="431" y="10"/>
                  </a:cubicBezTo>
                  <a:cubicBezTo>
                    <a:pt x="421" y="7"/>
                    <a:pt x="410" y="3"/>
                    <a:pt x="399" y="2"/>
                  </a:cubicBezTo>
                  <a:cubicBezTo>
                    <a:pt x="391" y="0"/>
                    <a:pt x="383" y="0"/>
                    <a:pt x="374" y="1"/>
                  </a:cubicBezTo>
                  <a:cubicBezTo>
                    <a:pt x="363" y="1"/>
                    <a:pt x="352" y="4"/>
                    <a:pt x="340" y="9"/>
                  </a:cubicBezTo>
                  <a:cubicBezTo>
                    <a:pt x="334" y="12"/>
                    <a:pt x="327" y="16"/>
                    <a:pt x="321" y="21"/>
                  </a:cubicBezTo>
                  <a:cubicBezTo>
                    <a:pt x="316" y="25"/>
                    <a:pt x="316" y="25"/>
                    <a:pt x="316" y="25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10" y="23"/>
                    <a:pt x="310" y="23"/>
                  </a:cubicBezTo>
                  <a:cubicBezTo>
                    <a:pt x="310" y="23"/>
                    <a:pt x="309" y="23"/>
                    <a:pt x="308" y="23"/>
                  </a:cubicBezTo>
                  <a:cubicBezTo>
                    <a:pt x="307" y="22"/>
                    <a:pt x="305" y="22"/>
                    <a:pt x="302" y="21"/>
                  </a:cubicBezTo>
                  <a:cubicBezTo>
                    <a:pt x="296" y="20"/>
                    <a:pt x="288" y="19"/>
                    <a:pt x="279" y="19"/>
                  </a:cubicBezTo>
                  <a:cubicBezTo>
                    <a:pt x="273" y="19"/>
                    <a:pt x="267" y="20"/>
                    <a:pt x="260" y="21"/>
                  </a:cubicBezTo>
                  <a:cubicBezTo>
                    <a:pt x="252" y="22"/>
                    <a:pt x="243" y="25"/>
                    <a:pt x="235" y="30"/>
                  </a:cubicBezTo>
                  <a:cubicBezTo>
                    <a:pt x="230" y="33"/>
                    <a:pt x="225" y="36"/>
                    <a:pt x="221" y="41"/>
                  </a:cubicBezTo>
                  <a:cubicBezTo>
                    <a:pt x="216" y="45"/>
                    <a:pt x="211" y="51"/>
                    <a:pt x="207" y="59"/>
                  </a:cubicBezTo>
                  <a:cubicBezTo>
                    <a:pt x="203" y="65"/>
                    <a:pt x="200" y="72"/>
                    <a:pt x="197" y="81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3"/>
                    <a:pt x="196" y="83"/>
                    <a:pt x="196" y="83"/>
                  </a:cubicBezTo>
                  <a:cubicBezTo>
                    <a:pt x="196" y="85"/>
                    <a:pt x="195" y="87"/>
                    <a:pt x="195" y="90"/>
                  </a:cubicBezTo>
                  <a:cubicBezTo>
                    <a:pt x="194" y="96"/>
                    <a:pt x="193" y="104"/>
                    <a:pt x="195" y="114"/>
                  </a:cubicBezTo>
                  <a:cubicBezTo>
                    <a:pt x="196" y="120"/>
                    <a:pt x="198" y="127"/>
                    <a:pt x="201" y="134"/>
                  </a:cubicBezTo>
                  <a:cubicBezTo>
                    <a:pt x="206" y="144"/>
                    <a:pt x="213" y="154"/>
                    <a:pt x="224" y="164"/>
                  </a:cubicBezTo>
                  <a:cubicBezTo>
                    <a:pt x="231" y="169"/>
                    <a:pt x="238" y="175"/>
                    <a:pt x="248" y="181"/>
                  </a:cubicBezTo>
                  <a:cubicBezTo>
                    <a:pt x="256" y="185"/>
                    <a:pt x="266" y="190"/>
                    <a:pt x="278" y="195"/>
                  </a:cubicBezTo>
                  <a:cubicBezTo>
                    <a:pt x="278" y="189"/>
                    <a:pt x="279" y="183"/>
                    <a:pt x="280" y="178"/>
                  </a:cubicBezTo>
                  <a:cubicBezTo>
                    <a:pt x="283" y="169"/>
                    <a:pt x="287" y="161"/>
                    <a:pt x="291" y="154"/>
                  </a:cubicBezTo>
                  <a:cubicBezTo>
                    <a:pt x="294" y="148"/>
                    <a:pt x="298" y="143"/>
                    <a:pt x="301" y="139"/>
                  </a:cubicBezTo>
                  <a:cubicBezTo>
                    <a:pt x="302" y="137"/>
                    <a:pt x="304" y="136"/>
                    <a:pt x="304" y="135"/>
                  </a:cubicBezTo>
                  <a:cubicBezTo>
                    <a:pt x="304" y="134"/>
                    <a:pt x="303" y="134"/>
                    <a:pt x="303" y="133"/>
                  </a:cubicBezTo>
                  <a:cubicBezTo>
                    <a:pt x="298" y="128"/>
                    <a:pt x="295" y="121"/>
                    <a:pt x="293" y="113"/>
                  </a:cubicBezTo>
                  <a:cubicBezTo>
                    <a:pt x="292" y="109"/>
                    <a:pt x="295" y="104"/>
                    <a:pt x="299" y="103"/>
                  </a:cubicBezTo>
                  <a:cubicBezTo>
                    <a:pt x="303" y="103"/>
                    <a:pt x="307" y="105"/>
                    <a:pt x="308" y="109"/>
                  </a:cubicBezTo>
                  <a:cubicBezTo>
                    <a:pt x="310" y="115"/>
                    <a:pt x="312" y="120"/>
                    <a:pt x="315" y="123"/>
                  </a:cubicBezTo>
                  <a:cubicBezTo>
                    <a:pt x="318" y="127"/>
                    <a:pt x="321" y="130"/>
                    <a:pt x="325" y="132"/>
                  </a:cubicBezTo>
                  <a:cubicBezTo>
                    <a:pt x="331" y="135"/>
                    <a:pt x="337" y="137"/>
                    <a:pt x="342" y="138"/>
                  </a:cubicBezTo>
                  <a:cubicBezTo>
                    <a:pt x="346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0" y="139"/>
                    <a:pt x="350" y="139"/>
                    <a:pt x="350" y="139"/>
                  </a:cubicBezTo>
                  <a:cubicBezTo>
                    <a:pt x="354" y="139"/>
                    <a:pt x="357" y="143"/>
                    <a:pt x="357" y="147"/>
                  </a:cubicBezTo>
                  <a:cubicBezTo>
                    <a:pt x="357" y="151"/>
                    <a:pt x="354" y="155"/>
                    <a:pt x="349" y="155"/>
                  </a:cubicBezTo>
                  <a:cubicBezTo>
                    <a:pt x="349" y="155"/>
                    <a:pt x="345" y="154"/>
                    <a:pt x="339" y="153"/>
                  </a:cubicBezTo>
                  <a:cubicBezTo>
                    <a:pt x="335" y="152"/>
                    <a:pt x="329" y="151"/>
                    <a:pt x="324" y="149"/>
                  </a:cubicBezTo>
                  <a:cubicBezTo>
                    <a:pt x="323" y="149"/>
                    <a:pt x="323" y="149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3" y="150"/>
                    <a:pt x="323" y="150"/>
                    <a:pt x="322" y="150"/>
                  </a:cubicBezTo>
                  <a:cubicBezTo>
                    <a:pt x="322" y="150"/>
                    <a:pt x="322" y="150"/>
                    <a:pt x="322" y="151"/>
                  </a:cubicBezTo>
                  <a:cubicBezTo>
                    <a:pt x="321" y="151"/>
                    <a:pt x="320" y="152"/>
                    <a:pt x="319" y="154"/>
                  </a:cubicBezTo>
                  <a:cubicBezTo>
                    <a:pt x="317" y="156"/>
                    <a:pt x="314" y="161"/>
                    <a:pt x="311" y="166"/>
                  </a:cubicBezTo>
                  <a:cubicBezTo>
                    <a:pt x="308" y="170"/>
                    <a:pt x="306" y="175"/>
                    <a:pt x="304" y="181"/>
                  </a:cubicBezTo>
                  <a:cubicBezTo>
                    <a:pt x="302" y="187"/>
                    <a:pt x="301" y="193"/>
                    <a:pt x="301" y="200"/>
                  </a:cubicBezTo>
                  <a:cubicBezTo>
                    <a:pt x="301" y="204"/>
                    <a:pt x="301" y="209"/>
                    <a:pt x="302" y="213"/>
                  </a:cubicBezTo>
                  <a:cubicBezTo>
                    <a:pt x="303" y="220"/>
                    <a:pt x="306" y="226"/>
                    <a:pt x="310" y="233"/>
                  </a:cubicBezTo>
                  <a:cubicBezTo>
                    <a:pt x="316" y="242"/>
                    <a:pt x="325" y="252"/>
                    <a:pt x="338" y="262"/>
                  </a:cubicBezTo>
                  <a:cubicBezTo>
                    <a:pt x="343" y="266"/>
                    <a:pt x="344" y="273"/>
                    <a:pt x="340" y="278"/>
                  </a:cubicBezTo>
                  <a:cubicBezTo>
                    <a:pt x="336" y="283"/>
                    <a:pt x="329" y="284"/>
                    <a:pt x="324" y="280"/>
                  </a:cubicBezTo>
                  <a:cubicBezTo>
                    <a:pt x="311" y="271"/>
                    <a:pt x="301" y="261"/>
                    <a:pt x="294" y="251"/>
                  </a:cubicBezTo>
                  <a:cubicBezTo>
                    <a:pt x="287" y="241"/>
                    <a:pt x="282" y="231"/>
                    <a:pt x="280" y="221"/>
                  </a:cubicBezTo>
                  <a:cubicBezTo>
                    <a:pt x="280" y="221"/>
                    <a:pt x="280" y="220"/>
                    <a:pt x="280" y="220"/>
                  </a:cubicBezTo>
                  <a:cubicBezTo>
                    <a:pt x="263" y="214"/>
                    <a:pt x="248" y="208"/>
                    <a:pt x="236" y="201"/>
                  </a:cubicBezTo>
                  <a:cubicBezTo>
                    <a:pt x="218" y="190"/>
                    <a:pt x="205" y="179"/>
                    <a:pt x="195" y="167"/>
                  </a:cubicBezTo>
                  <a:cubicBezTo>
                    <a:pt x="185" y="155"/>
                    <a:pt x="179" y="142"/>
                    <a:pt x="175" y="131"/>
                  </a:cubicBezTo>
                  <a:cubicBezTo>
                    <a:pt x="173" y="123"/>
                    <a:pt x="172" y="116"/>
                    <a:pt x="171" y="109"/>
                  </a:cubicBezTo>
                  <a:cubicBezTo>
                    <a:pt x="171" y="103"/>
                    <a:pt x="171" y="97"/>
                    <a:pt x="171" y="92"/>
                  </a:cubicBezTo>
                  <a:cubicBezTo>
                    <a:pt x="166" y="94"/>
                    <a:pt x="159" y="96"/>
                    <a:pt x="153" y="99"/>
                  </a:cubicBezTo>
                  <a:cubicBezTo>
                    <a:pt x="146" y="102"/>
                    <a:pt x="140" y="106"/>
                    <a:pt x="134" y="110"/>
                  </a:cubicBezTo>
                  <a:cubicBezTo>
                    <a:pt x="126" y="117"/>
                    <a:pt x="119" y="124"/>
                    <a:pt x="113" y="134"/>
                  </a:cubicBezTo>
                  <a:cubicBezTo>
                    <a:pt x="108" y="143"/>
                    <a:pt x="104" y="153"/>
                    <a:pt x="103" y="165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5" y="175"/>
                    <a:pt x="95" y="175"/>
                    <a:pt x="95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4" y="175"/>
                    <a:pt x="94" y="175"/>
                  </a:cubicBezTo>
                  <a:cubicBezTo>
                    <a:pt x="94" y="175"/>
                    <a:pt x="93" y="176"/>
                    <a:pt x="92" y="176"/>
                  </a:cubicBezTo>
                  <a:cubicBezTo>
                    <a:pt x="90" y="177"/>
                    <a:pt x="87" y="178"/>
                    <a:pt x="84" y="180"/>
                  </a:cubicBezTo>
                  <a:cubicBezTo>
                    <a:pt x="77" y="183"/>
                    <a:pt x="68" y="188"/>
                    <a:pt x="59" y="196"/>
                  </a:cubicBezTo>
                  <a:cubicBezTo>
                    <a:pt x="54" y="202"/>
                    <a:pt x="48" y="208"/>
                    <a:pt x="44" y="216"/>
                  </a:cubicBezTo>
                  <a:cubicBezTo>
                    <a:pt x="39" y="224"/>
                    <a:pt x="36" y="232"/>
                    <a:pt x="34" y="243"/>
                  </a:cubicBezTo>
                  <a:cubicBezTo>
                    <a:pt x="32" y="250"/>
                    <a:pt x="32" y="258"/>
                    <a:pt x="32" y="268"/>
                  </a:cubicBezTo>
                  <a:cubicBezTo>
                    <a:pt x="33" y="269"/>
                    <a:pt x="33" y="271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2"/>
                    <a:pt x="33" y="272"/>
                  </a:cubicBezTo>
                  <a:cubicBezTo>
                    <a:pt x="33" y="272"/>
                    <a:pt x="33" y="273"/>
                    <a:pt x="33" y="273"/>
                  </a:cubicBezTo>
                  <a:cubicBezTo>
                    <a:pt x="33" y="273"/>
                    <a:pt x="33" y="273"/>
                    <a:pt x="33" y="274"/>
                  </a:cubicBezTo>
                  <a:cubicBezTo>
                    <a:pt x="33" y="275"/>
                    <a:pt x="33" y="277"/>
                    <a:pt x="33" y="280"/>
                  </a:cubicBezTo>
                  <a:cubicBezTo>
                    <a:pt x="34" y="285"/>
                    <a:pt x="36" y="292"/>
                    <a:pt x="39" y="300"/>
                  </a:cubicBezTo>
                  <a:cubicBezTo>
                    <a:pt x="42" y="305"/>
                    <a:pt x="45" y="311"/>
                    <a:pt x="49" y="316"/>
                  </a:cubicBezTo>
                  <a:cubicBezTo>
                    <a:pt x="55" y="323"/>
                    <a:pt x="62" y="330"/>
                    <a:pt x="73" y="337"/>
                  </a:cubicBezTo>
                  <a:cubicBezTo>
                    <a:pt x="82" y="342"/>
                    <a:pt x="94" y="347"/>
                    <a:pt x="108" y="350"/>
                  </a:cubicBezTo>
                  <a:cubicBezTo>
                    <a:pt x="122" y="353"/>
                    <a:pt x="139" y="355"/>
                    <a:pt x="160" y="355"/>
                  </a:cubicBezTo>
                  <a:cubicBezTo>
                    <a:pt x="161" y="355"/>
                    <a:pt x="162" y="356"/>
                    <a:pt x="163" y="356"/>
                  </a:cubicBezTo>
                  <a:cubicBezTo>
                    <a:pt x="164" y="351"/>
                    <a:pt x="166" y="346"/>
                    <a:pt x="168" y="341"/>
                  </a:cubicBezTo>
                  <a:cubicBezTo>
                    <a:pt x="170" y="338"/>
                    <a:pt x="172" y="336"/>
                    <a:pt x="174" y="333"/>
                  </a:cubicBezTo>
                  <a:cubicBezTo>
                    <a:pt x="177" y="330"/>
                    <a:pt x="182" y="329"/>
                    <a:pt x="185" y="332"/>
                  </a:cubicBezTo>
                  <a:cubicBezTo>
                    <a:pt x="188" y="335"/>
                    <a:pt x="189" y="340"/>
                    <a:pt x="186" y="343"/>
                  </a:cubicBezTo>
                  <a:cubicBezTo>
                    <a:pt x="184" y="345"/>
                    <a:pt x="183" y="347"/>
                    <a:pt x="182" y="349"/>
                  </a:cubicBezTo>
                  <a:cubicBezTo>
                    <a:pt x="180" y="353"/>
                    <a:pt x="178" y="356"/>
                    <a:pt x="178" y="360"/>
                  </a:cubicBezTo>
                  <a:cubicBezTo>
                    <a:pt x="177" y="363"/>
                    <a:pt x="177" y="367"/>
                    <a:pt x="177" y="370"/>
                  </a:cubicBezTo>
                  <a:cubicBezTo>
                    <a:pt x="177" y="377"/>
                    <a:pt x="179" y="382"/>
                    <a:pt x="181" y="386"/>
                  </a:cubicBezTo>
                  <a:cubicBezTo>
                    <a:pt x="182" y="388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3" y="390"/>
                    <a:pt x="183" y="390"/>
                    <a:pt x="183" y="390"/>
                  </a:cubicBezTo>
                  <a:cubicBezTo>
                    <a:pt x="185" y="393"/>
                    <a:pt x="184" y="398"/>
                    <a:pt x="180" y="400"/>
                  </a:cubicBezTo>
                  <a:cubicBezTo>
                    <a:pt x="177" y="403"/>
                    <a:pt x="172" y="402"/>
                    <a:pt x="170" y="398"/>
                  </a:cubicBezTo>
                  <a:cubicBezTo>
                    <a:pt x="169" y="398"/>
                    <a:pt x="168" y="395"/>
                    <a:pt x="166" y="392"/>
                  </a:cubicBezTo>
                  <a:cubicBezTo>
                    <a:pt x="165" y="388"/>
                    <a:pt x="163" y="384"/>
                    <a:pt x="162" y="378"/>
                  </a:cubicBezTo>
                  <a:cubicBezTo>
                    <a:pt x="162" y="379"/>
                    <a:pt x="161" y="379"/>
                    <a:pt x="160" y="379"/>
                  </a:cubicBezTo>
                  <a:cubicBezTo>
                    <a:pt x="138" y="379"/>
                    <a:pt x="119" y="376"/>
                    <a:pt x="103" y="373"/>
                  </a:cubicBezTo>
                  <a:cubicBezTo>
                    <a:pt x="86" y="369"/>
                    <a:pt x="73" y="363"/>
                    <a:pt x="62" y="357"/>
                  </a:cubicBezTo>
                  <a:cubicBezTo>
                    <a:pt x="47" y="348"/>
                    <a:pt x="36" y="338"/>
                    <a:pt x="28" y="327"/>
                  </a:cubicBezTo>
                  <a:cubicBezTo>
                    <a:pt x="23" y="320"/>
                    <a:pt x="20" y="314"/>
                    <a:pt x="17" y="307"/>
                  </a:cubicBezTo>
                  <a:cubicBezTo>
                    <a:pt x="14" y="313"/>
                    <a:pt x="10" y="321"/>
                    <a:pt x="7" y="329"/>
                  </a:cubicBezTo>
                  <a:cubicBezTo>
                    <a:pt x="4" y="337"/>
                    <a:pt x="2" y="347"/>
                    <a:pt x="1" y="357"/>
                  </a:cubicBezTo>
                  <a:cubicBezTo>
                    <a:pt x="0" y="363"/>
                    <a:pt x="0" y="370"/>
                    <a:pt x="1" y="377"/>
                  </a:cubicBezTo>
                  <a:cubicBezTo>
                    <a:pt x="1" y="379"/>
                    <a:pt x="1" y="380"/>
                    <a:pt x="1" y="382"/>
                  </a:cubicBezTo>
                  <a:cubicBezTo>
                    <a:pt x="4" y="379"/>
                    <a:pt x="6" y="376"/>
                    <a:pt x="9" y="373"/>
                  </a:cubicBezTo>
                  <a:cubicBezTo>
                    <a:pt x="14" y="367"/>
                    <a:pt x="21" y="361"/>
                    <a:pt x="29" y="357"/>
                  </a:cubicBezTo>
                  <a:cubicBezTo>
                    <a:pt x="35" y="354"/>
                    <a:pt x="42" y="356"/>
                    <a:pt x="45" y="361"/>
                  </a:cubicBezTo>
                  <a:cubicBezTo>
                    <a:pt x="48" y="367"/>
                    <a:pt x="46" y="374"/>
                    <a:pt x="41" y="377"/>
                  </a:cubicBezTo>
                  <a:cubicBezTo>
                    <a:pt x="35" y="380"/>
                    <a:pt x="30" y="384"/>
                    <a:pt x="26" y="389"/>
                  </a:cubicBezTo>
                  <a:cubicBezTo>
                    <a:pt x="22" y="393"/>
                    <a:pt x="19" y="398"/>
                    <a:pt x="16" y="402"/>
                  </a:cubicBezTo>
                  <a:cubicBezTo>
                    <a:pt x="13" y="407"/>
                    <a:pt x="11" y="412"/>
                    <a:pt x="10" y="415"/>
                  </a:cubicBezTo>
                  <a:cubicBezTo>
                    <a:pt x="10" y="416"/>
                    <a:pt x="10" y="416"/>
                    <a:pt x="10" y="417"/>
                  </a:cubicBezTo>
                  <a:cubicBezTo>
                    <a:pt x="9" y="418"/>
                    <a:pt x="9" y="418"/>
                    <a:pt x="9" y="419"/>
                  </a:cubicBezTo>
                  <a:cubicBezTo>
                    <a:pt x="9" y="419"/>
                    <a:pt x="9" y="419"/>
                    <a:pt x="9" y="419"/>
                  </a:cubicBezTo>
                  <a:cubicBezTo>
                    <a:pt x="9" y="420"/>
                    <a:pt x="9" y="420"/>
                    <a:pt x="8" y="420"/>
                  </a:cubicBezTo>
                  <a:cubicBezTo>
                    <a:pt x="8" y="420"/>
                    <a:pt x="8" y="420"/>
                    <a:pt x="8" y="421"/>
                  </a:cubicBezTo>
                  <a:cubicBezTo>
                    <a:pt x="8" y="421"/>
                    <a:pt x="8" y="421"/>
                    <a:pt x="8" y="421"/>
                  </a:cubicBezTo>
                  <a:cubicBezTo>
                    <a:pt x="7" y="425"/>
                    <a:pt x="5" y="430"/>
                    <a:pt x="4" y="436"/>
                  </a:cubicBezTo>
                  <a:cubicBezTo>
                    <a:pt x="2" y="448"/>
                    <a:pt x="0" y="465"/>
                    <a:pt x="3" y="483"/>
                  </a:cubicBezTo>
                  <a:cubicBezTo>
                    <a:pt x="5" y="495"/>
                    <a:pt x="9" y="508"/>
                    <a:pt x="16" y="520"/>
                  </a:cubicBezTo>
                  <a:cubicBezTo>
                    <a:pt x="19" y="528"/>
                    <a:pt x="24" y="535"/>
                    <a:pt x="31" y="542"/>
                  </a:cubicBezTo>
                  <a:cubicBezTo>
                    <a:pt x="33" y="545"/>
                    <a:pt x="36" y="548"/>
                    <a:pt x="39" y="551"/>
                  </a:cubicBezTo>
                  <a:cubicBezTo>
                    <a:pt x="40" y="547"/>
                    <a:pt x="41" y="542"/>
                    <a:pt x="42" y="537"/>
                  </a:cubicBezTo>
                  <a:cubicBezTo>
                    <a:pt x="45" y="524"/>
                    <a:pt x="51" y="508"/>
                    <a:pt x="59" y="493"/>
                  </a:cubicBezTo>
                  <a:cubicBezTo>
                    <a:pt x="67" y="479"/>
                    <a:pt x="78" y="465"/>
                    <a:pt x="93" y="453"/>
                  </a:cubicBezTo>
                  <a:cubicBezTo>
                    <a:pt x="107" y="441"/>
                    <a:pt x="125" y="431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7" y="425"/>
                    <a:pt x="147" y="425"/>
                    <a:pt x="147" y="425"/>
                  </a:cubicBezTo>
                  <a:cubicBezTo>
                    <a:pt x="149" y="425"/>
                    <a:pt x="157" y="423"/>
                    <a:pt x="169" y="421"/>
                  </a:cubicBezTo>
                  <a:cubicBezTo>
                    <a:pt x="182" y="420"/>
                    <a:pt x="200" y="420"/>
                    <a:pt x="220" y="424"/>
                  </a:cubicBezTo>
                  <a:cubicBezTo>
                    <a:pt x="233" y="426"/>
                    <a:pt x="247" y="431"/>
                    <a:pt x="260" y="439"/>
                  </a:cubicBezTo>
                  <a:cubicBezTo>
                    <a:pt x="269" y="444"/>
                    <a:pt x="278" y="450"/>
                    <a:pt x="286" y="458"/>
                  </a:cubicBezTo>
                  <a:cubicBezTo>
                    <a:pt x="294" y="466"/>
                    <a:pt x="301" y="475"/>
                    <a:pt x="308" y="486"/>
                  </a:cubicBezTo>
                  <a:cubicBezTo>
                    <a:pt x="312" y="491"/>
                    <a:pt x="310" y="499"/>
                    <a:pt x="305" y="502"/>
                  </a:cubicBezTo>
                  <a:cubicBezTo>
                    <a:pt x="299" y="505"/>
                    <a:pt x="292" y="504"/>
                    <a:pt x="289" y="498"/>
                  </a:cubicBezTo>
                  <a:cubicBezTo>
                    <a:pt x="283" y="489"/>
                    <a:pt x="276" y="481"/>
                    <a:pt x="270" y="475"/>
                  </a:cubicBezTo>
                  <a:cubicBezTo>
                    <a:pt x="263" y="468"/>
                    <a:pt x="256" y="463"/>
                    <a:pt x="249" y="459"/>
                  </a:cubicBezTo>
                  <a:cubicBezTo>
                    <a:pt x="238" y="453"/>
                    <a:pt x="226" y="449"/>
                    <a:pt x="215" y="447"/>
                  </a:cubicBezTo>
                  <a:cubicBezTo>
                    <a:pt x="205" y="444"/>
                    <a:pt x="194" y="444"/>
                    <a:pt x="185" y="444"/>
                  </a:cubicBezTo>
                  <a:cubicBezTo>
                    <a:pt x="167" y="444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54" y="448"/>
                    <a:pt x="154" y="448"/>
                    <a:pt x="154" y="448"/>
                  </a:cubicBezTo>
                  <a:cubicBezTo>
                    <a:pt x="135" y="453"/>
                    <a:pt x="120" y="461"/>
                    <a:pt x="108" y="471"/>
                  </a:cubicBezTo>
                  <a:cubicBezTo>
                    <a:pt x="96" y="481"/>
                    <a:pt x="86" y="493"/>
                    <a:pt x="79" y="505"/>
                  </a:cubicBezTo>
                  <a:cubicBezTo>
                    <a:pt x="72" y="518"/>
                    <a:pt x="67" y="531"/>
                    <a:pt x="65" y="542"/>
                  </a:cubicBezTo>
                  <a:cubicBezTo>
                    <a:pt x="62" y="551"/>
                    <a:pt x="62" y="559"/>
                    <a:pt x="62" y="565"/>
                  </a:cubicBezTo>
                  <a:cubicBezTo>
                    <a:pt x="62" y="566"/>
                    <a:pt x="62" y="568"/>
                    <a:pt x="62" y="569"/>
                  </a:cubicBezTo>
                  <a:cubicBezTo>
                    <a:pt x="62" y="570"/>
                    <a:pt x="62" y="570"/>
                    <a:pt x="62" y="570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6"/>
                    <a:pt x="62" y="576"/>
                    <a:pt x="62" y="576"/>
                  </a:cubicBezTo>
                  <a:cubicBezTo>
                    <a:pt x="62" y="577"/>
                    <a:pt x="63" y="577"/>
                    <a:pt x="63" y="578"/>
                  </a:cubicBezTo>
                  <a:cubicBezTo>
                    <a:pt x="63" y="581"/>
                    <a:pt x="63" y="584"/>
                    <a:pt x="64" y="588"/>
                  </a:cubicBezTo>
                  <a:cubicBezTo>
                    <a:pt x="65" y="595"/>
                    <a:pt x="68" y="606"/>
                    <a:pt x="74" y="618"/>
                  </a:cubicBezTo>
                  <a:cubicBezTo>
                    <a:pt x="78" y="626"/>
                    <a:pt x="83" y="634"/>
                    <a:pt x="89" y="642"/>
                  </a:cubicBezTo>
                  <a:cubicBezTo>
                    <a:pt x="98" y="653"/>
                    <a:pt x="110" y="664"/>
                    <a:pt x="126" y="673"/>
                  </a:cubicBezTo>
                  <a:cubicBezTo>
                    <a:pt x="139" y="681"/>
                    <a:pt x="156" y="688"/>
                    <a:pt x="177" y="692"/>
                  </a:cubicBezTo>
                  <a:cubicBezTo>
                    <a:pt x="177" y="692"/>
                    <a:pt x="177" y="692"/>
                    <a:pt x="177" y="692"/>
                  </a:cubicBezTo>
                  <a:cubicBezTo>
                    <a:pt x="178" y="692"/>
                    <a:pt x="178" y="693"/>
                    <a:pt x="180" y="693"/>
                  </a:cubicBezTo>
                  <a:cubicBezTo>
                    <a:pt x="182" y="693"/>
                    <a:pt x="185" y="693"/>
                    <a:pt x="189" y="693"/>
                  </a:cubicBezTo>
                  <a:cubicBezTo>
                    <a:pt x="197" y="693"/>
                    <a:pt x="208" y="693"/>
                    <a:pt x="219" y="690"/>
                  </a:cubicBezTo>
                  <a:cubicBezTo>
                    <a:pt x="227" y="688"/>
                    <a:pt x="234" y="685"/>
                    <a:pt x="241" y="681"/>
                  </a:cubicBezTo>
                  <a:cubicBezTo>
                    <a:pt x="247" y="678"/>
                    <a:pt x="252" y="675"/>
                    <a:pt x="256" y="672"/>
                  </a:cubicBezTo>
                  <a:cubicBezTo>
                    <a:pt x="260" y="669"/>
                    <a:pt x="263" y="666"/>
                    <a:pt x="267" y="662"/>
                  </a:cubicBezTo>
                  <a:cubicBezTo>
                    <a:pt x="270" y="660"/>
                    <a:pt x="272" y="657"/>
                    <a:pt x="275" y="654"/>
                  </a:cubicBezTo>
                  <a:cubicBezTo>
                    <a:pt x="278" y="650"/>
                    <a:pt x="282" y="645"/>
                    <a:pt x="286" y="638"/>
                  </a:cubicBezTo>
                  <a:cubicBezTo>
                    <a:pt x="292" y="630"/>
                    <a:pt x="298" y="620"/>
                    <a:pt x="306" y="607"/>
                  </a:cubicBezTo>
                  <a:cubicBezTo>
                    <a:pt x="306" y="607"/>
                    <a:pt x="306" y="607"/>
                    <a:pt x="306" y="607"/>
                  </a:cubicBezTo>
                  <a:lnTo>
                    <a:pt x="475" y="312"/>
                  </a:lnTo>
                  <a:close/>
                </a:path>
              </a:pathLst>
            </a:custGeom>
            <a:solidFill>
              <a:schemeClr val="accent3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8" name="íş1îḍê"/>
            <p:cNvSpPr/>
            <p:nvPr/>
          </p:nvSpPr>
          <p:spPr bwMode="auto">
            <a:xfrm>
              <a:off x="4896153" y="3102503"/>
              <a:ext cx="92679" cy="166424"/>
            </a:xfrm>
            <a:custGeom>
              <a:avLst/>
              <a:gdLst/>
              <a:ahLst/>
              <a:cxnLst>
                <a:cxn ang="0">
                  <a:pos x="18" y="197"/>
                </a:cxn>
                <a:cxn ang="0">
                  <a:pos x="14" y="195"/>
                </a:cxn>
                <a:cxn ang="0">
                  <a:pos x="9" y="156"/>
                </a:cxn>
                <a:cxn ang="0">
                  <a:pos x="44" y="35"/>
                </a:cxn>
                <a:cxn ang="0">
                  <a:pos x="67" y="3"/>
                </a:cxn>
                <a:cxn ang="0">
                  <a:pos x="99" y="26"/>
                </a:cxn>
                <a:cxn ang="0">
                  <a:pos x="54" y="190"/>
                </a:cxn>
                <a:cxn ang="0">
                  <a:pos x="18" y="197"/>
                </a:cxn>
              </a:cxnLst>
              <a:rect l="0" t="0" r="r" b="b"/>
              <a:pathLst>
                <a:path w="113" h="204">
                  <a:moveTo>
                    <a:pt x="18" y="197"/>
                  </a:moveTo>
                  <a:cubicBezTo>
                    <a:pt x="17" y="197"/>
                    <a:pt x="16" y="196"/>
                    <a:pt x="14" y="195"/>
                  </a:cubicBezTo>
                  <a:cubicBezTo>
                    <a:pt x="2" y="186"/>
                    <a:pt x="0" y="168"/>
                    <a:pt x="9" y="156"/>
                  </a:cubicBezTo>
                  <a:cubicBezTo>
                    <a:pt x="10" y="155"/>
                    <a:pt x="54" y="97"/>
                    <a:pt x="44" y="35"/>
                  </a:cubicBezTo>
                  <a:cubicBezTo>
                    <a:pt x="41" y="20"/>
                    <a:pt x="52" y="5"/>
                    <a:pt x="67" y="3"/>
                  </a:cubicBezTo>
                  <a:cubicBezTo>
                    <a:pt x="83" y="0"/>
                    <a:pt x="97" y="11"/>
                    <a:pt x="99" y="26"/>
                  </a:cubicBezTo>
                  <a:cubicBezTo>
                    <a:pt x="113" y="112"/>
                    <a:pt x="56" y="187"/>
                    <a:pt x="54" y="190"/>
                  </a:cubicBezTo>
                  <a:cubicBezTo>
                    <a:pt x="45" y="202"/>
                    <a:pt x="30" y="204"/>
                    <a:pt x="18" y="197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  <p:sp>
          <p:nvSpPr>
            <p:cNvPr id="39" name="îsľîḋé"/>
            <p:cNvSpPr/>
            <p:nvPr/>
          </p:nvSpPr>
          <p:spPr bwMode="auto">
            <a:xfrm>
              <a:off x="5016736" y="3200165"/>
              <a:ext cx="136528" cy="139517"/>
            </a:xfrm>
            <a:custGeom>
              <a:avLst/>
              <a:gdLst/>
              <a:ahLst/>
              <a:cxnLst>
                <a:cxn ang="0">
                  <a:pos x="18" y="162"/>
                </a:cxn>
                <a:cxn ang="0">
                  <a:pos x="6" y="127"/>
                </a:cxn>
                <a:cxn ang="0">
                  <a:pos x="125" y="6"/>
                </a:cxn>
                <a:cxn ang="0">
                  <a:pos x="161" y="22"/>
                </a:cxn>
                <a:cxn ang="0">
                  <a:pos x="145" y="58"/>
                </a:cxn>
                <a:cxn ang="0">
                  <a:pos x="58" y="149"/>
                </a:cxn>
                <a:cxn ang="0">
                  <a:pos x="21" y="164"/>
                </a:cxn>
                <a:cxn ang="0">
                  <a:pos x="18" y="162"/>
                </a:cxn>
              </a:cxnLst>
              <a:rect l="0" t="0" r="r" b="b"/>
              <a:pathLst>
                <a:path w="167" h="170">
                  <a:moveTo>
                    <a:pt x="18" y="162"/>
                  </a:moveTo>
                  <a:cubicBezTo>
                    <a:pt x="6" y="155"/>
                    <a:pt x="0" y="140"/>
                    <a:pt x="6" y="127"/>
                  </a:cubicBezTo>
                  <a:cubicBezTo>
                    <a:pt x="7" y="124"/>
                    <a:pt x="44" y="37"/>
                    <a:pt x="125" y="6"/>
                  </a:cubicBezTo>
                  <a:cubicBezTo>
                    <a:pt x="140" y="0"/>
                    <a:pt x="156" y="8"/>
                    <a:pt x="161" y="22"/>
                  </a:cubicBezTo>
                  <a:cubicBezTo>
                    <a:pt x="167" y="37"/>
                    <a:pt x="160" y="53"/>
                    <a:pt x="145" y="58"/>
                  </a:cubicBezTo>
                  <a:cubicBezTo>
                    <a:pt x="87" y="81"/>
                    <a:pt x="58" y="148"/>
                    <a:pt x="58" y="149"/>
                  </a:cubicBezTo>
                  <a:cubicBezTo>
                    <a:pt x="52" y="163"/>
                    <a:pt x="35" y="170"/>
                    <a:pt x="21" y="164"/>
                  </a:cubicBezTo>
                  <a:cubicBezTo>
                    <a:pt x="20" y="163"/>
                    <a:pt x="19" y="163"/>
                    <a:pt x="18" y="162"/>
                  </a:cubicBez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US" sz="3200"/>
            </a:p>
          </p:txBody>
        </p:sp>
      </p:grpSp>
      <p:sp>
        <p:nvSpPr>
          <p:cNvPr id="40" name="文本框 39"/>
          <p:cNvSpPr txBox="1"/>
          <p:nvPr/>
        </p:nvSpPr>
        <p:spPr>
          <a:xfrm>
            <a:off x="223520" y="1350010"/>
            <a:ext cx="877316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endParaRPr lang="zh-CN" altLang="en-US"/>
          </a:p>
          <a:p>
            <a:r>
              <a:rPr sz="2000"/>
              <a:t>        </a:t>
            </a:r>
            <a:r>
              <a:t>在 RT-Thread 中，</a:t>
            </a:r>
            <a:r>
              <a:rPr lang="zh-CN"/>
              <a:t>邮箱</a:t>
            </a:r>
            <a:r>
              <a:t>控制块是操作系统用于管理</a:t>
            </a:r>
            <a:r>
              <a:rPr lang="zh-CN"/>
              <a:t>邮箱</a:t>
            </a:r>
            <a:r>
              <a:t>的一个数据结构</a:t>
            </a:r>
            <a:r>
              <a:rPr lang="zh-CN"/>
              <a:t>。</a:t>
            </a:r>
            <a:endParaRPr lang="zh-CN"/>
          </a:p>
          <a:p>
            <a:r>
              <a:t>        </a:t>
            </a:r>
            <a:r>
              <a:rPr>
                <a:solidFill>
                  <a:schemeClr val="tx2"/>
                </a:solidFill>
              </a:rPr>
              <a:t>struct rt_mailbox</a:t>
            </a:r>
          </a:p>
          <a:p>
            <a:r>
              <a:t>        {</a:t>
            </a:r>
          </a:p>
          <a:p>
            <a:r>
              <a:t>            struct rt_ipc_object parent;               /**&lt; inherit from ipc_object */</a:t>
            </a:r>
          </a:p>
          <a:p>
            <a:r>
              <a:t>            rt_uint32_t         *msg_pool;              /**&lt; start address of message buffer */</a:t>
            </a:r>
          </a:p>
          <a:p>
            <a:r>
              <a:t>            rt_uint16_t          size;                          /**&lt; size of message pool */</a:t>
            </a:r>
          </a:p>
          <a:p>
            <a:r>
              <a:t>            rt_uint16_t          entry;                       /**&lt; index of messages in msg_pool */</a:t>
            </a:r>
          </a:p>
          <a:p>
            <a:r>
              <a:t>            rt_uint16_t          in_offset;                 /**&lt; input offset of the message buffer */</a:t>
            </a:r>
          </a:p>
          <a:p>
            <a:r>
              <a:t>            rt_uint16_t          out_offset;              /**&lt; output offset of the message buffer */</a:t>
            </a:r>
          </a:p>
          <a:p>
            <a:r>
              <a:t>            rt_list_t   suspend_sender_thread;  /**&lt; sender thread suspended on this   mailbox */</a:t>
            </a:r>
          </a:p>
          <a:p>
            <a:r>
              <a:t>};</a:t>
            </a:r>
          </a:p>
          <a:p>
            <a:r>
              <a:t>typedef struct rt_mailbox *rt_mailbox_t;</a:t>
            </a:r>
          </a:p>
          <a:p>
            <a:r>
              <a:t>         </a:t>
            </a:r>
          </a:p>
          <a:p>
            <a:r>
              <a:t>           </a:t>
            </a:r>
            <a:r>
              <a:rPr lang="zh-CN"/>
              <a:t>定义静态邮箱：</a:t>
            </a:r>
            <a:r>
              <a:rPr>
                <a:solidFill>
                  <a:schemeClr val="tx2"/>
                </a:solidFill>
                <a:sym typeface="+mn-ea"/>
              </a:rPr>
              <a:t>struct rt_</a:t>
            </a:r>
            <a:r>
              <a:rPr lang="en-US">
                <a:solidFill>
                  <a:schemeClr val="tx2"/>
                </a:solidFill>
                <a:sym typeface="+mn-ea"/>
              </a:rPr>
              <a:t>mailbox</a:t>
            </a:r>
            <a:r>
              <a:rPr>
                <a:solidFill>
                  <a:schemeClr val="tx2"/>
                </a:solidFill>
                <a:sym typeface="+mn-ea"/>
              </a:rPr>
              <a:t> </a:t>
            </a:r>
            <a:r>
              <a:rPr>
                <a:solidFill>
                  <a:schemeClr val="tx1"/>
                </a:solidFill>
                <a:sym typeface="+mn-ea"/>
              </a:rPr>
              <a:t>  </a:t>
            </a:r>
            <a:r>
              <a:rPr lang="en-US">
                <a:solidFill>
                  <a:schemeClr val="tx1"/>
                </a:solidFill>
                <a:sym typeface="+mn-ea"/>
              </a:rPr>
              <a:t>static_mb</a:t>
            </a:r>
            <a:endParaRPr lang="en-US">
              <a:solidFill>
                <a:schemeClr val="tx2"/>
              </a:solidFill>
              <a:sym typeface="+mn-ea"/>
            </a:endParaRPr>
          </a:p>
          <a:p>
            <a:r>
              <a:rPr lang="en-US">
                <a:solidFill>
                  <a:schemeClr val="tx2"/>
                </a:solidFill>
                <a:sym typeface="+mn-ea"/>
              </a:rPr>
              <a:t>           </a:t>
            </a:r>
            <a:r>
              <a:rPr lang="zh-CN">
                <a:sym typeface="+mn-ea"/>
              </a:rPr>
              <a:t>定义动态邮箱：</a:t>
            </a:r>
            <a:r>
              <a:rPr>
                <a:solidFill>
                  <a:schemeClr val="tx2"/>
                </a:solidFill>
                <a:sym typeface="+mn-ea"/>
              </a:rPr>
              <a:t>rt_</a:t>
            </a:r>
            <a:r>
              <a:rPr lang="en-US">
                <a:solidFill>
                  <a:schemeClr val="tx2"/>
                </a:solidFill>
                <a:sym typeface="+mn-ea"/>
              </a:rPr>
              <a:t>mailbox</a:t>
            </a:r>
            <a:r>
              <a:rPr>
                <a:solidFill>
                  <a:schemeClr val="tx2"/>
                </a:solidFill>
                <a:sym typeface="+mn-ea"/>
              </a:rPr>
              <a:t>_t  </a:t>
            </a:r>
            <a:r>
              <a:rPr>
                <a:solidFill>
                  <a:schemeClr val="tx1"/>
                </a:solidFill>
                <a:sym typeface="+mn-ea"/>
              </a:rPr>
              <a:t>dynamic_</a:t>
            </a:r>
            <a:r>
              <a:rPr lang="en-US">
                <a:solidFill>
                  <a:schemeClr val="tx1"/>
                </a:solidFill>
                <a:sym typeface="+mn-ea"/>
              </a:rPr>
              <a:t>mb</a:t>
            </a:r>
            <a:endParaRPr lang="en-US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邮箱的操作</a:t>
            </a:r>
            <a:endParaRPr lang="zh-CN" altLang="en-US"/>
          </a:p>
        </p:txBody>
      </p:sp>
      <p:sp>
        <p:nvSpPr>
          <p:cNvPr id="55" name="íśľiďé"/>
          <p:cNvSpPr/>
          <p:nvPr/>
        </p:nvSpPr>
        <p:spPr>
          <a:xfrm>
            <a:off x="1631950" y="171640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1"/>
                </a:solidFill>
              </a:rPr>
              <a:t>初始化与脱离</a:t>
            </a:r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53" name="îŝ1íḋè"/>
          <p:cNvSpPr/>
          <p:nvPr/>
        </p:nvSpPr>
        <p:spPr>
          <a:xfrm>
            <a:off x="1632585" y="3084195"/>
            <a:ext cx="3361055" cy="372110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lstStyle/>
          <a:p>
            <a:r>
              <a:rPr lang="zh-CN" altLang="en-US" sz="2000" b="1">
                <a:solidFill>
                  <a:schemeClr val="accent2"/>
                </a:solidFill>
              </a:rPr>
              <a:t>创建与删除</a:t>
            </a:r>
            <a:endParaRPr lang="zh-CN" altLang="en-US" sz="2000" b="1">
              <a:solidFill>
                <a:schemeClr val="accent2"/>
              </a:solidFill>
            </a:endParaRPr>
          </a:p>
        </p:txBody>
      </p:sp>
      <p:grpSp>
        <p:nvGrpSpPr>
          <p:cNvPr id="10" name="îŝḷiḑê"/>
          <p:cNvGrpSpPr/>
          <p:nvPr/>
        </p:nvGrpSpPr>
        <p:grpSpPr>
          <a:xfrm>
            <a:off x="866644" y="1500434"/>
            <a:ext cx="764860" cy="765060"/>
            <a:chOff x="6373382" y="2169288"/>
            <a:chExt cx="764860" cy="765060"/>
          </a:xfrm>
        </p:grpSpPr>
        <p:sp>
          <p:nvSpPr>
            <p:cNvPr id="45" name="îşḻiďê"/>
            <p:cNvSpPr/>
            <p:nvPr/>
          </p:nvSpPr>
          <p:spPr bwMode="auto">
            <a:xfrm>
              <a:off x="6373382" y="2169288"/>
              <a:ext cx="764860" cy="7650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6" name="îşļïdé"/>
            <p:cNvSpPr/>
            <p:nvPr/>
          </p:nvSpPr>
          <p:spPr bwMode="auto">
            <a:xfrm>
              <a:off x="6548708" y="2385035"/>
              <a:ext cx="414209" cy="333566"/>
            </a:xfrm>
            <a:custGeom>
              <a:avLst/>
              <a:gdLst>
                <a:gd name="T0" fmla="*/ 169 w 497"/>
                <a:gd name="T1" fmla="*/ 196 h 400"/>
                <a:gd name="T2" fmla="*/ 169 w 497"/>
                <a:gd name="T3" fmla="*/ 196 h 400"/>
                <a:gd name="T4" fmla="*/ 248 w 497"/>
                <a:gd name="T5" fmla="*/ 275 h 400"/>
                <a:gd name="T6" fmla="*/ 328 w 497"/>
                <a:gd name="T7" fmla="*/ 196 h 400"/>
                <a:gd name="T8" fmla="*/ 248 w 497"/>
                <a:gd name="T9" fmla="*/ 116 h 400"/>
                <a:gd name="T10" fmla="*/ 169 w 497"/>
                <a:gd name="T11" fmla="*/ 196 h 400"/>
                <a:gd name="T12" fmla="*/ 116 w 497"/>
                <a:gd name="T13" fmla="*/ 169 h 400"/>
                <a:gd name="T14" fmla="*/ 116 w 497"/>
                <a:gd name="T15" fmla="*/ 169 h 400"/>
                <a:gd name="T16" fmla="*/ 248 w 497"/>
                <a:gd name="T17" fmla="*/ 63 h 400"/>
                <a:gd name="T18" fmla="*/ 345 w 497"/>
                <a:gd name="T19" fmla="*/ 98 h 400"/>
                <a:gd name="T20" fmla="*/ 390 w 497"/>
                <a:gd name="T21" fmla="*/ 98 h 400"/>
                <a:gd name="T22" fmla="*/ 390 w 497"/>
                <a:gd name="T23" fmla="*/ 54 h 400"/>
                <a:gd name="T24" fmla="*/ 248 w 497"/>
                <a:gd name="T25" fmla="*/ 0 h 400"/>
                <a:gd name="T26" fmla="*/ 62 w 497"/>
                <a:gd name="T27" fmla="*/ 143 h 400"/>
                <a:gd name="T28" fmla="*/ 0 w 497"/>
                <a:gd name="T29" fmla="*/ 143 h 400"/>
                <a:gd name="T30" fmla="*/ 0 w 497"/>
                <a:gd name="T31" fmla="*/ 196 h 400"/>
                <a:gd name="T32" fmla="*/ 80 w 497"/>
                <a:gd name="T33" fmla="*/ 196 h 400"/>
                <a:gd name="T34" fmla="*/ 116 w 497"/>
                <a:gd name="T35" fmla="*/ 169 h 400"/>
                <a:gd name="T36" fmla="*/ 416 w 497"/>
                <a:gd name="T37" fmla="*/ 196 h 400"/>
                <a:gd name="T38" fmla="*/ 416 w 497"/>
                <a:gd name="T39" fmla="*/ 196 h 400"/>
                <a:gd name="T40" fmla="*/ 381 w 497"/>
                <a:gd name="T41" fmla="*/ 231 h 400"/>
                <a:gd name="T42" fmla="*/ 248 w 497"/>
                <a:gd name="T43" fmla="*/ 337 h 400"/>
                <a:gd name="T44" fmla="*/ 151 w 497"/>
                <a:gd name="T45" fmla="*/ 293 h 400"/>
                <a:gd name="T46" fmla="*/ 107 w 497"/>
                <a:gd name="T47" fmla="*/ 293 h 400"/>
                <a:gd name="T48" fmla="*/ 107 w 497"/>
                <a:gd name="T49" fmla="*/ 337 h 400"/>
                <a:gd name="T50" fmla="*/ 248 w 497"/>
                <a:gd name="T51" fmla="*/ 399 h 400"/>
                <a:gd name="T52" fmla="*/ 435 w 497"/>
                <a:gd name="T53" fmla="*/ 257 h 400"/>
                <a:gd name="T54" fmla="*/ 496 w 497"/>
                <a:gd name="T55" fmla="*/ 257 h 400"/>
                <a:gd name="T56" fmla="*/ 496 w 497"/>
                <a:gd name="T57" fmla="*/ 196 h 400"/>
                <a:gd name="T58" fmla="*/ 416 w 497"/>
                <a:gd name="T59" fmla="*/ 196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7" h="400">
                  <a:moveTo>
                    <a:pt x="169" y="196"/>
                  </a:moveTo>
                  <a:lnTo>
                    <a:pt x="169" y="196"/>
                  </a:lnTo>
                  <a:cubicBezTo>
                    <a:pt x="169" y="240"/>
                    <a:pt x="204" y="275"/>
                    <a:pt x="248" y="275"/>
                  </a:cubicBezTo>
                  <a:cubicBezTo>
                    <a:pt x="292" y="275"/>
                    <a:pt x="328" y="240"/>
                    <a:pt x="328" y="196"/>
                  </a:cubicBezTo>
                  <a:cubicBezTo>
                    <a:pt x="328" y="151"/>
                    <a:pt x="292" y="116"/>
                    <a:pt x="248" y="116"/>
                  </a:cubicBezTo>
                  <a:cubicBezTo>
                    <a:pt x="204" y="116"/>
                    <a:pt x="169" y="151"/>
                    <a:pt x="169" y="196"/>
                  </a:cubicBezTo>
                  <a:close/>
                  <a:moveTo>
                    <a:pt x="116" y="169"/>
                  </a:moveTo>
                  <a:lnTo>
                    <a:pt x="116" y="169"/>
                  </a:lnTo>
                  <a:cubicBezTo>
                    <a:pt x="124" y="107"/>
                    <a:pt x="186" y="63"/>
                    <a:pt x="248" y="63"/>
                  </a:cubicBezTo>
                  <a:cubicBezTo>
                    <a:pt x="284" y="63"/>
                    <a:pt x="319" y="71"/>
                    <a:pt x="345" y="98"/>
                  </a:cubicBezTo>
                  <a:cubicBezTo>
                    <a:pt x="354" y="107"/>
                    <a:pt x="381" y="107"/>
                    <a:pt x="390" y="98"/>
                  </a:cubicBezTo>
                  <a:cubicBezTo>
                    <a:pt x="399" y="89"/>
                    <a:pt x="399" y="71"/>
                    <a:pt x="390" y="54"/>
                  </a:cubicBezTo>
                  <a:cubicBezTo>
                    <a:pt x="354" y="18"/>
                    <a:pt x="301" y="0"/>
                    <a:pt x="248" y="0"/>
                  </a:cubicBezTo>
                  <a:cubicBezTo>
                    <a:pt x="160" y="0"/>
                    <a:pt x="80" y="54"/>
                    <a:pt x="62" y="143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80" y="196"/>
                    <a:pt x="80" y="196"/>
                    <a:pt x="80" y="196"/>
                  </a:cubicBezTo>
                  <a:cubicBezTo>
                    <a:pt x="107" y="196"/>
                    <a:pt x="107" y="178"/>
                    <a:pt x="116" y="169"/>
                  </a:cubicBezTo>
                  <a:close/>
                  <a:moveTo>
                    <a:pt x="416" y="196"/>
                  </a:moveTo>
                  <a:lnTo>
                    <a:pt x="416" y="196"/>
                  </a:lnTo>
                  <a:cubicBezTo>
                    <a:pt x="390" y="196"/>
                    <a:pt x="390" y="222"/>
                    <a:pt x="381" y="231"/>
                  </a:cubicBezTo>
                  <a:cubicBezTo>
                    <a:pt x="372" y="293"/>
                    <a:pt x="319" y="337"/>
                    <a:pt x="248" y="337"/>
                  </a:cubicBezTo>
                  <a:cubicBezTo>
                    <a:pt x="213" y="337"/>
                    <a:pt x="177" y="319"/>
                    <a:pt x="151" y="293"/>
                  </a:cubicBezTo>
                  <a:cubicBezTo>
                    <a:pt x="142" y="284"/>
                    <a:pt x="116" y="284"/>
                    <a:pt x="107" y="293"/>
                  </a:cubicBezTo>
                  <a:cubicBezTo>
                    <a:pt x="97" y="310"/>
                    <a:pt x="97" y="328"/>
                    <a:pt x="107" y="337"/>
                  </a:cubicBezTo>
                  <a:cubicBezTo>
                    <a:pt x="142" y="373"/>
                    <a:pt x="195" y="399"/>
                    <a:pt x="248" y="399"/>
                  </a:cubicBezTo>
                  <a:cubicBezTo>
                    <a:pt x="337" y="399"/>
                    <a:pt x="416" y="337"/>
                    <a:pt x="435" y="257"/>
                  </a:cubicBezTo>
                  <a:cubicBezTo>
                    <a:pt x="496" y="257"/>
                    <a:pt x="496" y="257"/>
                    <a:pt x="496" y="257"/>
                  </a:cubicBezTo>
                  <a:cubicBezTo>
                    <a:pt x="496" y="196"/>
                    <a:pt x="496" y="196"/>
                    <a:pt x="496" y="196"/>
                  </a:cubicBezTo>
                  <a:lnTo>
                    <a:pt x="416" y="19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grpSp>
        <p:nvGrpSpPr>
          <p:cNvPr id="11" name="îṡlíḋé"/>
          <p:cNvGrpSpPr/>
          <p:nvPr/>
        </p:nvGrpSpPr>
        <p:grpSpPr>
          <a:xfrm>
            <a:off x="867279" y="2887289"/>
            <a:ext cx="764860" cy="765060"/>
            <a:chOff x="6377202" y="3049115"/>
            <a:chExt cx="764860" cy="765060"/>
          </a:xfrm>
        </p:grpSpPr>
        <p:sp>
          <p:nvSpPr>
            <p:cNvPr id="43" name="íśliḍè"/>
            <p:cNvSpPr/>
            <p:nvPr/>
          </p:nvSpPr>
          <p:spPr bwMode="auto">
            <a:xfrm>
              <a:off x="6377202" y="3049115"/>
              <a:ext cx="764860" cy="7650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44" name="íṣļiḑe"/>
            <p:cNvSpPr/>
            <p:nvPr/>
          </p:nvSpPr>
          <p:spPr bwMode="auto">
            <a:xfrm>
              <a:off x="6593915" y="3298192"/>
              <a:ext cx="331434" cy="266907"/>
            </a:xfrm>
            <a:custGeom>
              <a:avLst/>
              <a:gdLst>
                <a:gd name="T0" fmla="*/ 443 w 497"/>
                <a:gd name="T1" fmla="*/ 0 h 400"/>
                <a:gd name="T2" fmla="*/ 443 w 497"/>
                <a:gd name="T3" fmla="*/ 0 h 400"/>
                <a:gd name="T4" fmla="*/ 53 w 497"/>
                <a:gd name="T5" fmla="*/ 0 h 400"/>
                <a:gd name="T6" fmla="*/ 0 w 497"/>
                <a:gd name="T7" fmla="*/ 44 h 400"/>
                <a:gd name="T8" fmla="*/ 0 w 497"/>
                <a:gd name="T9" fmla="*/ 346 h 400"/>
                <a:gd name="T10" fmla="*/ 53 w 497"/>
                <a:gd name="T11" fmla="*/ 399 h 400"/>
                <a:gd name="T12" fmla="*/ 443 w 497"/>
                <a:gd name="T13" fmla="*/ 399 h 400"/>
                <a:gd name="T14" fmla="*/ 496 w 497"/>
                <a:gd name="T15" fmla="*/ 346 h 400"/>
                <a:gd name="T16" fmla="*/ 496 w 497"/>
                <a:gd name="T17" fmla="*/ 44 h 400"/>
                <a:gd name="T18" fmla="*/ 443 w 497"/>
                <a:gd name="T19" fmla="*/ 0 h 400"/>
                <a:gd name="T20" fmla="*/ 443 w 497"/>
                <a:gd name="T21" fmla="*/ 346 h 400"/>
                <a:gd name="T22" fmla="*/ 443 w 497"/>
                <a:gd name="T23" fmla="*/ 346 h 400"/>
                <a:gd name="T24" fmla="*/ 53 w 497"/>
                <a:gd name="T25" fmla="*/ 346 h 400"/>
                <a:gd name="T26" fmla="*/ 53 w 497"/>
                <a:gd name="T27" fmla="*/ 44 h 400"/>
                <a:gd name="T28" fmla="*/ 443 w 497"/>
                <a:gd name="T29" fmla="*/ 44 h 400"/>
                <a:gd name="T30" fmla="*/ 443 w 497"/>
                <a:gd name="T31" fmla="*/ 346 h 400"/>
                <a:gd name="T32" fmla="*/ 222 w 497"/>
                <a:gd name="T33" fmla="*/ 249 h 400"/>
                <a:gd name="T34" fmla="*/ 222 w 497"/>
                <a:gd name="T35" fmla="*/ 249 h 400"/>
                <a:gd name="T36" fmla="*/ 97 w 497"/>
                <a:gd name="T37" fmla="*/ 249 h 400"/>
                <a:gd name="T38" fmla="*/ 97 w 497"/>
                <a:gd name="T39" fmla="*/ 293 h 400"/>
                <a:gd name="T40" fmla="*/ 222 w 497"/>
                <a:gd name="T41" fmla="*/ 293 h 400"/>
                <a:gd name="T42" fmla="*/ 222 w 497"/>
                <a:gd name="T43" fmla="*/ 249 h 400"/>
                <a:gd name="T44" fmla="*/ 222 w 497"/>
                <a:gd name="T45" fmla="*/ 178 h 400"/>
                <a:gd name="T46" fmla="*/ 222 w 497"/>
                <a:gd name="T47" fmla="*/ 178 h 400"/>
                <a:gd name="T48" fmla="*/ 97 w 497"/>
                <a:gd name="T49" fmla="*/ 178 h 400"/>
                <a:gd name="T50" fmla="*/ 97 w 497"/>
                <a:gd name="T51" fmla="*/ 222 h 400"/>
                <a:gd name="T52" fmla="*/ 222 w 497"/>
                <a:gd name="T53" fmla="*/ 222 h 400"/>
                <a:gd name="T54" fmla="*/ 222 w 497"/>
                <a:gd name="T55" fmla="*/ 178 h 400"/>
                <a:gd name="T56" fmla="*/ 222 w 497"/>
                <a:gd name="T57" fmla="*/ 98 h 400"/>
                <a:gd name="T58" fmla="*/ 222 w 497"/>
                <a:gd name="T59" fmla="*/ 98 h 400"/>
                <a:gd name="T60" fmla="*/ 97 w 497"/>
                <a:gd name="T61" fmla="*/ 98 h 400"/>
                <a:gd name="T62" fmla="*/ 97 w 497"/>
                <a:gd name="T63" fmla="*/ 143 h 400"/>
                <a:gd name="T64" fmla="*/ 222 w 497"/>
                <a:gd name="T65" fmla="*/ 143 h 400"/>
                <a:gd name="T66" fmla="*/ 222 w 497"/>
                <a:gd name="T67" fmla="*/ 98 h 400"/>
                <a:gd name="T68" fmla="*/ 389 w 497"/>
                <a:gd name="T69" fmla="*/ 257 h 400"/>
                <a:gd name="T70" fmla="*/ 389 w 497"/>
                <a:gd name="T71" fmla="*/ 257 h 400"/>
                <a:gd name="T72" fmla="*/ 354 w 497"/>
                <a:gd name="T73" fmla="*/ 231 h 400"/>
                <a:gd name="T74" fmla="*/ 381 w 497"/>
                <a:gd name="T75" fmla="*/ 151 h 400"/>
                <a:gd name="T76" fmla="*/ 336 w 497"/>
                <a:gd name="T77" fmla="*/ 98 h 400"/>
                <a:gd name="T78" fmla="*/ 292 w 497"/>
                <a:gd name="T79" fmla="*/ 151 h 400"/>
                <a:gd name="T80" fmla="*/ 319 w 497"/>
                <a:gd name="T81" fmla="*/ 231 h 400"/>
                <a:gd name="T82" fmla="*/ 275 w 497"/>
                <a:gd name="T83" fmla="*/ 257 h 400"/>
                <a:gd name="T84" fmla="*/ 275 w 497"/>
                <a:gd name="T85" fmla="*/ 293 h 400"/>
                <a:gd name="T86" fmla="*/ 398 w 497"/>
                <a:gd name="T87" fmla="*/ 293 h 400"/>
                <a:gd name="T88" fmla="*/ 389 w 497"/>
                <a:gd name="T89" fmla="*/ 25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400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18"/>
                    <a:pt x="0" y="44"/>
                  </a:cubicBezTo>
                  <a:cubicBezTo>
                    <a:pt x="0" y="346"/>
                    <a:pt x="0" y="346"/>
                    <a:pt x="0" y="346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6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8"/>
                    <a:pt x="470" y="0"/>
                    <a:pt x="443" y="0"/>
                  </a:cubicBezTo>
                  <a:close/>
                  <a:moveTo>
                    <a:pt x="443" y="346"/>
                  </a:moveTo>
                  <a:lnTo>
                    <a:pt x="443" y="346"/>
                  </a:lnTo>
                  <a:cubicBezTo>
                    <a:pt x="53" y="346"/>
                    <a:pt x="53" y="346"/>
                    <a:pt x="53" y="346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3" y="44"/>
                    <a:pt x="443" y="44"/>
                    <a:pt x="443" y="44"/>
                  </a:cubicBezTo>
                  <a:lnTo>
                    <a:pt x="443" y="346"/>
                  </a:lnTo>
                  <a:close/>
                  <a:moveTo>
                    <a:pt x="222" y="249"/>
                  </a:moveTo>
                  <a:lnTo>
                    <a:pt x="222" y="249"/>
                  </a:lnTo>
                  <a:cubicBezTo>
                    <a:pt x="97" y="249"/>
                    <a:pt x="97" y="249"/>
                    <a:pt x="97" y="249"/>
                  </a:cubicBezTo>
                  <a:cubicBezTo>
                    <a:pt x="97" y="293"/>
                    <a:pt x="97" y="293"/>
                    <a:pt x="97" y="293"/>
                  </a:cubicBezTo>
                  <a:cubicBezTo>
                    <a:pt x="222" y="293"/>
                    <a:pt x="222" y="293"/>
                    <a:pt x="222" y="293"/>
                  </a:cubicBezTo>
                  <a:lnTo>
                    <a:pt x="222" y="249"/>
                  </a:lnTo>
                  <a:close/>
                  <a:moveTo>
                    <a:pt x="222" y="178"/>
                  </a:moveTo>
                  <a:lnTo>
                    <a:pt x="222" y="178"/>
                  </a:lnTo>
                  <a:cubicBezTo>
                    <a:pt x="97" y="178"/>
                    <a:pt x="97" y="178"/>
                    <a:pt x="97" y="178"/>
                  </a:cubicBezTo>
                  <a:cubicBezTo>
                    <a:pt x="97" y="222"/>
                    <a:pt x="97" y="222"/>
                    <a:pt x="97" y="222"/>
                  </a:cubicBezTo>
                  <a:cubicBezTo>
                    <a:pt x="222" y="222"/>
                    <a:pt x="222" y="222"/>
                    <a:pt x="222" y="222"/>
                  </a:cubicBezTo>
                  <a:lnTo>
                    <a:pt x="222" y="178"/>
                  </a:lnTo>
                  <a:close/>
                  <a:moveTo>
                    <a:pt x="222" y="98"/>
                  </a:moveTo>
                  <a:lnTo>
                    <a:pt x="222" y="98"/>
                  </a:lnTo>
                  <a:cubicBezTo>
                    <a:pt x="97" y="98"/>
                    <a:pt x="97" y="98"/>
                    <a:pt x="97" y="98"/>
                  </a:cubicBezTo>
                  <a:cubicBezTo>
                    <a:pt x="97" y="143"/>
                    <a:pt x="97" y="143"/>
                    <a:pt x="97" y="143"/>
                  </a:cubicBezTo>
                  <a:cubicBezTo>
                    <a:pt x="222" y="143"/>
                    <a:pt x="222" y="143"/>
                    <a:pt x="222" y="143"/>
                  </a:cubicBezTo>
                  <a:lnTo>
                    <a:pt x="222" y="98"/>
                  </a:lnTo>
                  <a:close/>
                  <a:moveTo>
                    <a:pt x="389" y="257"/>
                  </a:moveTo>
                  <a:lnTo>
                    <a:pt x="389" y="257"/>
                  </a:lnTo>
                  <a:cubicBezTo>
                    <a:pt x="389" y="257"/>
                    <a:pt x="354" y="249"/>
                    <a:pt x="354" y="231"/>
                  </a:cubicBezTo>
                  <a:cubicBezTo>
                    <a:pt x="354" y="204"/>
                    <a:pt x="381" y="196"/>
                    <a:pt x="381" y="151"/>
                  </a:cubicBezTo>
                  <a:cubicBezTo>
                    <a:pt x="381" y="125"/>
                    <a:pt x="372" y="98"/>
                    <a:pt x="336" y="98"/>
                  </a:cubicBezTo>
                  <a:cubicBezTo>
                    <a:pt x="301" y="98"/>
                    <a:pt x="292" y="125"/>
                    <a:pt x="292" y="151"/>
                  </a:cubicBezTo>
                  <a:cubicBezTo>
                    <a:pt x="292" y="196"/>
                    <a:pt x="319" y="204"/>
                    <a:pt x="319" y="231"/>
                  </a:cubicBezTo>
                  <a:cubicBezTo>
                    <a:pt x="319" y="249"/>
                    <a:pt x="275" y="257"/>
                    <a:pt x="275" y="257"/>
                  </a:cubicBezTo>
                  <a:lnTo>
                    <a:pt x="275" y="293"/>
                  </a:lnTo>
                  <a:cubicBezTo>
                    <a:pt x="398" y="293"/>
                    <a:pt x="398" y="293"/>
                    <a:pt x="398" y="293"/>
                  </a:cubicBezTo>
                  <a:cubicBezTo>
                    <a:pt x="398" y="293"/>
                    <a:pt x="398" y="257"/>
                    <a:pt x="389" y="25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748155" y="2265680"/>
            <a:ext cx="99231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rt_mb_init</a:t>
            </a:r>
            <a:r>
              <a:rPr lang="zh-CN" altLang="en-US"/>
              <a:t>(rt_mailbox_t mb, const char  *name, void  *msgpool,rt_size_t  size,rt_uint8_t   flag)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rt_mb_detach</a:t>
            </a:r>
            <a:r>
              <a:rPr lang="zh-CN" altLang="en-US"/>
              <a:t>(rt_mailbox_t mb)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748155" y="3456305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rt_mailbox_t </a:t>
            </a:r>
            <a:r>
              <a:rPr lang="zh-CN" altLang="en-US">
                <a:solidFill>
                  <a:schemeClr val="tx2"/>
                </a:solidFill>
              </a:rPr>
              <a:t>rt_mb_create</a:t>
            </a:r>
            <a:r>
              <a:rPr lang="zh-CN" altLang="en-US"/>
              <a:t>(const char *name, rt_size_t size, rt_uint8_t flag)</a:t>
            </a:r>
            <a:endParaRPr lang="zh-CN" altLang="en-US"/>
          </a:p>
          <a:p>
            <a:r>
              <a:rPr lang="zh-CN" altLang="en-US"/>
              <a:t>rt_err_t</a:t>
            </a:r>
            <a:r>
              <a:rPr lang="zh-CN" altLang="en-US">
                <a:solidFill>
                  <a:schemeClr val="tx2"/>
                </a:solidFill>
              </a:rPr>
              <a:t> rt_mb_delete</a:t>
            </a:r>
            <a:r>
              <a:rPr lang="zh-CN" altLang="en-US"/>
              <a:t>(rt_mailbox_t mb)</a:t>
            </a:r>
            <a:endParaRPr lang="zh-CN" altLang="en-US"/>
          </a:p>
        </p:txBody>
      </p:sp>
      <p:grpSp>
        <p:nvGrpSpPr>
          <p:cNvPr id="8" name="îSľîḋé"/>
          <p:cNvGrpSpPr/>
          <p:nvPr/>
        </p:nvGrpSpPr>
        <p:grpSpPr>
          <a:xfrm>
            <a:off x="838069" y="4284955"/>
            <a:ext cx="764860" cy="765060"/>
            <a:chOff x="6356794" y="4841144"/>
            <a:chExt cx="764860" cy="765060"/>
          </a:xfrm>
        </p:grpSpPr>
        <p:sp>
          <p:nvSpPr>
            <p:cNvPr id="4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50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57" name="îşlîḍè"/>
          <p:cNvSpPr/>
          <p:nvPr/>
        </p:nvSpPr>
        <p:spPr>
          <a:xfrm>
            <a:off x="1632774" y="4489936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发送邮件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48155" y="4845050"/>
            <a:ext cx="9265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</a:t>
            </a:r>
            <a:r>
              <a:rPr lang="zh-CN" altLang="en-US">
                <a:solidFill>
                  <a:schemeClr val="tx2"/>
                </a:solidFill>
              </a:rPr>
              <a:t> rt_mb_send</a:t>
            </a:r>
            <a:r>
              <a:rPr lang="zh-CN" altLang="en-US"/>
              <a:t>(rt_mailbox_t mb, rt_uint32_t value)</a:t>
            </a:r>
            <a:endParaRPr lang="zh-CN" altLang="en-US"/>
          </a:p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rt_mb_send_wait</a:t>
            </a:r>
            <a:r>
              <a:rPr lang="zh-CN" altLang="en-US"/>
              <a:t>(rt_mailbox_t mb, rt_uint32_t  value,  rt_int32_t   timeout)</a:t>
            </a:r>
            <a:endParaRPr lang="zh-CN" altLang="en-US"/>
          </a:p>
        </p:txBody>
      </p:sp>
      <p:grpSp>
        <p:nvGrpSpPr>
          <p:cNvPr id="7" name="îSľîḋé"/>
          <p:cNvGrpSpPr/>
          <p:nvPr/>
        </p:nvGrpSpPr>
        <p:grpSpPr>
          <a:xfrm>
            <a:off x="866644" y="5546700"/>
            <a:ext cx="764860" cy="765060"/>
            <a:chOff x="6356794" y="4841144"/>
            <a:chExt cx="764860" cy="765060"/>
          </a:xfrm>
        </p:grpSpPr>
        <p:sp>
          <p:nvSpPr>
            <p:cNvPr id="9" name="íŝlïďê"/>
            <p:cNvSpPr/>
            <p:nvPr/>
          </p:nvSpPr>
          <p:spPr bwMode="auto">
            <a:xfrm>
              <a:off x="6356794" y="4841144"/>
              <a:ext cx="764860" cy="76506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/>
            </a:p>
          </p:txBody>
        </p:sp>
        <p:sp>
          <p:nvSpPr>
            <p:cNvPr id="12" name="iṧḻidê"/>
            <p:cNvSpPr/>
            <p:nvPr/>
          </p:nvSpPr>
          <p:spPr bwMode="auto">
            <a:xfrm>
              <a:off x="6602877" y="5046238"/>
              <a:ext cx="272695" cy="354873"/>
            </a:xfrm>
            <a:custGeom>
              <a:avLst/>
              <a:gdLst>
                <a:gd name="T0" fmla="*/ 115 w 320"/>
                <a:gd name="T1" fmla="*/ 62 h 417"/>
                <a:gd name="T2" fmla="*/ 115 w 320"/>
                <a:gd name="T3" fmla="*/ 62 h 417"/>
                <a:gd name="T4" fmla="*/ 62 w 320"/>
                <a:gd name="T5" fmla="*/ 0 h 417"/>
                <a:gd name="T6" fmla="*/ 0 w 320"/>
                <a:gd name="T7" fmla="*/ 62 h 417"/>
                <a:gd name="T8" fmla="*/ 36 w 320"/>
                <a:gd name="T9" fmla="*/ 115 h 417"/>
                <a:gd name="T10" fmla="*/ 36 w 320"/>
                <a:gd name="T11" fmla="*/ 301 h 417"/>
                <a:gd name="T12" fmla="*/ 0 w 320"/>
                <a:gd name="T13" fmla="*/ 354 h 417"/>
                <a:gd name="T14" fmla="*/ 62 w 320"/>
                <a:gd name="T15" fmla="*/ 416 h 417"/>
                <a:gd name="T16" fmla="*/ 115 w 320"/>
                <a:gd name="T17" fmla="*/ 354 h 417"/>
                <a:gd name="T18" fmla="*/ 80 w 320"/>
                <a:gd name="T19" fmla="*/ 301 h 417"/>
                <a:gd name="T20" fmla="*/ 80 w 320"/>
                <a:gd name="T21" fmla="*/ 115 h 417"/>
                <a:gd name="T22" fmla="*/ 115 w 320"/>
                <a:gd name="T23" fmla="*/ 62 h 417"/>
                <a:gd name="T24" fmla="*/ 98 w 320"/>
                <a:gd name="T25" fmla="*/ 354 h 417"/>
                <a:gd name="T26" fmla="*/ 98 w 320"/>
                <a:gd name="T27" fmla="*/ 354 h 417"/>
                <a:gd name="T28" fmla="*/ 62 w 320"/>
                <a:gd name="T29" fmla="*/ 390 h 417"/>
                <a:gd name="T30" fmla="*/ 27 w 320"/>
                <a:gd name="T31" fmla="*/ 354 h 417"/>
                <a:gd name="T32" fmla="*/ 62 w 320"/>
                <a:gd name="T33" fmla="*/ 319 h 417"/>
                <a:gd name="T34" fmla="*/ 98 w 320"/>
                <a:gd name="T35" fmla="*/ 354 h 417"/>
                <a:gd name="T36" fmla="*/ 62 w 320"/>
                <a:gd name="T37" fmla="*/ 88 h 417"/>
                <a:gd name="T38" fmla="*/ 62 w 320"/>
                <a:gd name="T39" fmla="*/ 88 h 417"/>
                <a:gd name="T40" fmla="*/ 27 w 320"/>
                <a:gd name="T41" fmla="*/ 62 h 417"/>
                <a:gd name="T42" fmla="*/ 62 w 320"/>
                <a:gd name="T43" fmla="*/ 27 h 417"/>
                <a:gd name="T44" fmla="*/ 98 w 320"/>
                <a:gd name="T45" fmla="*/ 62 h 417"/>
                <a:gd name="T46" fmla="*/ 62 w 320"/>
                <a:gd name="T47" fmla="*/ 88 h 417"/>
                <a:gd name="T48" fmla="*/ 284 w 320"/>
                <a:gd name="T49" fmla="*/ 301 h 417"/>
                <a:gd name="T50" fmla="*/ 284 w 320"/>
                <a:gd name="T51" fmla="*/ 301 h 417"/>
                <a:gd name="T52" fmla="*/ 284 w 320"/>
                <a:gd name="T53" fmla="*/ 115 h 417"/>
                <a:gd name="T54" fmla="*/ 319 w 320"/>
                <a:gd name="T55" fmla="*/ 62 h 417"/>
                <a:gd name="T56" fmla="*/ 257 w 320"/>
                <a:gd name="T57" fmla="*/ 0 h 417"/>
                <a:gd name="T58" fmla="*/ 195 w 320"/>
                <a:gd name="T59" fmla="*/ 62 h 417"/>
                <a:gd name="T60" fmla="*/ 239 w 320"/>
                <a:gd name="T61" fmla="*/ 115 h 417"/>
                <a:gd name="T62" fmla="*/ 239 w 320"/>
                <a:gd name="T63" fmla="*/ 301 h 417"/>
                <a:gd name="T64" fmla="*/ 195 w 320"/>
                <a:gd name="T65" fmla="*/ 354 h 417"/>
                <a:gd name="T66" fmla="*/ 257 w 320"/>
                <a:gd name="T67" fmla="*/ 416 h 417"/>
                <a:gd name="T68" fmla="*/ 319 w 320"/>
                <a:gd name="T69" fmla="*/ 354 h 417"/>
                <a:gd name="T70" fmla="*/ 284 w 320"/>
                <a:gd name="T71" fmla="*/ 301 h 417"/>
                <a:gd name="T72" fmla="*/ 221 w 320"/>
                <a:gd name="T73" fmla="*/ 62 h 417"/>
                <a:gd name="T74" fmla="*/ 221 w 320"/>
                <a:gd name="T75" fmla="*/ 62 h 417"/>
                <a:gd name="T76" fmla="*/ 257 w 320"/>
                <a:gd name="T77" fmla="*/ 27 h 417"/>
                <a:gd name="T78" fmla="*/ 292 w 320"/>
                <a:gd name="T79" fmla="*/ 62 h 417"/>
                <a:gd name="T80" fmla="*/ 257 w 320"/>
                <a:gd name="T81" fmla="*/ 88 h 417"/>
                <a:gd name="T82" fmla="*/ 221 w 320"/>
                <a:gd name="T83" fmla="*/ 62 h 417"/>
                <a:gd name="T84" fmla="*/ 257 w 320"/>
                <a:gd name="T85" fmla="*/ 390 h 417"/>
                <a:gd name="T86" fmla="*/ 257 w 320"/>
                <a:gd name="T87" fmla="*/ 390 h 417"/>
                <a:gd name="T88" fmla="*/ 221 w 320"/>
                <a:gd name="T89" fmla="*/ 354 h 417"/>
                <a:gd name="T90" fmla="*/ 257 w 320"/>
                <a:gd name="T91" fmla="*/ 319 h 417"/>
                <a:gd name="T92" fmla="*/ 292 w 320"/>
                <a:gd name="T93" fmla="*/ 354 h 417"/>
                <a:gd name="T94" fmla="*/ 257 w 320"/>
                <a:gd name="T95" fmla="*/ 390 h 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20" h="417">
                  <a:moveTo>
                    <a:pt x="115" y="62"/>
                  </a:moveTo>
                  <a:lnTo>
                    <a:pt x="115" y="62"/>
                  </a:lnTo>
                  <a:cubicBezTo>
                    <a:pt x="115" y="27"/>
                    <a:pt x="89" y="0"/>
                    <a:pt x="62" y="0"/>
                  </a:cubicBezTo>
                  <a:cubicBezTo>
                    <a:pt x="27" y="0"/>
                    <a:pt x="0" y="27"/>
                    <a:pt x="0" y="62"/>
                  </a:cubicBezTo>
                  <a:cubicBezTo>
                    <a:pt x="0" y="80"/>
                    <a:pt x="18" y="106"/>
                    <a:pt x="36" y="115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18" y="310"/>
                    <a:pt x="0" y="328"/>
                    <a:pt x="0" y="354"/>
                  </a:cubicBezTo>
                  <a:cubicBezTo>
                    <a:pt x="0" y="390"/>
                    <a:pt x="27" y="416"/>
                    <a:pt x="62" y="416"/>
                  </a:cubicBezTo>
                  <a:cubicBezTo>
                    <a:pt x="89" y="416"/>
                    <a:pt x="115" y="390"/>
                    <a:pt x="115" y="354"/>
                  </a:cubicBezTo>
                  <a:cubicBezTo>
                    <a:pt x="115" y="328"/>
                    <a:pt x="106" y="310"/>
                    <a:pt x="80" y="301"/>
                  </a:cubicBezTo>
                  <a:cubicBezTo>
                    <a:pt x="80" y="115"/>
                    <a:pt x="80" y="115"/>
                    <a:pt x="80" y="115"/>
                  </a:cubicBezTo>
                  <a:cubicBezTo>
                    <a:pt x="106" y="106"/>
                    <a:pt x="115" y="80"/>
                    <a:pt x="115" y="62"/>
                  </a:cubicBezTo>
                  <a:close/>
                  <a:moveTo>
                    <a:pt x="98" y="354"/>
                  </a:moveTo>
                  <a:lnTo>
                    <a:pt x="98" y="354"/>
                  </a:lnTo>
                  <a:cubicBezTo>
                    <a:pt x="98" y="372"/>
                    <a:pt x="80" y="390"/>
                    <a:pt x="62" y="390"/>
                  </a:cubicBezTo>
                  <a:cubicBezTo>
                    <a:pt x="44" y="390"/>
                    <a:pt x="27" y="372"/>
                    <a:pt x="27" y="354"/>
                  </a:cubicBezTo>
                  <a:cubicBezTo>
                    <a:pt x="27" y="337"/>
                    <a:pt x="44" y="319"/>
                    <a:pt x="62" y="319"/>
                  </a:cubicBezTo>
                  <a:cubicBezTo>
                    <a:pt x="80" y="319"/>
                    <a:pt x="98" y="337"/>
                    <a:pt x="98" y="354"/>
                  </a:cubicBezTo>
                  <a:close/>
                  <a:moveTo>
                    <a:pt x="62" y="88"/>
                  </a:moveTo>
                  <a:lnTo>
                    <a:pt x="62" y="88"/>
                  </a:lnTo>
                  <a:cubicBezTo>
                    <a:pt x="44" y="88"/>
                    <a:pt x="27" y="80"/>
                    <a:pt x="27" y="62"/>
                  </a:cubicBezTo>
                  <a:cubicBezTo>
                    <a:pt x="27" y="35"/>
                    <a:pt x="44" y="27"/>
                    <a:pt x="62" y="27"/>
                  </a:cubicBezTo>
                  <a:cubicBezTo>
                    <a:pt x="80" y="27"/>
                    <a:pt x="98" y="35"/>
                    <a:pt x="98" y="62"/>
                  </a:cubicBezTo>
                  <a:cubicBezTo>
                    <a:pt x="98" y="80"/>
                    <a:pt x="80" y="88"/>
                    <a:pt x="62" y="88"/>
                  </a:cubicBezTo>
                  <a:close/>
                  <a:moveTo>
                    <a:pt x="284" y="301"/>
                  </a:moveTo>
                  <a:lnTo>
                    <a:pt x="284" y="301"/>
                  </a:lnTo>
                  <a:cubicBezTo>
                    <a:pt x="284" y="115"/>
                    <a:pt x="284" y="115"/>
                    <a:pt x="284" y="115"/>
                  </a:cubicBezTo>
                  <a:cubicBezTo>
                    <a:pt x="302" y="106"/>
                    <a:pt x="319" y="80"/>
                    <a:pt x="319" y="62"/>
                  </a:cubicBezTo>
                  <a:cubicBezTo>
                    <a:pt x="319" y="27"/>
                    <a:pt x="292" y="0"/>
                    <a:pt x="257" y="0"/>
                  </a:cubicBezTo>
                  <a:cubicBezTo>
                    <a:pt x="221" y="0"/>
                    <a:pt x="195" y="27"/>
                    <a:pt x="195" y="62"/>
                  </a:cubicBezTo>
                  <a:cubicBezTo>
                    <a:pt x="195" y="80"/>
                    <a:pt x="212" y="106"/>
                    <a:pt x="239" y="115"/>
                  </a:cubicBezTo>
                  <a:cubicBezTo>
                    <a:pt x="239" y="301"/>
                    <a:pt x="239" y="301"/>
                    <a:pt x="239" y="301"/>
                  </a:cubicBezTo>
                  <a:cubicBezTo>
                    <a:pt x="212" y="310"/>
                    <a:pt x="195" y="328"/>
                    <a:pt x="195" y="354"/>
                  </a:cubicBezTo>
                  <a:cubicBezTo>
                    <a:pt x="195" y="390"/>
                    <a:pt x="221" y="416"/>
                    <a:pt x="257" y="416"/>
                  </a:cubicBezTo>
                  <a:cubicBezTo>
                    <a:pt x="292" y="416"/>
                    <a:pt x="319" y="390"/>
                    <a:pt x="319" y="354"/>
                  </a:cubicBezTo>
                  <a:cubicBezTo>
                    <a:pt x="319" y="328"/>
                    <a:pt x="302" y="310"/>
                    <a:pt x="284" y="301"/>
                  </a:cubicBezTo>
                  <a:close/>
                  <a:moveTo>
                    <a:pt x="221" y="62"/>
                  </a:moveTo>
                  <a:lnTo>
                    <a:pt x="221" y="62"/>
                  </a:lnTo>
                  <a:cubicBezTo>
                    <a:pt x="221" y="35"/>
                    <a:pt x="239" y="27"/>
                    <a:pt x="257" y="27"/>
                  </a:cubicBezTo>
                  <a:cubicBezTo>
                    <a:pt x="275" y="27"/>
                    <a:pt x="292" y="35"/>
                    <a:pt x="292" y="62"/>
                  </a:cubicBezTo>
                  <a:cubicBezTo>
                    <a:pt x="292" y="80"/>
                    <a:pt x="275" y="88"/>
                    <a:pt x="257" y="88"/>
                  </a:cubicBezTo>
                  <a:cubicBezTo>
                    <a:pt x="239" y="88"/>
                    <a:pt x="221" y="80"/>
                    <a:pt x="221" y="62"/>
                  </a:cubicBezTo>
                  <a:close/>
                  <a:moveTo>
                    <a:pt x="257" y="390"/>
                  </a:moveTo>
                  <a:lnTo>
                    <a:pt x="257" y="390"/>
                  </a:lnTo>
                  <a:cubicBezTo>
                    <a:pt x="239" y="390"/>
                    <a:pt x="221" y="372"/>
                    <a:pt x="221" y="354"/>
                  </a:cubicBezTo>
                  <a:cubicBezTo>
                    <a:pt x="221" y="337"/>
                    <a:pt x="239" y="319"/>
                    <a:pt x="257" y="319"/>
                  </a:cubicBezTo>
                  <a:cubicBezTo>
                    <a:pt x="275" y="319"/>
                    <a:pt x="292" y="337"/>
                    <a:pt x="292" y="354"/>
                  </a:cubicBezTo>
                  <a:cubicBezTo>
                    <a:pt x="292" y="372"/>
                    <a:pt x="275" y="390"/>
                    <a:pt x="257" y="3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anchor="ctr"/>
            <a:p>
              <a:pPr algn="ctr"/>
            </a:p>
          </p:txBody>
        </p:sp>
      </p:grpSp>
      <p:sp>
        <p:nvSpPr>
          <p:cNvPr id="13" name="îşlîḍè"/>
          <p:cNvSpPr/>
          <p:nvPr/>
        </p:nvSpPr>
        <p:spPr>
          <a:xfrm>
            <a:off x="1632774" y="5751681"/>
            <a:ext cx="3361288" cy="372391"/>
          </a:xfrm>
          <a:prstGeom prst="rect">
            <a:avLst/>
          </a:prstGeom>
        </p:spPr>
        <p:txBody>
          <a:bodyPr wrap="none" lIns="109710" tIns="54855" rIns="109710" bIns="54855">
            <a:noAutofit/>
          </a:bodyPr>
          <a:p>
            <a:r>
              <a:rPr lang="zh-CN" altLang="en-US" sz="2000" b="1">
                <a:solidFill>
                  <a:schemeClr val="accent4"/>
                </a:solidFill>
              </a:rPr>
              <a:t>接收邮件</a:t>
            </a:r>
            <a:endParaRPr lang="zh-CN" altLang="en-US" sz="2000" b="1">
              <a:solidFill>
                <a:schemeClr val="accent4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748155" y="6123940"/>
            <a:ext cx="9265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rt_err_t </a:t>
            </a:r>
            <a:r>
              <a:rPr lang="zh-CN" altLang="en-US">
                <a:solidFill>
                  <a:schemeClr val="tx2"/>
                </a:solidFill>
              </a:rPr>
              <a:t>rt_mb_recv</a:t>
            </a:r>
            <a:r>
              <a:rPr lang="zh-CN" altLang="en-US"/>
              <a:t>(rt_mailbox_t mb, rt_uint32_t *value, rt_int32_t timeout)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210165" y="1888490"/>
            <a:ext cx="146113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200">
                <a:solidFill>
                  <a:schemeClr val="accent2"/>
                </a:solidFill>
                <a:sym typeface="+mn-ea"/>
              </a:rPr>
              <a:t> </a:t>
            </a:r>
            <a:r>
              <a:rPr lang="zh-CN" altLang="en-US" sz="1200">
                <a:solidFill>
                  <a:schemeClr val="accent2"/>
                </a:solidFill>
                <a:sym typeface="+mn-ea"/>
              </a:rPr>
              <a:t>RT_IPC_FLAG_FIFO  </a:t>
            </a:r>
            <a:endParaRPr lang="zh-CN" altLang="en-US" sz="1200">
              <a:solidFill>
                <a:schemeClr val="accent2"/>
              </a:solidFill>
              <a:sym typeface="+mn-ea"/>
            </a:endParaRPr>
          </a:p>
          <a:p>
            <a:r>
              <a:rPr lang="zh-CN" altLang="en-US" sz="1200">
                <a:solidFill>
                  <a:schemeClr val="accent2"/>
                </a:solidFill>
                <a:sym typeface="+mn-ea"/>
              </a:rPr>
              <a:t> RT_IPC_FLAG_PRIO</a:t>
            </a:r>
            <a:endParaRPr lang="zh-CN" alt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2423795" y="2407192"/>
            <a:ext cx="8229600" cy="2043600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r>
              <a:rPr lang="zh-CN" dirty="0"/>
              <a:t>邮箱使用示例</a:t>
            </a:r>
            <a:endParaRPr lang="zh-CN" dirty="0"/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1670</Words>
  <Application>WPS 演示</Application>
  <PresentationFormat>宽屏</PresentationFormat>
  <Paragraphs>57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Arial Unicode MS</vt:lpstr>
      <vt:lpstr>Calibri</vt:lpstr>
      <vt:lpstr>微软雅黑</vt:lpstr>
      <vt:lpstr>Arial Unicode MS</vt:lpstr>
      <vt:lpstr>等线</vt:lpstr>
      <vt:lpstr>Custom Design</vt:lpstr>
      <vt:lpstr>RT-Thread入门系列视频教程</vt:lpstr>
      <vt:lpstr>邮箱工作机制</vt:lpstr>
      <vt:lpstr>邮箱控制块</vt:lpstr>
      <vt:lpstr>邮箱的操作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203</cp:revision>
  <dcterms:created xsi:type="dcterms:W3CDTF">2014-06-30T01:36:00Z</dcterms:created>
  <dcterms:modified xsi:type="dcterms:W3CDTF">2018-12-09T08:51:12Z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2052-10.1.0.7697</vt:lpwstr>
  </property>
</Properties>
</file>