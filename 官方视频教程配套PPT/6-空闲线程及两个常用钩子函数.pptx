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8" r:id="rId3"/>
    <p:sldId id="373" r:id="rId4"/>
    <p:sldId id="396" r:id="rId6"/>
    <p:sldId id="399" r:id="rId7"/>
    <p:sldId id="397" r:id="rId8"/>
    <p:sldId id="398" r:id="rId9"/>
    <p:sldId id="400"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p:cViewPr>
        <p:scale>
          <a:sx n="100" d="100"/>
          <a:sy n="100" d="100"/>
        </p:scale>
        <p:origin x="324" y="40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46F4B9-E833-452C-BAB3-A32CAEA9F54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28CFAC-F816-40AD-A33C-FCF3FC1EA0A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4"/>
        <p:cNvGrpSpPr/>
        <p:nvPr/>
      </p:nvGrpSpPr>
      <p:grpSpPr>
        <a:xfrm>
          <a:off x="0" y="0"/>
          <a:ext cx="0" cy="0"/>
          <a:chOff x="0" y="0"/>
          <a:chExt cx="0" cy="0"/>
        </a:xfrm>
      </p:grpSpPr>
      <p:sp>
        <p:nvSpPr>
          <p:cNvPr id="545" name="Shape 5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6" name="Shape 54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4"/>
        <p:cNvGrpSpPr/>
        <p:nvPr/>
      </p:nvGrpSpPr>
      <p:grpSpPr>
        <a:xfrm>
          <a:off x="0" y="0"/>
          <a:ext cx="0" cy="0"/>
          <a:chOff x="0" y="0"/>
          <a:chExt cx="0" cy="0"/>
        </a:xfrm>
      </p:grpSpPr>
      <p:sp>
        <p:nvSpPr>
          <p:cNvPr id="545" name="Shape 5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6" name="Shape 54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4"/>
        <p:cNvGrpSpPr/>
        <p:nvPr/>
      </p:nvGrpSpPr>
      <p:grpSpPr>
        <a:xfrm>
          <a:off x="0" y="0"/>
          <a:ext cx="0" cy="0"/>
          <a:chOff x="0" y="0"/>
          <a:chExt cx="0" cy="0"/>
        </a:xfrm>
      </p:grpSpPr>
      <p:sp>
        <p:nvSpPr>
          <p:cNvPr id="545" name="Shape 5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6" name="Shape 54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ddd">
    <p:spTree>
      <p:nvGrpSpPr>
        <p:cNvPr id="1" name=""/>
        <p:cNvGrpSpPr/>
        <p:nvPr/>
      </p:nvGrpSpPr>
      <p:grpSpPr>
        <a:xfrm>
          <a:off x="0" y="0"/>
          <a:ext cx="0" cy="0"/>
          <a:chOff x="0" y="0"/>
          <a:chExt cx="0" cy="0"/>
        </a:xfrm>
      </p:grpSpPr>
      <p:sp>
        <p:nvSpPr>
          <p:cNvPr id="14" name="Shape 13"/>
          <p:cNvSpPr/>
          <p:nvPr userDrawn="1"/>
        </p:nvSpPr>
        <p:spPr>
          <a:xfrm>
            <a:off x="0" y="0"/>
            <a:ext cx="12192000" cy="4680520"/>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cxnSp>
        <p:nvCxnSpPr>
          <p:cNvPr id="16" name="Shape 14"/>
          <p:cNvCxnSpPr/>
          <p:nvPr userDrawn="1"/>
        </p:nvCxnSpPr>
        <p:spPr>
          <a:xfrm>
            <a:off x="0" y="4653136"/>
            <a:ext cx="12192000" cy="0"/>
          </a:xfrm>
          <a:prstGeom prst="straightConnector1">
            <a:avLst/>
          </a:prstGeom>
          <a:noFill/>
          <a:ln w="57150" cap="flat">
            <a:solidFill>
              <a:srgbClr val="000000">
                <a:alpha val="14901"/>
              </a:srgbClr>
            </a:solidFill>
            <a:prstDash val="solid"/>
            <a:round/>
            <a:headEnd type="none" w="med" len="med"/>
            <a:tailEnd type="none" w="med" len="med"/>
          </a:ln>
        </p:spPr>
      </p:cxnSp>
      <p:sp>
        <p:nvSpPr>
          <p:cNvPr id="17" name="Shape 10"/>
          <p:cNvSpPr txBox="1">
            <a:spLocks noGrp="1"/>
          </p:cNvSpPr>
          <p:nvPr>
            <p:ph type="ctrTitle"/>
          </p:nvPr>
        </p:nvSpPr>
        <p:spPr>
          <a:xfrm>
            <a:off x="3894928" y="2490375"/>
            <a:ext cx="7382672" cy="2198400"/>
          </a:xfrm>
          <a:prstGeom prst="rect">
            <a:avLst/>
          </a:prstGeom>
        </p:spPr>
        <p:txBody>
          <a:bodyPr lIns="91425" tIns="91425" rIns="91425" bIns="91425" anchor="b" anchorCtr="0"/>
          <a:lstStyle>
            <a:lvl1pPr>
              <a:spcBef>
                <a:spcPts val="0"/>
              </a:spcBef>
              <a:buSzPct val="100000"/>
              <a:defRPr sz="7200"/>
            </a:lvl1pPr>
            <a:lvl2pPr>
              <a:spcBef>
                <a:spcPts val="0"/>
              </a:spcBef>
              <a:buSzPct val="100000"/>
              <a:defRPr sz="7200"/>
            </a:lvl2pPr>
            <a:lvl3pPr>
              <a:spcBef>
                <a:spcPts val="0"/>
              </a:spcBef>
              <a:buSzPct val="100000"/>
              <a:defRPr sz="7200"/>
            </a:lvl3pPr>
            <a:lvl4pPr>
              <a:spcBef>
                <a:spcPts val="0"/>
              </a:spcBef>
              <a:buSzPct val="100000"/>
              <a:defRPr sz="7200"/>
            </a:lvl4pPr>
            <a:lvl5pPr>
              <a:spcBef>
                <a:spcPts val="0"/>
              </a:spcBef>
              <a:buSzPct val="100000"/>
              <a:defRPr sz="7200"/>
            </a:lvl5pPr>
            <a:lvl6pPr>
              <a:spcBef>
                <a:spcPts val="0"/>
              </a:spcBef>
              <a:buSzPct val="100000"/>
              <a:defRPr sz="7200"/>
            </a:lvl6pPr>
            <a:lvl7pPr>
              <a:spcBef>
                <a:spcPts val="0"/>
              </a:spcBef>
              <a:buSzPct val="100000"/>
              <a:defRPr sz="7200"/>
            </a:lvl7pPr>
            <a:lvl8pPr>
              <a:spcBef>
                <a:spcPts val="0"/>
              </a:spcBef>
              <a:buSzPct val="100000"/>
              <a:defRPr sz="7200"/>
            </a:lvl8pPr>
            <a:lvl9pPr>
              <a:spcBef>
                <a:spcPts val="0"/>
              </a:spcBef>
              <a:buSzPct val="100000"/>
              <a:defRPr sz="7200"/>
            </a:lvl9pPr>
          </a:lstStyle>
          <a:p>
            <a:endParaRPr dirty="0"/>
          </a:p>
        </p:txBody>
      </p:sp>
      <p:sp>
        <p:nvSpPr>
          <p:cNvPr id="19" name="Shape 11"/>
          <p:cNvSpPr txBox="1">
            <a:spLocks noGrp="1"/>
          </p:cNvSpPr>
          <p:nvPr>
            <p:ph type="subTitle" idx="1"/>
          </p:nvPr>
        </p:nvSpPr>
        <p:spPr>
          <a:xfrm>
            <a:off x="3894928" y="4836036"/>
            <a:ext cx="7382672" cy="1032599"/>
          </a:xfrm>
          <a:prstGeom prst="rect">
            <a:avLst/>
          </a:prstGeom>
        </p:spPr>
        <p:txBody>
          <a:bodyPr lIns="91425" tIns="91425" rIns="91425" bIns="91425" anchor="t" anchorCtr="0">
            <a:normAutofit/>
          </a:bodyPr>
          <a:lstStyle>
            <a:lvl1pPr>
              <a:spcBef>
                <a:spcPts val="0"/>
              </a:spcBef>
              <a:buClr>
                <a:schemeClr val="dk2"/>
              </a:buClr>
              <a:buNone/>
              <a:defRPr sz="2000">
                <a:solidFill>
                  <a:schemeClr val="dk2"/>
                </a:solidFill>
              </a:defRPr>
            </a:lvl1pPr>
            <a:lvl2pPr>
              <a:spcBef>
                <a:spcPts val="0"/>
              </a:spcBef>
              <a:buClr>
                <a:schemeClr val="dk2"/>
              </a:buClr>
              <a:buSzPct val="100000"/>
              <a:buNone/>
              <a:defRPr sz="3000">
                <a:solidFill>
                  <a:schemeClr val="dk2"/>
                </a:solidFill>
              </a:defRPr>
            </a:lvl2pPr>
            <a:lvl3pPr>
              <a:spcBef>
                <a:spcPts val="0"/>
              </a:spcBef>
              <a:buClr>
                <a:schemeClr val="dk2"/>
              </a:buClr>
              <a:buSzPct val="100000"/>
              <a:buNone/>
              <a:defRPr sz="3000">
                <a:solidFill>
                  <a:schemeClr val="dk2"/>
                </a:solidFill>
              </a:defRPr>
            </a:lvl3pPr>
            <a:lvl4pPr>
              <a:spcBef>
                <a:spcPts val="0"/>
              </a:spcBef>
              <a:buClr>
                <a:schemeClr val="dk2"/>
              </a:buClr>
              <a:buSzPct val="100000"/>
              <a:buNone/>
              <a:defRPr sz="3000">
                <a:solidFill>
                  <a:schemeClr val="dk2"/>
                </a:solidFill>
              </a:defRPr>
            </a:lvl4pPr>
            <a:lvl5pPr>
              <a:spcBef>
                <a:spcPts val="0"/>
              </a:spcBef>
              <a:buClr>
                <a:schemeClr val="dk2"/>
              </a:buClr>
              <a:buSzPct val="100000"/>
              <a:buNone/>
              <a:defRPr sz="3000">
                <a:solidFill>
                  <a:schemeClr val="dk2"/>
                </a:solidFill>
              </a:defRPr>
            </a:lvl5pPr>
            <a:lvl6pPr>
              <a:spcBef>
                <a:spcPts val="0"/>
              </a:spcBef>
              <a:buClr>
                <a:schemeClr val="dk2"/>
              </a:buClr>
              <a:buSzPct val="100000"/>
              <a:buNone/>
              <a:defRPr sz="3000">
                <a:solidFill>
                  <a:schemeClr val="dk2"/>
                </a:solidFill>
              </a:defRPr>
            </a:lvl6pPr>
            <a:lvl7pPr>
              <a:spcBef>
                <a:spcPts val="0"/>
              </a:spcBef>
              <a:buClr>
                <a:schemeClr val="dk2"/>
              </a:buClr>
              <a:buSzPct val="100000"/>
              <a:buNone/>
              <a:defRPr sz="3000">
                <a:solidFill>
                  <a:schemeClr val="dk2"/>
                </a:solidFill>
              </a:defRPr>
            </a:lvl7pPr>
            <a:lvl8pPr>
              <a:spcBef>
                <a:spcPts val="0"/>
              </a:spcBef>
              <a:buClr>
                <a:schemeClr val="dk2"/>
              </a:buClr>
              <a:buSzPct val="100000"/>
              <a:buNone/>
              <a:defRPr sz="3000">
                <a:solidFill>
                  <a:schemeClr val="dk2"/>
                </a:solidFill>
              </a:defRPr>
            </a:lvl8pPr>
            <a:lvl9pPr>
              <a:spcBef>
                <a:spcPts val="0"/>
              </a:spcBef>
              <a:buClr>
                <a:schemeClr val="dk2"/>
              </a:buClr>
              <a:buSzPct val="100000"/>
              <a:buNone/>
              <a:defRPr sz="3000">
                <a:solidFill>
                  <a:schemeClr val="dk2"/>
                </a:solidFill>
              </a:defRPr>
            </a:lvl9pPr>
          </a:lstStyle>
          <a:p>
            <a:pPr marL="0" marR="0" lvl="0" indent="0" defTabSz="914400" eaLnBrk="1" fontAlgn="auto" latinLnBrk="0" hangingPunct="1">
              <a:lnSpc>
                <a:spcPct val="100000"/>
              </a:lnSpc>
              <a:spcBef>
                <a:spcPts val="0"/>
              </a:spcBef>
              <a:spcAft>
                <a:spcPts val="0"/>
              </a:spcAft>
              <a:buClr>
                <a:srgbClr val="2388DB"/>
              </a:buClr>
              <a:buSzTx/>
              <a:buFontTx/>
              <a:buNone/>
              <a:defRPr/>
            </a:pPr>
            <a:endParaRPr kumimoji="0" sz="1800" b="0" i="0" u="none" strike="noStrike" kern="0" cap="none" spc="0" normalizeH="0" baseline="0" noProof="0" dirty="0">
              <a:ln>
                <a:noFill/>
              </a:ln>
              <a:solidFill>
                <a:srgbClr val="2388DB"/>
              </a:solidFill>
              <a:effectLst/>
              <a:uLnTx/>
              <a:uFillTx/>
            </a:endParaRPr>
          </a:p>
        </p:txBody>
      </p:sp>
      <p:grpSp>
        <p:nvGrpSpPr>
          <p:cNvPr id="6" name="组合 5"/>
          <p:cNvGrpSpPr/>
          <p:nvPr userDrawn="1"/>
        </p:nvGrpSpPr>
        <p:grpSpPr>
          <a:xfrm>
            <a:off x="1199456" y="1268760"/>
            <a:ext cx="976857" cy="976857"/>
            <a:chOff x="304800" y="673100"/>
            <a:chExt cx="4000500" cy="4000500"/>
          </a:xfrm>
          <a:effectLst>
            <a:outerShdw blurRad="444500" dist="254000" dir="8100000" algn="tr" rotWithShape="0">
              <a:prstClr val="black">
                <a:alpha val="50000"/>
              </a:prstClr>
            </a:outerShdw>
          </a:effectLst>
        </p:grpSpPr>
        <p:sp>
          <p:nvSpPr>
            <p:cNvPr id="7" name="同心圆 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椭圆 8"/>
          <p:cNvSpPr/>
          <p:nvPr userDrawn="1"/>
        </p:nvSpPr>
        <p:spPr>
          <a:xfrm>
            <a:off x="784766" y="2198934"/>
            <a:ext cx="727041" cy="72704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椭圆 9"/>
          <p:cNvSpPr/>
          <p:nvPr userDrawn="1"/>
        </p:nvSpPr>
        <p:spPr>
          <a:xfrm>
            <a:off x="2626189" y="2227954"/>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11" name="组合 10"/>
          <p:cNvGrpSpPr/>
          <p:nvPr userDrawn="1"/>
        </p:nvGrpSpPr>
        <p:grpSpPr>
          <a:xfrm>
            <a:off x="2354788" y="1740961"/>
            <a:ext cx="623903" cy="623903"/>
            <a:chOff x="304800" y="673100"/>
            <a:chExt cx="4000500" cy="4000500"/>
          </a:xfrm>
          <a:effectLst>
            <a:outerShdw blurRad="317500" dist="190500" dir="8100000" algn="tr" rotWithShape="0">
              <a:prstClr val="black">
                <a:alpha val="50000"/>
              </a:prstClr>
            </a:outerShdw>
          </a:effectLst>
        </p:grpSpPr>
        <p:sp>
          <p:nvSpPr>
            <p:cNvPr id="12"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a:off x="473432" y="3406403"/>
            <a:ext cx="219777" cy="219777"/>
            <a:chOff x="304800" y="673100"/>
            <a:chExt cx="4000500" cy="4000500"/>
          </a:xfrm>
          <a:effectLst>
            <a:outerShdw blurRad="381000" dist="152400" dir="8100000" algn="tr" rotWithShape="0">
              <a:prstClr val="black">
                <a:alpha val="70000"/>
              </a:prstClr>
            </a:outerShdw>
          </a:effectLst>
        </p:grpSpPr>
        <p:sp>
          <p:nvSpPr>
            <p:cNvPr id="18"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98081" y="1830045"/>
            <a:ext cx="287919" cy="287919"/>
            <a:chOff x="304800" y="673100"/>
            <a:chExt cx="4000500" cy="4000500"/>
          </a:xfrm>
          <a:effectLst>
            <a:outerShdw blurRad="381000" dist="152400" dir="8100000" algn="tr" rotWithShape="0">
              <a:prstClr val="black">
                <a:alpha val="70000"/>
              </a:prstClr>
            </a:outerShdw>
          </a:effectLst>
        </p:grpSpPr>
        <p:sp>
          <p:nvSpPr>
            <p:cNvPr id="22"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userDrawn="1"/>
        </p:nvSpPr>
        <p:spPr>
          <a:xfrm>
            <a:off x="3066715" y="1740961"/>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椭圆 24"/>
          <p:cNvSpPr/>
          <p:nvPr userDrawn="1"/>
        </p:nvSpPr>
        <p:spPr>
          <a:xfrm>
            <a:off x="3285708" y="3431530"/>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26" name="组合 25"/>
          <p:cNvGrpSpPr/>
          <p:nvPr userDrawn="1"/>
        </p:nvGrpSpPr>
        <p:grpSpPr>
          <a:xfrm>
            <a:off x="1670698" y="2400123"/>
            <a:ext cx="638246" cy="638246"/>
            <a:chOff x="304800" y="673100"/>
            <a:chExt cx="4000500" cy="4000500"/>
          </a:xfrm>
          <a:effectLst>
            <a:outerShdw blurRad="317500" dist="190500" dir="8100000" algn="tr" rotWithShape="0">
              <a:prstClr val="black">
                <a:alpha val="50000"/>
              </a:prstClr>
            </a:outerShdw>
          </a:effectLst>
        </p:grpSpPr>
        <p:sp>
          <p:nvSpPr>
            <p:cNvPr id="27" name="同心圆 1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椭圆 2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椭圆 28"/>
          <p:cNvSpPr/>
          <p:nvPr userDrawn="1"/>
        </p:nvSpPr>
        <p:spPr>
          <a:xfrm>
            <a:off x="1280239" y="554168"/>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0" name="椭圆 29"/>
          <p:cNvSpPr/>
          <p:nvPr userDrawn="1"/>
        </p:nvSpPr>
        <p:spPr>
          <a:xfrm>
            <a:off x="1989821" y="2417032"/>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31" name="组合 30"/>
          <p:cNvGrpSpPr/>
          <p:nvPr userDrawn="1"/>
        </p:nvGrpSpPr>
        <p:grpSpPr>
          <a:xfrm>
            <a:off x="864559" y="947680"/>
            <a:ext cx="1958738" cy="1958738"/>
            <a:chOff x="304800" y="673100"/>
            <a:chExt cx="4000500" cy="4000500"/>
          </a:xfrm>
          <a:effectLst>
            <a:outerShdw blurRad="444500" dist="254000" dir="8100000" algn="tr" rotWithShape="0">
              <a:prstClr val="black">
                <a:alpha val="50000"/>
              </a:prstClr>
            </a:outerShdw>
          </a:effectLst>
        </p:grpSpPr>
        <p:sp>
          <p:nvSpPr>
            <p:cNvPr id="32" name="同心圆 2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椭圆 3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34" name="图片 33"/>
          <p:cNvPicPr>
            <a:picLocks noChangeAspect="1"/>
          </p:cNvPicPr>
          <p:nvPr userDrawn="1"/>
        </p:nvPicPr>
        <p:blipFill>
          <a:blip r:embed="rId2"/>
          <a:stretch>
            <a:fillRect/>
          </a:stretch>
        </p:blipFill>
        <p:spPr>
          <a:xfrm>
            <a:off x="1044330" y="1558459"/>
            <a:ext cx="1622409" cy="512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nodeType="withEffect">
                                  <p:stCondLst>
                                    <p:cond delay="40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16" fill="hold" nodeType="withEffect">
                                  <p:stCondLst>
                                    <p:cond delay="20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fltVal val="0"/>
                                          </p:val>
                                        </p:tav>
                                        <p:tav tm="100000">
                                          <p:val>
                                            <p:strVal val="#ppt_h"/>
                                          </p:val>
                                        </p:tav>
                                      </p:tavLst>
                                    </p:anim>
                                    <p:animEffect transition="in" filter="fade">
                                      <p:cBhvr>
                                        <p:cTn id="34" dur="500"/>
                                        <p:tgtEl>
                                          <p:spTgt spid="2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animEffect transition="in" filter="fade">
                                      <p:cBhvr>
                                        <p:cTn id="39" dur="500"/>
                                        <p:tgtEl>
                                          <p:spTgt spid="2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par>
                                <p:cTn id="45" presetID="53" presetClass="entr" presetSubtype="16" fill="hold" nodeType="withEffect">
                                  <p:stCondLst>
                                    <p:cond delay="400"/>
                                  </p:stCondLst>
                                  <p:childTnLst>
                                    <p:set>
                                      <p:cBhvr>
                                        <p:cTn id="46" dur="1" fill="hold">
                                          <p:stCondLst>
                                            <p:cond delay="0"/>
                                          </p:stCondLst>
                                        </p:cTn>
                                        <p:tgtEl>
                                          <p:spTgt spid="26"/>
                                        </p:tgtEl>
                                        <p:attrNameLst>
                                          <p:attrName>style.visibility</p:attrName>
                                        </p:attrNameLst>
                                      </p:cBhvr>
                                      <p:to>
                                        <p:strVal val="visible"/>
                                      </p:to>
                                    </p:set>
                                    <p:anim calcmode="lin" valueType="num">
                                      <p:cBhvr>
                                        <p:cTn id="47" dur="500" fill="hold"/>
                                        <p:tgtEl>
                                          <p:spTgt spid="26"/>
                                        </p:tgtEl>
                                        <p:attrNameLst>
                                          <p:attrName>ppt_w</p:attrName>
                                        </p:attrNameLst>
                                      </p:cBhvr>
                                      <p:tavLst>
                                        <p:tav tm="0">
                                          <p:val>
                                            <p:fltVal val="0"/>
                                          </p:val>
                                        </p:tav>
                                        <p:tav tm="100000">
                                          <p:val>
                                            <p:strVal val="#ppt_w"/>
                                          </p:val>
                                        </p:tav>
                                      </p:tavLst>
                                    </p:anim>
                                    <p:anim calcmode="lin" valueType="num">
                                      <p:cBhvr>
                                        <p:cTn id="48" dur="500" fill="hold"/>
                                        <p:tgtEl>
                                          <p:spTgt spid="26"/>
                                        </p:tgtEl>
                                        <p:attrNameLst>
                                          <p:attrName>ppt_h</p:attrName>
                                        </p:attrNameLst>
                                      </p:cBhvr>
                                      <p:tavLst>
                                        <p:tav tm="0">
                                          <p:val>
                                            <p:fltVal val="0"/>
                                          </p:val>
                                        </p:tav>
                                        <p:tav tm="100000">
                                          <p:val>
                                            <p:strVal val="#ppt_h"/>
                                          </p:val>
                                        </p:tav>
                                      </p:tavLst>
                                    </p:anim>
                                    <p:animEffect transition="in" filter="fade">
                                      <p:cBhvr>
                                        <p:cTn id="49" dur="500"/>
                                        <p:tgtEl>
                                          <p:spTgt spid="26"/>
                                        </p:tgtEl>
                                      </p:cBhvr>
                                    </p:animEffect>
                                  </p:childTnLst>
                                </p:cTn>
                              </p:par>
                              <p:par>
                                <p:cTn id="50" presetID="53" presetClass="entr" presetSubtype="16" fill="hold" grpId="0" nodeType="withEffect">
                                  <p:stCondLst>
                                    <p:cond delay="40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par>
                                <p:cTn id="55" presetID="53" presetClass="entr" presetSubtype="16" fill="hold" grpId="0" nodeType="withEffect">
                                  <p:stCondLst>
                                    <p:cond delay="20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fltVal val="0"/>
                                          </p:val>
                                        </p:tav>
                                        <p:tav tm="100000">
                                          <p:val>
                                            <p:strVal val="#ppt_w"/>
                                          </p:val>
                                        </p:tav>
                                      </p:tavLst>
                                    </p:anim>
                                    <p:anim calcmode="lin" valueType="num">
                                      <p:cBhvr>
                                        <p:cTn id="58" dur="500" fill="hold"/>
                                        <p:tgtEl>
                                          <p:spTgt spid="30"/>
                                        </p:tgtEl>
                                        <p:attrNameLst>
                                          <p:attrName>ppt_h</p:attrName>
                                        </p:attrNameLst>
                                      </p:cBhvr>
                                      <p:tavLst>
                                        <p:tav tm="0">
                                          <p:val>
                                            <p:fltVal val="0"/>
                                          </p:val>
                                        </p:tav>
                                        <p:tav tm="100000">
                                          <p:val>
                                            <p:strVal val="#ppt_h"/>
                                          </p:val>
                                        </p:tav>
                                      </p:tavLst>
                                    </p:anim>
                                    <p:animEffect transition="in" filter="fade">
                                      <p:cBhvr>
                                        <p:cTn id="59" dur="500"/>
                                        <p:tgtEl>
                                          <p:spTgt spid="30"/>
                                        </p:tgtEl>
                                      </p:cBhvr>
                                    </p:animEffect>
                                  </p:childTnLst>
                                </p:cTn>
                              </p:par>
                              <p:par>
                                <p:cTn id="60" presetID="53" presetClass="entr" presetSubtype="16" fill="hold" nodeType="withEffect">
                                  <p:stCondLst>
                                    <p:cond delay="400"/>
                                  </p:stCondLst>
                                  <p:childTnLst>
                                    <p:set>
                                      <p:cBhvr>
                                        <p:cTn id="61" dur="1" fill="hold">
                                          <p:stCondLst>
                                            <p:cond delay="0"/>
                                          </p:stCondLst>
                                        </p:cTn>
                                        <p:tgtEl>
                                          <p:spTgt spid="31"/>
                                        </p:tgtEl>
                                        <p:attrNameLst>
                                          <p:attrName>style.visibility</p:attrName>
                                        </p:attrNameLst>
                                      </p:cBhvr>
                                      <p:to>
                                        <p:strVal val="visible"/>
                                      </p:to>
                                    </p:set>
                                    <p:anim calcmode="lin" valueType="num">
                                      <p:cBhvr>
                                        <p:cTn id="62" dur="500" fill="hold"/>
                                        <p:tgtEl>
                                          <p:spTgt spid="31"/>
                                        </p:tgtEl>
                                        <p:attrNameLst>
                                          <p:attrName>ppt_w</p:attrName>
                                        </p:attrNameLst>
                                      </p:cBhvr>
                                      <p:tavLst>
                                        <p:tav tm="0">
                                          <p:val>
                                            <p:fltVal val="0"/>
                                          </p:val>
                                        </p:tav>
                                        <p:tav tm="100000">
                                          <p:val>
                                            <p:strVal val="#ppt_w"/>
                                          </p:val>
                                        </p:tav>
                                      </p:tavLst>
                                    </p:anim>
                                    <p:anim calcmode="lin" valueType="num">
                                      <p:cBhvr>
                                        <p:cTn id="63" dur="500" fill="hold"/>
                                        <p:tgtEl>
                                          <p:spTgt spid="31"/>
                                        </p:tgtEl>
                                        <p:attrNameLst>
                                          <p:attrName>ppt_h</p:attrName>
                                        </p:attrNameLst>
                                      </p:cBhvr>
                                      <p:tavLst>
                                        <p:tav tm="0">
                                          <p:val>
                                            <p:fltVal val="0"/>
                                          </p:val>
                                        </p:tav>
                                        <p:tav tm="100000">
                                          <p:val>
                                            <p:strVal val="#ppt_h"/>
                                          </p:val>
                                        </p:tav>
                                      </p:tavLst>
                                    </p:anim>
                                    <p:animEffect transition="in" filter="fade">
                                      <p:cBhvr>
                                        <p:cTn id="64" dur="500"/>
                                        <p:tgtEl>
                                          <p:spTgt spid="31"/>
                                        </p:tgtEl>
                                      </p:cBhvr>
                                    </p:animEffect>
                                  </p:childTnLst>
                                </p:cTn>
                              </p:par>
                            </p:childTnLst>
                          </p:cTn>
                        </p:par>
                        <p:par>
                          <p:cTn id="65" fill="hold">
                            <p:stCondLst>
                              <p:cond delay="900"/>
                            </p:stCondLst>
                            <p:childTnLst>
                              <p:par>
                                <p:cTn id="66" presetID="10" presetClass="entr" presetSubtype="0" fill="hold" nodeType="after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4" grpId="0" animBg="1"/>
      <p:bldP spid="25" grpId="0" animBg="1"/>
      <p:bldP spid="29" grpId="0" animBg="1"/>
      <p:bldP spid="30"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ddd">
    <p:spTree>
      <p:nvGrpSpPr>
        <p:cNvPr id="1" name=""/>
        <p:cNvGrpSpPr/>
        <p:nvPr/>
      </p:nvGrpSpPr>
      <p:grpSpPr>
        <a:xfrm>
          <a:off x="0" y="0"/>
          <a:ext cx="0" cy="0"/>
          <a:chOff x="0" y="0"/>
          <a:chExt cx="0" cy="0"/>
        </a:xfrm>
      </p:grpSpPr>
      <p:sp>
        <p:nvSpPr>
          <p:cNvPr id="14" name="Shape 13"/>
          <p:cNvSpPr/>
          <p:nvPr userDrawn="1"/>
        </p:nvSpPr>
        <p:spPr>
          <a:xfrm>
            <a:off x="0" y="0"/>
            <a:ext cx="12192000" cy="4680520"/>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cxnSp>
        <p:nvCxnSpPr>
          <p:cNvPr id="16" name="Shape 14"/>
          <p:cNvCxnSpPr/>
          <p:nvPr userDrawn="1"/>
        </p:nvCxnSpPr>
        <p:spPr>
          <a:xfrm>
            <a:off x="0" y="4653136"/>
            <a:ext cx="12192000" cy="0"/>
          </a:xfrm>
          <a:prstGeom prst="straightConnector1">
            <a:avLst/>
          </a:prstGeom>
          <a:noFill/>
          <a:ln w="57150" cap="flat">
            <a:solidFill>
              <a:srgbClr val="000000">
                <a:alpha val="14901"/>
              </a:srgbClr>
            </a:solidFill>
            <a:prstDash val="solid"/>
            <a:round/>
            <a:headEnd type="none" w="med" len="med"/>
            <a:tailEnd type="none" w="med" len="med"/>
          </a:ln>
        </p:spPr>
      </p:cxnSp>
      <p:sp>
        <p:nvSpPr>
          <p:cNvPr id="17" name="Shape 10"/>
          <p:cNvSpPr txBox="1">
            <a:spLocks noGrp="1"/>
          </p:cNvSpPr>
          <p:nvPr>
            <p:ph type="ctrTitle"/>
          </p:nvPr>
        </p:nvSpPr>
        <p:spPr>
          <a:xfrm>
            <a:off x="3894928" y="2490375"/>
            <a:ext cx="7382672" cy="2198400"/>
          </a:xfrm>
          <a:prstGeom prst="rect">
            <a:avLst/>
          </a:prstGeom>
        </p:spPr>
        <p:txBody>
          <a:bodyPr lIns="91425" tIns="91425" rIns="91425" bIns="91425" anchor="b" anchorCtr="0"/>
          <a:lstStyle>
            <a:lvl1pPr>
              <a:spcBef>
                <a:spcPts val="0"/>
              </a:spcBef>
              <a:buSzPct val="100000"/>
              <a:defRPr sz="7200"/>
            </a:lvl1pPr>
            <a:lvl2pPr>
              <a:spcBef>
                <a:spcPts val="0"/>
              </a:spcBef>
              <a:buSzPct val="100000"/>
              <a:defRPr sz="7200"/>
            </a:lvl2pPr>
            <a:lvl3pPr>
              <a:spcBef>
                <a:spcPts val="0"/>
              </a:spcBef>
              <a:buSzPct val="100000"/>
              <a:defRPr sz="7200"/>
            </a:lvl3pPr>
            <a:lvl4pPr>
              <a:spcBef>
                <a:spcPts val="0"/>
              </a:spcBef>
              <a:buSzPct val="100000"/>
              <a:defRPr sz="7200"/>
            </a:lvl4pPr>
            <a:lvl5pPr>
              <a:spcBef>
                <a:spcPts val="0"/>
              </a:spcBef>
              <a:buSzPct val="100000"/>
              <a:defRPr sz="7200"/>
            </a:lvl5pPr>
            <a:lvl6pPr>
              <a:spcBef>
                <a:spcPts val="0"/>
              </a:spcBef>
              <a:buSzPct val="100000"/>
              <a:defRPr sz="7200"/>
            </a:lvl6pPr>
            <a:lvl7pPr>
              <a:spcBef>
                <a:spcPts val="0"/>
              </a:spcBef>
              <a:buSzPct val="100000"/>
              <a:defRPr sz="7200"/>
            </a:lvl7pPr>
            <a:lvl8pPr>
              <a:spcBef>
                <a:spcPts val="0"/>
              </a:spcBef>
              <a:buSzPct val="100000"/>
              <a:defRPr sz="7200"/>
            </a:lvl8pPr>
            <a:lvl9pPr>
              <a:spcBef>
                <a:spcPts val="0"/>
              </a:spcBef>
              <a:buSzPct val="100000"/>
              <a:defRPr sz="7200"/>
            </a:lvl9pPr>
          </a:lstStyle>
          <a:p>
            <a:endParaRPr dirty="0"/>
          </a:p>
        </p:txBody>
      </p:sp>
      <p:sp>
        <p:nvSpPr>
          <p:cNvPr id="19" name="Shape 11"/>
          <p:cNvSpPr txBox="1">
            <a:spLocks noGrp="1"/>
          </p:cNvSpPr>
          <p:nvPr>
            <p:ph type="subTitle" idx="1"/>
          </p:nvPr>
        </p:nvSpPr>
        <p:spPr>
          <a:xfrm>
            <a:off x="3894928" y="4836036"/>
            <a:ext cx="7382672" cy="1032599"/>
          </a:xfrm>
          <a:prstGeom prst="rect">
            <a:avLst/>
          </a:prstGeom>
        </p:spPr>
        <p:txBody>
          <a:bodyPr lIns="91425" tIns="91425" rIns="91425" bIns="91425" anchor="t" anchorCtr="0">
            <a:normAutofit/>
          </a:bodyPr>
          <a:lstStyle>
            <a:lvl1pPr>
              <a:spcBef>
                <a:spcPts val="0"/>
              </a:spcBef>
              <a:buClr>
                <a:schemeClr val="dk2"/>
              </a:buClr>
              <a:buNone/>
              <a:defRPr sz="2000">
                <a:solidFill>
                  <a:schemeClr val="dk2"/>
                </a:solidFill>
              </a:defRPr>
            </a:lvl1pPr>
            <a:lvl2pPr>
              <a:spcBef>
                <a:spcPts val="0"/>
              </a:spcBef>
              <a:buClr>
                <a:schemeClr val="dk2"/>
              </a:buClr>
              <a:buSzPct val="100000"/>
              <a:buNone/>
              <a:defRPr sz="3000">
                <a:solidFill>
                  <a:schemeClr val="dk2"/>
                </a:solidFill>
              </a:defRPr>
            </a:lvl2pPr>
            <a:lvl3pPr>
              <a:spcBef>
                <a:spcPts val="0"/>
              </a:spcBef>
              <a:buClr>
                <a:schemeClr val="dk2"/>
              </a:buClr>
              <a:buSzPct val="100000"/>
              <a:buNone/>
              <a:defRPr sz="3000">
                <a:solidFill>
                  <a:schemeClr val="dk2"/>
                </a:solidFill>
              </a:defRPr>
            </a:lvl3pPr>
            <a:lvl4pPr>
              <a:spcBef>
                <a:spcPts val="0"/>
              </a:spcBef>
              <a:buClr>
                <a:schemeClr val="dk2"/>
              </a:buClr>
              <a:buSzPct val="100000"/>
              <a:buNone/>
              <a:defRPr sz="3000">
                <a:solidFill>
                  <a:schemeClr val="dk2"/>
                </a:solidFill>
              </a:defRPr>
            </a:lvl4pPr>
            <a:lvl5pPr>
              <a:spcBef>
                <a:spcPts val="0"/>
              </a:spcBef>
              <a:buClr>
                <a:schemeClr val="dk2"/>
              </a:buClr>
              <a:buSzPct val="100000"/>
              <a:buNone/>
              <a:defRPr sz="3000">
                <a:solidFill>
                  <a:schemeClr val="dk2"/>
                </a:solidFill>
              </a:defRPr>
            </a:lvl5pPr>
            <a:lvl6pPr>
              <a:spcBef>
                <a:spcPts val="0"/>
              </a:spcBef>
              <a:buClr>
                <a:schemeClr val="dk2"/>
              </a:buClr>
              <a:buSzPct val="100000"/>
              <a:buNone/>
              <a:defRPr sz="3000">
                <a:solidFill>
                  <a:schemeClr val="dk2"/>
                </a:solidFill>
              </a:defRPr>
            </a:lvl6pPr>
            <a:lvl7pPr>
              <a:spcBef>
                <a:spcPts val="0"/>
              </a:spcBef>
              <a:buClr>
                <a:schemeClr val="dk2"/>
              </a:buClr>
              <a:buSzPct val="100000"/>
              <a:buNone/>
              <a:defRPr sz="3000">
                <a:solidFill>
                  <a:schemeClr val="dk2"/>
                </a:solidFill>
              </a:defRPr>
            </a:lvl7pPr>
            <a:lvl8pPr>
              <a:spcBef>
                <a:spcPts val="0"/>
              </a:spcBef>
              <a:buClr>
                <a:schemeClr val="dk2"/>
              </a:buClr>
              <a:buSzPct val="100000"/>
              <a:buNone/>
              <a:defRPr sz="3000">
                <a:solidFill>
                  <a:schemeClr val="dk2"/>
                </a:solidFill>
              </a:defRPr>
            </a:lvl8pPr>
            <a:lvl9pPr>
              <a:spcBef>
                <a:spcPts val="0"/>
              </a:spcBef>
              <a:buClr>
                <a:schemeClr val="dk2"/>
              </a:buClr>
              <a:buSzPct val="100000"/>
              <a:buNone/>
              <a:defRPr sz="3000">
                <a:solidFill>
                  <a:schemeClr val="dk2"/>
                </a:solidFill>
              </a:defRPr>
            </a:lvl9pPr>
          </a:lstStyle>
          <a:p>
            <a:pPr marL="0" marR="0" lvl="0" indent="0" defTabSz="914400" eaLnBrk="1" fontAlgn="auto" latinLnBrk="0" hangingPunct="1">
              <a:lnSpc>
                <a:spcPct val="100000"/>
              </a:lnSpc>
              <a:spcBef>
                <a:spcPts val="0"/>
              </a:spcBef>
              <a:spcAft>
                <a:spcPts val="0"/>
              </a:spcAft>
              <a:buClr>
                <a:srgbClr val="2388DB"/>
              </a:buClr>
              <a:buSzTx/>
              <a:buFontTx/>
              <a:buNone/>
              <a:defRPr/>
            </a:pPr>
            <a:endParaRPr kumimoji="0" sz="1800" b="0" i="0" u="none" strike="noStrike" kern="0" cap="none" spc="0" normalizeH="0" baseline="0" noProof="0" dirty="0">
              <a:ln>
                <a:noFill/>
              </a:ln>
              <a:solidFill>
                <a:srgbClr val="2388DB"/>
              </a:solidFill>
              <a:effectLst/>
              <a:uLnTx/>
              <a:uFillTx/>
            </a:endParaRPr>
          </a:p>
        </p:txBody>
      </p:sp>
      <p:grpSp>
        <p:nvGrpSpPr>
          <p:cNvPr id="6" name="组合 5"/>
          <p:cNvGrpSpPr/>
          <p:nvPr userDrawn="1"/>
        </p:nvGrpSpPr>
        <p:grpSpPr>
          <a:xfrm>
            <a:off x="1199456" y="1268760"/>
            <a:ext cx="976857" cy="976857"/>
            <a:chOff x="304800" y="673100"/>
            <a:chExt cx="4000500" cy="4000500"/>
          </a:xfrm>
          <a:effectLst>
            <a:outerShdw blurRad="444500" dist="254000" dir="8100000" algn="tr" rotWithShape="0">
              <a:prstClr val="black">
                <a:alpha val="50000"/>
              </a:prstClr>
            </a:outerShdw>
          </a:effectLst>
        </p:grpSpPr>
        <p:sp>
          <p:nvSpPr>
            <p:cNvPr id="7" name="同心圆 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椭圆 8"/>
          <p:cNvSpPr/>
          <p:nvPr userDrawn="1"/>
        </p:nvSpPr>
        <p:spPr>
          <a:xfrm>
            <a:off x="784766" y="2198934"/>
            <a:ext cx="727041" cy="72704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椭圆 9"/>
          <p:cNvSpPr/>
          <p:nvPr userDrawn="1"/>
        </p:nvSpPr>
        <p:spPr>
          <a:xfrm>
            <a:off x="2626189" y="2227954"/>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11" name="组合 10"/>
          <p:cNvGrpSpPr/>
          <p:nvPr userDrawn="1"/>
        </p:nvGrpSpPr>
        <p:grpSpPr>
          <a:xfrm>
            <a:off x="2354788" y="1740961"/>
            <a:ext cx="623903" cy="623903"/>
            <a:chOff x="304800" y="673100"/>
            <a:chExt cx="4000500" cy="4000500"/>
          </a:xfrm>
          <a:effectLst>
            <a:outerShdw blurRad="317500" dist="190500" dir="8100000" algn="tr" rotWithShape="0">
              <a:prstClr val="black">
                <a:alpha val="50000"/>
              </a:prstClr>
            </a:outerShdw>
          </a:effectLst>
        </p:grpSpPr>
        <p:sp>
          <p:nvSpPr>
            <p:cNvPr id="12"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a:off x="473432" y="3406403"/>
            <a:ext cx="219777" cy="219777"/>
            <a:chOff x="304800" y="673100"/>
            <a:chExt cx="4000500" cy="4000500"/>
          </a:xfrm>
          <a:effectLst>
            <a:outerShdw blurRad="381000" dist="152400" dir="8100000" algn="tr" rotWithShape="0">
              <a:prstClr val="black">
                <a:alpha val="70000"/>
              </a:prstClr>
            </a:outerShdw>
          </a:effectLst>
        </p:grpSpPr>
        <p:sp>
          <p:nvSpPr>
            <p:cNvPr id="18"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98081" y="1830045"/>
            <a:ext cx="287919" cy="287919"/>
            <a:chOff x="304800" y="673100"/>
            <a:chExt cx="4000500" cy="4000500"/>
          </a:xfrm>
          <a:effectLst>
            <a:outerShdw blurRad="381000" dist="152400" dir="8100000" algn="tr" rotWithShape="0">
              <a:prstClr val="black">
                <a:alpha val="70000"/>
              </a:prstClr>
            </a:outerShdw>
          </a:effectLst>
        </p:grpSpPr>
        <p:sp>
          <p:nvSpPr>
            <p:cNvPr id="22"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userDrawn="1"/>
        </p:nvSpPr>
        <p:spPr>
          <a:xfrm>
            <a:off x="3066715" y="1740961"/>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椭圆 24"/>
          <p:cNvSpPr/>
          <p:nvPr userDrawn="1"/>
        </p:nvSpPr>
        <p:spPr>
          <a:xfrm>
            <a:off x="3285708" y="3431530"/>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26" name="组合 25"/>
          <p:cNvGrpSpPr/>
          <p:nvPr userDrawn="1"/>
        </p:nvGrpSpPr>
        <p:grpSpPr>
          <a:xfrm>
            <a:off x="1670698" y="2400123"/>
            <a:ext cx="638246" cy="638246"/>
            <a:chOff x="304800" y="673100"/>
            <a:chExt cx="4000500" cy="4000500"/>
          </a:xfrm>
          <a:effectLst>
            <a:outerShdw blurRad="317500" dist="190500" dir="8100000" algn="tr" rotWithShape="0">
              <a:prstClr val="black">
                <a:alpha val="50000"/>
              </a:prstClr>
            </a:outerShdw>
          </a:effectLst>
        </p:grpSpPr>
        <p:sp>
          <p:nvSpPr>
            <p:cNvPr id="27" name="同心圆 1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椭圆 2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椭圆 28"/>
          <p:cNvSpPr/>
          <p:nvPr userDrawn="1"/>
        </p:nvSpPr>
        <p:spPr>
          <a:xfrm>
            <a:off x="1280239" y="554168"/>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0" name="椭圆 29"/>
          <p:cNvSpPr/>
          <p:nvPr userDrawn="1"/>
        </p:nvSpPr>
        <p:spPr>
          <a:xfrm>
            <a:off x="1989821" y="2417032"/>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31" name="组合 30"/>
          <p:cNvGrpSpPr/>
          <p:nvPr userDrawn="1"/>
        </p:nvGrpSpPr>
        <p:grpSpPr>
          <a:xfrm>
            <a:off x="864559" y="947680"/>
            <a:ext cx="1958738" cy="1958738"/>
            <a:chOff x="304800" y="673100"/>
            <a:chExt cx="4000500" cy="4000500"/>
          </a:xfrm>
          <a:effectLst>
            <a:outerShdw blurRad="444500" dist="254000" dir="8100000" algn="tr" rotWithShape="0">
              <a:prstClr val="black">
                <a:alpha val="50000"/>
              </a:prstClr>
            </a:outerShdw>
          </a:effectLst>
        </p:grpSpPr>
        <p:sp>
          <p:nvSpPr>
            <p:cNvPr id="32" name="同心圆 2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椭圆 3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nodeType="withEffect">
                                  <p:stCondLst>
                                    <p:cond delay="40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16" fill="hold" nodeType="withEffect">
                                  <p:stCondLst>
                                    <p:cond delay="20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fltVal val="0"/>
                                          </p:val>
                                        </p:tav>
                                        <p:tav tm="100000">
                                          <p:val>
                                            <p:strVal val="#ppt_h"/>
                                          </p:val>
                                        </p:tav>
                                      </p:tavLst>
                                    </p:anim>
                                    <p:animEffect transition="in" filter="fade">
                                      <p:cBhvr>
                                        <p:cTn id="34" dur="500"/>
                                        <p:tgtEl>
                                          <p:spTgt spid="2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animEffect transition="in" filter="fade">
                                      <p:cBhvr>
                                        <p:cTn id="39" dur="500"/>
                                        <p:tgtEl>
                                          <p:spTgt spid="2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par>
                                <p:cTn id="45" presetID="53" presetClass="entr" presetSubtype="16" fill="hold" nodeType="withEffect">
                                  <p:stCondLst>
                                    <p:cond delay="400"/>
                                  </p:stCondLst>
                                  <p:childTnLst>
                                    <p:set>
                                      <p:cBhvr>
                                        <p:cTn id="46" dur="1" fill="hold">
                                          <p:stCondLst>
                                            <p:cond delay="0"/>
                                          </p:stCondLst>
                                        </p:cTn>
                                        <p:tgtEl>
                                          <p:spTgt spid="26"/>
                                        </p:tgtEl>
                                        <p:attrNameLst>
                                          <p:attrName>style.visibility</p:attrName>
                                        </p:attrNameLst>
                                      </p:cBhvr>
                                      <p:to>
                                        <p:strVal val="visible"/>
                                      </p:to>
                                    </p:set>
                                    <p:anim calcmode="lin" valueType="num">
                                      <p:cBhvr>
                                        <p:cTn id="47" dur="500" fill="hold"/>
                                        <p:tgtEl>
                                          <p:spTgt spid="26"/>
                                        </p:tgtEl>
                                        <p:attrNameLst>
                                          <p:attrName>ppt_w</p:attrName>
                                        </p:attrNameLst>
                                      </p:cBhvr>
                                      <p:tavLst>
                                        <p:tav tm="0">
                                          <p:val>
                                            <p:fltVal val="0"/>
                                          </p:val>
                                        </p:tav>
                                        <p:tav tm="100000">
                                          <p:val>
                                            <p:strVal val="#ppt_w"/>
                                          </p:val>
                                        </p:tav>
                                      </p:tavLst>
                                    </p:anim>
                                    <p:anim calcmode="lin" valueType="num">
                                      <p:cBhvr>
                                        <p:cTn id="48" dur="500" fill="hold"/>
                                        <p:tgtEl>
                                          <p:spTgt spid="26"/>
                                        </p:tgtEl>
                                        <p:attrNameLst>
                                          <p:attrName>ppt_h</p:attrName>
                                        </p:attrNameLst>
                                      </p:cBhvr>
                                      <p:tavLst>
                                        <p:tav tm="0">
                                          <p:val>
                                            <p:fltVal val="0"/>
                                          </p:val>
                                        </p:tav>
                                        <p:tav tm="100000">
                                          <p:val>
                                            <p:strVal val="#ppt_h"/>
                                          </p:val>
                                        </p:tav>
                                      </p:tavLst>
                                    </p:anim>
                                    <p:animEffect transition="in" filter="fade">
                                      <p:cBhvr>
                                        <p:cTn id="49" dur="500"/>
                                        <p:tgtEl>
                                          <p:spTgt spid="26"/>
                                        </p:tgtEl>
                                      </p:cBhvr>
                                    </p:animEffect>
                                  </p:childTnLst>
                                </p:cTn>
                              </p:par>
                              <p:par>
                                <p:cTn id="50" presetID="53" presetClass="entr" presetSubtype="16" fill="hold" grpId="0" nodeType="withEffect">
                                  <p:stCondLst>
                                    <p:cond delay="40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par>
                                <p:cTn id="55" presetID="53" presetClass="entr" presetSubtype="16" fill="hold" grpId="0" nodeType="withEffect">
                                  <p:stCondLst>
                                    <p:cond delay="20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fltVal val="0"/>
                                          </p:val>
                                        </p:tav>
                                        <p:tav tm="100000">
                                          <p:val>
                                            <p:strVal val="#ppt_w"/>
                                          </p:val>
                                        </p:tav>
                                      </p:tavLst>
                                    </p:anim>
                                    <p:anim calcmode="lin" valueType="num">
                                      <p:cBhvr>
                                        <p:cTn id="58" dur="500" fill="hold"/>
                                        <p:tgtEl>
                                          <p:spTgt spid="30"/>
                                        </p:tgtEl>
                                        <p:attrNameLst>
                                          <p:attrName>ppt_h</p:attrName>
                                        </p:attrNameLst>
                                      </p:cBhvr>
                                      <p:tavLst>
                                        <p:tav tm="0">
                                          <p:val>
                                            <p:fltVal val="0"/>
                                          </p:val>
                                        </p:tav>
                                        <p:tav tm="100000">
                                          <p:val>
                                            <p:strVal val="#ppt_h"/>
                                          </p:val>
                                        </p:tav>
                                      </p:tavLst>
                                    </p:anim>
                                    <p:animEffect transition="in" filter="fade">
                                      <p:cBhvr>
                                        <p:cTn id="59" dur="500"/>
                                        <p:tgtEl>
                                          <p:spTgt spid="30"/>
                                        </p:tgtEl>
                                      </p:cBhvr>
                                    </p:animEffect>
                                  </p:childTnLst>
                                </p:cTn>
                              </p:par>
                              <p:par>
                                <p:cTn id="60" presetID="53" presetClass="entr" presetSubtype="16" fill="hold" nodeType="withEffect">
                                  <p:stCondLst>
                                    <p:cond delay="400"/>
                                  </p:stCondLst>
                                  <p:childTnLst>
                                    <p:set>
                                      <p:cBhvr>
                                        <p:cTn id="61" dur="1" fill="hold">
                                          <p:stCondLst>
                                            <p:cond delay="0"/>
                                          </p:stCondLst>
                                        </p:cTn>
                                        <p:tgtEl>
                                          <p:spTgt spid="31"/>
                                        </p:tgtEl>
                                        <p:attrNameLst>
                                          <p:attrName>style.visibility</p:attrName>
                                        </p:attrNameLst>
                                      </p:cBhvr>
                                      <p:to>
                                        <p:strVal val="visible"/>
                                      </p:to>
                                    </p:set>
                                    <p:anim calcmode="lin" valueType="num">
                                      <p:cBhvr>
                                        <p:cTn id="62" dur="500" fill="hold"/>
                                        <p:tgtEl>
                                          <p:spTgt spid="31"/>
                                        </p:tgtEl>
                                        <p:attrNameLst>
                                          <p:attrName>ppt_w</p:attrName>
                                        </p:attrNameLst>
                                      </p:cBhvr>
                                      <p:tavLst>
                                        <p:tav tm="0">
                                          <p:val>
                                            <p:fltVal val="0"/>
                                          </p:val>
                                        </p:tav>
                                        <p:tav tm="100000">
                                          <p:val>
                                            <p:strVal val="#ppt_w"/>
                                          </p:val>
                                        </p:tav>
                                      </p:tavLst>
                                    </p:anim>
                                    <p:anim calcmode="lin" valueType="num">
                                      <p:cBhvr>
                                        <p:cTn id="63" dur="500" fill="hold"/>
                                        <p:tgtEl>
                                          <p:spTgt spid="31"/>
                                        </p:tgtEl>
                                        <p:attrNameLst>
                                          <p:attrName>ppt_h</p:attrName>
                                        </p:attrNameLst>
                                      </p:cBhvr>
                                      <p:tavLst>
                                        <p:tav tm="0">
                                          <p:val>
                                            <p:fltVal val="0"/>
                                          </p:val>
                                        </p:tav>
                                        <p:tav tm="100000">
                                          <p:val>
                                            <p:strVal val="#ppt_h"/>
                                          </p:val>
                                        </p:tav>
                                      </p:tavLst>
                                    </p:anim>
                                    <p:animEffect transition="in" filter="fade">
                                      <p:cBhvr>
                                        <p:cTn id="6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4" grpId="0" animBg="1"/>
      <p:bldP spid="25" grpId="0" animBg="1"/>
      <p:bldP spid="29" grpId="0" animBg="1"/>
      <p:bldP spid="30"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dirty="0"/>
              <a:t>Click to edit Master title style</a:t>
            </a:r>
            <a:endParaRPr lang="zh-CN" altLang="en-US" dirty="0"/>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cxnSp>
        <p:nvCxnSpPr>
          <p:cNvPr id="8"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9" name="图片 8"/>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dirty="0"/>
              <a:t>Click to edit Master title style</a:t>
            </a:r>
            <a:endParaRPr lang="zh-CN" alt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cxnSp>
        <p:nvCxnSpPr>
          <p:cNvPr id="9"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10" name="图片 9"/>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a:t>Click to edit Master title style</a:t>
            </a:r>
            <a:endParaRPr lang="zh-CN" altLang="en-US"/>
          </a:p>
        </p:txBody>
      </p:sp>
      <p:cxnSp>
        <p:nvCxnSpPr>
          <p:cNvPr id="7"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8" name="图片 7"/>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aption">
    <p:spTree>
      <p:nvGrpSpPr>
        <p:cNvPr id="1" name="Shape 28"/>
        <p:cNvGrpSpPr/>
        <p:nvPr/>
      </p:nvGrpSpPr>
      <p:grpSpPr>
        <a:xfrm>
          <a:off x="0" y="0"/>
          <a:ext cx="0" cy="0"/>
          <a:chOff x="0" y="0"/>
          <a:chExt cx="0" cy="0"/>
        </a:xfrm>
      </p:grpSpPr>
      <p:sp>
        <p:nvSpPr>
          <p:cNvPr id="29" name="Shape 29"/>
          <p:cNvSpPr/>
          <p:nvPr/>
        </p:nvSpPr>
        <p:spPr>
          <a:xfrm>
            <a:off x="0" y="0"/>
            <a:ext cx="12192000" cy="6857999"/>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609600" y="3509631"/>
            <a:ext cx="10972800" cy="2043600"/>
          </a:xfrm>
          <a:prstGeom prst="rect">
            <a:avLst/>
          </a:prstGeom>
        </p:spPr>
        <p:txBody>
          <a:bodyPr lIns="91425" tIns="91425" rIns="91425" bIns="91425" anchor="ctr" anchorCtr="0"/>
          <a:lstStyle>
            <a:lvl1pPr algn="ctr">
              <a:spcBef>
                <a:spcPts val="0"/>
              </a:spcBef>
              <a:buClr>
                <a:schemeClr val="lt1"/>
              </a:buClr>
              <a:buSzPct val="100000"/>
              <a:buNone/>
              <a:defRPr sz="6000">
                <a:solidFill>
                  <a:schemeClr val="lt1"/>
                </a:solidFill>
              </a:defRPr>
            </a:lvl1pPr>
          </a:lstStyle>
          <a:p>
            <a:endParaRPr dirty="0"/>
          </a:p>
        </p:txBody>
      </p:sp>
      <p:sp>
        <p:nvSpPr>
          <p:cNvPr id="5" name="圆角矩形 107"/>
          <p:cNvSpPr/>
          <p:nvPr userDrawn="1"/>
        </p:nvSpPr>
        <p:spPr>
          <a:xfrm>
            <a:off x="2252995" y="1508721"/>
            <a:ext cx="944122" cy="447598"/>
          </a:xfrm>
          <a:prstGeom prst="roundRect">
            <a:avLst>
              <a:gd name="adj" fmla="val 15229"/>
            </a:avLst>
          </a:prstGeom>
          <a:solidFill>
            <a:schemeClr val="accent1"/>
          </a:solidFill>
          <a:ln w="19050">
            <a:solidFill>
              <a:schemeClr val="bg1"/>
            </a:solidFill>
          </a:ln>
          <a:effectLst>
            <a:outerShdw blurRad="406400" dist="419100" dir="114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6" name="圆角矩形 110"/>
          <p:cNvSpPr/>
          <p:nvPr userDrawn="1"/>
        </p:nvSpPr>
        <p:spPr>
          <a:xfrm>
            <a:off x="2423592" y="2899640"/>
            <a:ext cx="240015" cy="225971"/>
          </a:xfrm>
          <a:prstGeom prst="roundRect">
            <a:avLst>
              <a:gd name="adj" fmla="val 121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7" name="圆角矩形 88"/>
          <p:cNvSpPr/>
          <p:nvPr userDrawn="1"/>
        </p:nvSpPr>
        <p:spPr>
          <a:xfrm>
            <a:off x="1107895" y="706623"/>
            <a:ext cx="451632" cy="409118"/>
          </a:xfrm>
          <a:prstGeom prst="roundRect">
            <a:avLst>
              <a:gd name="adj" fmla="val 12418"/>
            </a:avLst>
          </a:prstGeom>
          <a:gradFill>
            <a:gsLst>
              <a:gs pos="0">
                <a:schemeClr val="accent1"/>
              </a:gs>
              <a:gs pos="100000">
                <a:schemeClr val="accent1">
                  <a:lumMod val="79000"/>
                  <a:lumOff val="21000"/>
                </a:schemeClr>
              </a:gs>
            </a:gsLst>
            <a:lin ang="13500000" scaled="1"/>
          </a:gradFill>
          <a:ln w="12700">
            <a:solidFill>
              <a:schemeClr val="bg1"/>
            </a:solidFill>
          </a:ln>
          <a:effectLst>
            <a:outerShdw blurRad="419100" dist="190500" dir="2700000" sx="90000" sy="9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8" name="圆角矩形 89"/>
          <p:cNvSpPr/>
          <p:nvPr userDrawn="1"/>
        </p:nvSpPr>
        <p:spPr>
          <a:xfrm>
            <a:off x="956916" y="1788792"/>
            <a:ext cx="1085700" cy="1110848"/>
          </a:xfrm>
          <a:prstGeom prst="roundRect">
            <a:avLst>
              <a:gd name="adj" fmla="val 152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1" name="圆角矩形 19"/>
          <p:cNvSpPr/>
          <p:nvPr userDrawn="1"/>
        </p:nvSpPr>
        <p:spPr>
          <a:xfrm>
            <a:off x="722088" y="2614483"/>
            <a:ext cx="581980" cy="582228"/>
          </a:xfrm>
          <a:prstGeom prst="roundRect">
            <a:avLst>
              <a:gd name="adj" fmla="val 21816"/>
            </a:avLst>
          </a:prstGeom>
          <a:solidFill>
            <a:schemeClr val="accent1"/>
          </a:soli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2" name="圆角矩形 84"/>
          <p:cNvSpPr/>
          <p:nvPr userDrawn="1"/>
        </p:nvSpPr>
        <p:spPr>
          <a:xfrm>
            <a:off x="2768463" y="565673"/>
            <a:ext cx="748190" cy="674114"/>
          </a:xfrm>
          <a:prstGeom prst="roundRect">
            <a:avLst>
              <a:gd name="adj" fmla="val 15972"/>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69900" dir="2700000" sx="90000" sy="90000" algn="tl" rotWithShape="0">
              <a:schemeClr val="tx1">
                <a:lumMod val="50000"/>
                <a:lumOff val="50000"/>
                <a:alpha val="5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3" name="圆角矩形 20"/>
          <p:cNvSpPr/>
          <p:nvPr userDrawn="1"/>
        </p:nvSpPr>
        <p:spPr>
          <a:xfrm>
            <a:off x="1503364" y="1104266"/>
            <a:ext cx="1275046" cy="1273414"/>
          </a:xfrm>
          <a:prstGeom prst="roundRect">
            <a:avLst>
              <a:gd name="adj" fmla="val 8669"/>
            </a:avLst>
          </a:prstGeom>
          <a:gradFill flip="none" rotWithShape="1">
            <a:gsLst>
              <a:gs pos="0">
                <a:schemeClr val="bg1"/>
              </a:gs>
              <a:gs pos="36000">
                <a:schemeClr val="bg1"/>
              </a:gs>
              <a:gs pos="100000">
                <a:schemeClr val="bg1">
                  <a:lumMod val="90000"/>
                </a:schemeClr>
              </a:gs>
            </a:gsLst>
            <a:lin ang="13500000" scaled="1"/>
            <a:tileRect/>
          </a:gradFill>
          <a:ln w="19050">
            <a:solidFill>
              <a:schemeClr val="bg1"/>
            </a:solidFill>
          </a:ln>
          <a:effectLst>
            <a:outerShdw blurRad="419100" dist="368300" dir="2700000" sx="90000" sy="90000" algn="tl" rotWithShape="0">
              <a:schemeClr val="tx1">
                <a:lumMod val="50000"/>
                <a:lumOff val="50000"/>
                <a:alpha val="4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4" name="圆角矩形 60"/>
          <p:cNvSpPr/>
          <p:nvPr userDrawn="1"/>
        </p:nvSpPr>
        <p:spPr>
          <a:xfrm>
            <a:off x="852595" y="451903"/>
            <a:ext cx="274388" cy="271246"/>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6" name="圆角矩形 83"/>
          <p:cNvSpPr/>
          <p:nvPr userDrawn="1"/>
        </p:nvSpPr>
        <p:spPr>
          <a:xfrm>
            <a:off x="2735901" y="2382001"/>
            <a:ext cx="548776" cy="542492"/>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pic>
        <p:nvPicPr>
          <p:cNvPr id="20" name="图片 19"/>
          <p:cNvPicPr>
            <a:picLocks noChangeAspect="1"/>
          </p:cNvPicPr>
          <p:nvPr userDrawn="1"/>
        </p:nvPicPr>
        <p:blipFill>
          <a:blip r:embed="rId2"/>
          <a:stretch>
            <a:fillRect/>
          </a:stretch>
        </p:blipFill>
        <p:spPr>
          <a:xfrm>
            <a:off x="1626129" y="1559095"/>
            <a:ext cx="1098927" cy="3468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64" presetClass="path" presetSubtype="0" decel="30000" fill="hold" grpId="1" nodeType="withEffect">
                                  <p:stCondLst>
                                    <p:cond delay="0"/>
                                  </p:stCondLst>
                                  <p:childTnLst>
                                    <p:animMotion origin="layout" path="M -4.58333E-6 0.03889 L -4.58333E-6 -0.14814 " pathEditMode="relative" rAng="0" ptsTypes="AA">
                                      <p:cBhvr>
                                        <p:cTn id="9" dur="750" spd="-100000" fill="hold"/>
                                        <p:tgtEl>
                                          <p:spTgt spid="13"/>
                                        </p:tgtEl>
                                        <p:attrNameLst>
                                          <p:attrName>ppt_x</p:attrName>
                                          <p:attrName>ppt_y</p:attrName>
                                        </p:attrNameLst>
                                      </p:cBhvr>
                                      <p:rCtr x="0" y="-9352"/>
                                    </p:animMotion>
                                  </p:childTnLst>
                                </p:cTn>
                              </p:par>
                              <p:par>
                                <p:cTn id="10" presetID="64" presetClass="path" presetSubtype="0" accel="30000" decel="30000" fill="hold" grpId="2" nodeType="withEffect">
                                  <p:stCondLst>
                                    <p:cond delay="750"/>
                                  </p:stCondLst>
                                  <p:childTnLst>
                                    <p:animMotion origin="layout" path="M -4.58333E-6 0.03843 L -4.58333E-6 -3.7037E-6 " pathEditMode="relative" rAng="0" ptsTypes="AA">
                                      <p:cBhvr>
                                        <p:cTn id="11" dur="750" fill="hold"/>
                                        <p:tgtEl>
                                          <p:spTgt spid="13"/>
                                        </p:tgtEl>
                                        <p:attrNameLst>
                                          <p:attrName>ppt_x</p:attrName>
                                          <p:attrName>ppt_y</p:attrName>
                                        </p:attrNameLst>
                                      </p:cBhvr>
                                      <p:rCtr x="0" y="-1921"/>
                                    </p:animMotion>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50"/>
                                        <p:tgtEl>
                                          <p:spTgt spid="5"/>
                                        </p:tgtEl>
                                      </p:cBhvr>
                                    </p:animEffect>
                                  </p:childTnLst>
                                </p:cTn>
                              </p:par>
                              <p:par>
                                <p:cTn id="15" presetID="63" presetClass="path" presetSubtype="0" decel="50000" fill="hold" grpId="1" nodeType="withEffect">
                                  <p:stCondLst>
                                    <p:cond delay="0"/>
                                  </p:stCondLst>
                                  <p:childTnLst>
                                    <p:animMotion origin="layout" path="M -0.01562 -3.7037E-6 L 0.11081 -3.7037E-6 " pathEditMode="relative" rAng="0" ptsTypes="AA">
                                      <p:cBhvr>
                                        <p:cTn id="16" dur="750" spd="-100000" fill="hold"/>
                                        <p:tgtEl>
                                          <p:spTgt spid="5"/>
                                        </p:tgtEl>
                                        <p:attrNameLst>
                                          <p:attrName>ppt_x</p:attrName>
                                          <p:attrName>ppt_y</p:attrName>
                                        </p:attrNameLst>
                                      </p:cBhvr>
                                      <p:rCtr x="6315" y="0"/>
                                    </p:animMotion>
                                  </p:childTnLst>
                                </p:cTn>
                              </p:par>
                              <p:par>
                                <p:cTn id="17" presetID="35" presetClass="path" presetSubtype="0" accel="50000" decel="50000" fill="hold" grpId="2" nodeType="withEffect">
                                  <p:stCondLst>
                                    <p:cond delay="750"/>
                                  </p:stCondLst>
                                  <p:childTnLst>
                                    <p:animMotion origin="layout" path="M -0.01562 -3.7037E-6 L -2.29167E-6 -3.7037E-6 " pathEditMode="relative" rAng="0" ptsTypes="AA">
                                      <p:cBhvr>
                                        <p:cTn id="18" dur="750" fill="hold"/>
                                        <p:tgtEl>
                                          <p:spTgt spid="5"/>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50"/>
                                        <p:tgtEl>
                                          <p:spTgt spid="8"/>
                                        </p:tgtEl>
                                      </p:cBhvr>
                                    </p:animEffect>
                                  </p:childTnLst>
                                </p:cTn>
                              </p:par>
                              <p:par>
                                <p:cTn id="22" presetID="63" presetClass="path" presetSubtype="0" decel="50000" fill="hold" grpId="1" nodeType="withEffect">
                                  <p:stCondLst>
                                    <p:cond delay="0"/>
                                  </p:stCondLst>
                                  <p:childTnLst>
                                    <p:animMotion origin="layout" path="M 0.01523 -3.7037E-6 L -0.10885 -3.7037E-6 " pathEditMode="relative" rAng="0" ptsTypes="AA">
                                      <p:cBhvr>
                                        <p:cTn id="23" dur="750" spd="-100000" fill="hold"/>
                                        <p:tgtEl>
                                          <p:spTgt spid="8"/>
                                        </p:tgtEl>
                                        <p:attrNameLst>
                                          <p:attrName>ppt_x</p:attrName>
                                          <p:attrName>ppt_y</p:attrName>
                                        </p:attrNameLst>
                                      </p:cBhvr>
                                      <p:rCtr x="-6211" y="0"/>
                                    </p:animMotion>
                                  </p:childTnLst>
                                </p:cTn>
                              </p:par>
                              <p:par>
                                <p:cTn id="24" presetID="35" presetClass="path" presetSubtype="0" accel="50000" decel="50000" fill="hold" grpId="2" nodeType="withEffect">
                                  <p:stCondLst>
                                    <p:cond delay="750"/>
                                  </p:stCondLst>
                                  <p:childTnLst>
                                    <p:animMotion origin="layout" path="M 0.01601 -3.7037E-6 L 8.33333E-7 -3.7037E-6 " pathEditMode="relative" rAng="0" ptsTypes="AA">
                                      <p:cBhvr>
                                        <p:cTn id="25" dur="750" fill="hold"/>
                                        <p:tgtEl>
                                          <p:spTgt spid="8"/>
                                        </p:tgtEl>
                                        <p:attrNameLst>
                                          <p:attrName>ppt_x</p:attrName>
                                          <p:attrName>ppt_y</p:attrName>
                                        </p:attrNameLst>
                                      </p:cBhvr>
                                      <p:rCtr x="-807" y="0"/>
                                    </p:animMotion>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750"/>
                                        <p:tgtEl>
                                          <p:spTgt spid="12"/>
                                        </p:tgtEl>
                                      </p:cBhvr>
                                    </p:animEffect>
                                  </p:childTnLst>
                                </p:cTn>
                              </p:par>
                              <p:par>
                                <p:cTn id="29" presetID="63" presetClass="path" presetSubtype="0" decel="50000" fill="hold" grpId="1" nodeType="withEffect">
                                  <p:stCondLst>
                                    <p:cond delay="0"/>
                                  </p:stCondLst>
                                  <p:childTnLst>
                                    <p:animMotion origin="layout" path="M 0.01523 -3.7037E-6 L -0.10885 -3.7037E-6 " pathEditMode="relative" rAng="0" ptsTypes="AA">
                                      <p:cBhvr>
                                        <p:cTn id="30" dur="750" spd="-100000" fill="hold"/>
                                        <p:tgtEl>
                                          <p:spTgt spid="12"/>
                                        </p:tgtEl>
                                        <p:attrNameLst>
                                          <p:attrName>ppt_x</p:attrName>
                                          <p:attrName>ppt_y</p:attrName>
                                        </p:attrNameLst>
                                      </p:cBhvr>
                                      <p:rCtr x="-6211" y="0"/>
                                    </p:animMotion>
                                  </p:childTnLst>
                                </p:cTn>
                              </p:par>
                              <p:par>
                                <p:cTn id="31" presetID="35" presetClass="path" presetSubtype="0" accel="50000" decel="50000" fill="hold" grpId="2" nodeType="withEffect">
                                  <p:stCondLst>
                                    <p:cond delay="750"/>
                                  </p:stCondLst>
                                  <p:childTnLst>
                                    <p:animMotion origin="layout" path="M 0.01601 -3.7037E-6 L 8.33333E-7 -3.7037E-6 " pathEditMode="relative" rAng="0" ptsTypes="AA">
                                      <p:cBhvr>
                                        <p:cTn id="32" dur="750" fill="hold"/>
                                        <p:tgtEl>
                                          <p:spTgt spid="12"/>
                                        </p:tgtEl>
                                        <p:attrNameLst>
                                          <p:attrName>ppt_x</p:attrName>
                                          <p:attrName>ppt_y</p:attrName>
                                        </p:attrNameLst>
                                      </p:cBhvr>
                                      <p:rCtr x="-807" y="0"/>
                                    </p:animMotion>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42" presetClass="path" presetSubtype="0" decel="30000" fill="hold" grpId="1" nodeType="withEffect">
                                  <p:stCondLst>
                                    <p:cond delay="0"/>
                                  </p:stCondLst>
                                  <p:childTnLst>
                                    <p:animMotion origin="layout" path="M 3.125E-6 -0.03981 L 3.125E-6 0.14815 " pathEditMode="relative" rAng="0" ptsTypes="AA">
                                      <p:cBhvr>
                                        <p:cTn id="37" dur="750" spd="-100000" fill="hold"/>
                                        <p:tgtEl>
                                          <p:spTgt spid="14"/>
                                        </p:tgtEl>
                                        <p:attrNameLst>
                                          <p:attrName>ppt_x</p:attrName>
                                          <p:attrName>ppt_y</p:attrName>
                                        </p:attrNameLst>
                                      </p:cBhvr>
                                      <p:rCtr x="0" y="9398"/>
                                    </p:animMotion>
                                  </p:childTnLst>
                                </p:cTn>
                              </p:par>
                              <p:par>
                                <p:cTn id="38" presetID="42" presetClass="path" presetSubtype="0" accel="30000" decel="30000" fill="hold" grpId="2" nodeType="withEffect">
                                  <p:stCondLst>
                                    <p:cond delay="750"/>
                                  </p:stCondLst>
                                  <p:childTnLst>
                                    <p:animMotion origin="layout" path="M 3.125E-6 -0.03981 L 3.125E-6 -3.7037E-6 " pathEditMode="relative" rAng="0" ptsTypes="AA">
                                      <p:cBhvr>
                                        <p:cTn id="39" dur="750" fill="hold"/>
                                        <p:tgtEl>
                                          <p:spTgt spid="14"/>
                                        </p:tgtEl>
                                        <p:attrNameLst>
                                          <p:attrName>ppt_x</p:attrName>
                                          <p:attrName>ppt_y</p:attrName>
                                        </p:attrNameLst>
                                      </p:cBhvr>
                                      <p:rCtr x="0" y="1991"/>
                                    </p:animMotion>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750"/>
                                        <p:tgtEl>
                                          <p:spTgt spid="11"/>
                                        </p:tgtEl>
                                      </p:cBhvr>
                                    </p:animEffect>
                                  </p:childTnLst>
                                </p:cTn>
                              </p:par>
                              <p:par>
                                <p:cTn id="43" presetID="63" presetClass="path" presetSubtype="0" decel="50000" fill="hold" grpId="1" nodeType="withEffect">
                                  <p:stCondLst>
                                    <p:cond delay="0"/>
                                  </p:stCondLst>
                                  <p:childTnLst>
                                    <p:animMotion origin="layout" path="M -0.01562 -3.7037E-6 L 0.11081 -3.7037E-6 " pathEditMode="relative" rAng="0" ptsTypes="AA">
                                      <p:cBhvr>
                                        <p:cTn id="44" dur="750" spd="-100000" fill="hold"/>
                                        <p:tgtEl>
                                          <p:spTgt spid="11"/>
                                        </p:tgtEl>
                                        <p:attrNameLst>
                                          <p:attrName>ppt_x</p:attrName>
                                          <p:attrName>ppt_y</p:attrName>
                                        </p:attrNameLst>
                                      </p:cBhvr>
                                      <p:rCtr x="6315" y="0"/>
                                    </p:animMotion>
                                  </p:childTnLst>
                                </p:cTn>
                              </p:par>
                              <p:par>
                                <p:cTn id="45" presetID="35" presetClass="path" presetSubtype="0" accel="50000" decel="50000" fill="hold" grpId="2" nodeType="withEffect">
                                  <p:stCondLst>
                                    <p:cond delay="750"/>
                                  </p:stCondLst>
                                  <p:childTnLst>
                                    <p:animMotion origin="layout" path="M -0.01562 -3.7037E-6 L -2.29167E-6 -3.7037E-6 " pathEditMode="relative" rAng="0" ptsTypes="AA">
                                      <p:cBhvr>
                                        <p:cTn id="46" dur="750" fill="hold"/>
                                        <p:tgtEl>
                                          <p:spTgt spid="11"/>
                                        </p:tgtEl>
                                        <p:attrNameLst>
                                          <p:attrName>ppt_x</p:attrName>
                                          <p:attrName>ppt_y</p:attrName>
                                        </p:attrNameLst>
                                      </p:cBhvr>
                                      <p:rCtr x="781" y="0"/>
                                    </p:animMotion>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64" presetClass="path" presetSubtype="0" decel="30000" fill="hold" grpId="1" nodeType="withEffect">
                                  <p:stCondLst>
                                    <p:cond delay="0"/>
                                  </p:stCondLst>
                                  <p:childTnLst>
                                    <p:animMotion origin="layout" path="M -4.58333E-6 0.03889 L -4.58333E-6 -0.14814 " pathEditMode="relative" rAng="0" ptsTypes="AA">
                                      <p:cBhvr>
                                        <p:cTn id="51" dur="750" spd="-100000" fill="hold"/>
                                        <p:tgtEl>
                                          <p:spTgt spid="16"/>
                                        </p:tgtEl>
                                        <p:attrNameLst>
                                          <p:attrName>ppt_x</p:attrName>
                                          <p:attrName>ppt_y</p:attrName>
                                        </p:attrNameLst>
                                      </p:cBhvr>
                                      <p:rCtr x="0" y="-9352"/>
                                    </p:animMotion>
                                  </p:childTnLst>
                                </p:cTn>
                              </p:par>
                              <p:par>
                                <p:cTn id="52" presetID="64" presetClass="path" presetSubtype="0" accel="30000" decel="30000" fill="hold" grpId="2" nodeType="withEffect">
                                  <p:stCondLst>
                                    <p:cond delay="750"/>
                                  </p:stCondLst>
                                  <p:childTnLst>
                                    <p:animMotion origin="layout" path="M -4.58333E-6 0.03843 L -4.58333E-6 -3.7037E-6 " pathEditMode="relative" rAng="0" ptsTypes="AA">
                                      <p:cBhvr>
                                        <p:cTn id="53" dur="750" fill="hold"/>
                                        <p:tgtEl>
                                          <p:spTgt spid="16"/>
                                        </p:tgtEl>
                                        <p:attrNameLst>
                                          <p:attrName>ppt_x</p:attrName>
                                          <p:attrName>ppt_y</p:attrName>
                                        </p:attrNameLst>
                                      </p:cBhvr>
                                      <p:rCtr x="0" y="-1921"/>
                                    </p:animMotion>
                                  </p:childTnLst>
                                </p:cTn>
                              </p:par>
                            </p:childTnLst>
                          </p:cTn>
                        </p:par>
                        <p:par>
                          <p:cTn id="54" fill="hold">
                            <p:stCondLst>
                              <p:cond delay="500"/>
                            </p:stCondLst>
                            <p:childTnLst>
                              <p:par>
                                <p:cTn id="55" presetID="10" presetClass="entr" presetSubtype="0" fill="hold" nodeType="after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fade">
                                      <p:cBhvr>
                                        <p:cTn id="60" dur="500"/>
                                        <p:tgtEl>
                                          <p:spTgt spid="6"/>
                                        </p:tgtEl>
                                      </p:cBhvr>
                                    </p:animEffect>
                                  </p:childTnLst>
                                </p:cTn>
                              </p:par>
                            </p:childTnLst>
                          </p:cTn>
                        </p:par>
                        <p:par>
                          <p:cTn id="61" fill="hold">
                            <p:stCondLst>
                              <p:cond delay="1000"/>
                            </p:stCondLst>
                            <p:childTnLst>
                              <p:par>
                                <p:cTn id="62" presetID="10" presetClass="entr" presetSubtype="0" fill="hold" grpId="0" nodeType="after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fade">
                                      <p:cBhvr>
                                        <p:cTn id="6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6" grpId="0" animBg="1"/>
      <p:bldP spid="7" grpId="0" animBg="1"/>
      <p:bldP spid="8" grpId="0" animBg="1"/>
      <p:bldP spid="8" grpId="1" animBg="1"/>
      <p:bldP spid="8" grpId="2" animBg="1"/>
      <p:bldP spid="11" grpId="0" animBg="1"/>
      <p:bldP spid="11" grpId="1" animBg="1"/>
      <p:bldP spid="11" grpId="2" animBg="1"/>
      <p:bldP spid="12" grpId="0" animBg="1"/>
      <p:bldP spid="12" grpId="1" animBg="1"/>
      <p:bldP spid="12" grpId="2" animBg="1"/>
      <p:bldP spid="13" grpId="0" animBg="1"/>
      <p:bldP spid="13" grpId="1" animBg="1"/>
      <p:bldP spid="13" grpId="2" animBg="1"/>
      <p:bldP spid="14" grpId="0" animBg="1"/>
      <p:bldP spid="14" grpId="1" animBg="1"/>
      <p:bldP spid="14" grpId="2" animBg="1"/>
      <p:bldP spid="16" grpId="0" animBg="1"/>
      <p:bldP spid="16" grpId="1" animBg="1"/>
      <p:bldP spid="16" grpId="2"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aption">
    <p:spTree>
      <p:nvGrpSpPr>
        <p:cNvPr id="1" name="Shape 28"/>
        <p:cNvGrpSpPr/>
        <p:nvPr/>
      </p:nvGrpSpPr>
      <p:grpSpPr>
        <a:xfrm>
          <a:off x="0" y="0"/>
          <a:ext cx="0" cy="0"/>
          <a:chOff x="0" y="0"/>
          <a:chExt cx="0" cy="0"/>
        </a:xfrm>
      </p:grpSpPr>
      <p:sp>
        <p:nvSpPr>
          <p:cNvPr id="29" name="Shape 29"/>
          <p:cNvSpPr/>
          <p:nvPr/>
        </p:nvSpPr>
        <p:spPr>
          <a:xfrm>
            <a:off x="0" y="0"/>
            <a:ext cx="12192000" cy="6857999"/>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609600" y="3509631"/>
            <a:ext cx="10972800" cy="2043600"/>
          </a:xfrm>
          <a:prstGeom prst="rect">
            <a:avLst/>
          </a:prstGeom>
        </p:spPr>
        <p:txBody>
          <a:bodyPr lIns="91425" tIns="91425" rIns="91425" bIns="91425" anchor="ctr" anchorCtr="0"/>
          <a:lstStyle>
            <a:lvl1pPr algn="ctr">
              <a:spcBef>
                <a:spcPts val="0"/>
              </a:spcBef>
              <a:buClr>
                <a:schemeClr val="lt1"/>
              </a:buClr>
              <a:buSzPct val="100000"/>
              <a:buNone/>
              <a:defRPr sz="6000">
                <a:solidFill>
                  <a:schemeClr val="lt1"/>
                </a:solidFill>
              </a:defRPr>
            </a:lvl1pPr>
          </a:lstStyle>
          <a:p>
            <a:endParaRPr dirty="0"/>
          </a:p>
        </p:txBody>
      </p:sp>
      <p:sp>
        <p:nvSpPr>
          <p:cNvPr id="5" name="圆角矩形 107"/>
          <p:cNvSpPr/>
          <p:nvPr userDrawn="1"/>
        </p:nvSpPr>
        <p:spPr>
          <a:xfrm>
            <a:off x="2252995" y="1508721"/>
            <a:ext cx="944122" cy="447598"/>
          </a:xfrm>
          <a:prstGeom prst="roundRect">
            <a:avLst>
              <a:gd name="adj" fmla="val 15229"/>
            </a:avLst>
          </a:prstGeom>
          <a:solidFill>
            <a:schemeClr val="accent1"/>
          </a:solidFill>
          <a:ln w="19050">
            <a:solidFill>
              <a:schemeClr val="bg1"/>
            </a:solidFill>
          </a:ln>
          <a:effectLst>
            <a:outerShdw blurRad="406400" dist="419100" dir="114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6" name="圆角矩形 110"/>
          <p:cNvSpPr/>
          <p:nvPr userDrawn="1"/>
        </p:nvSpPr>
        <p:spPr>
          <a:xfrm>
            <a:off x="2423592" y="2899640"/>
            <a:ext cx="240015" cy="225971"/>
          </a:xfrm>
          <a:prstGeom prst="roundRect">
            <a:avLst>
              <a:gd name="adj" fmla="val 121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7" name="圆角矩形 88"/>
          <p:cNvSpPr/>
          <p:nvPr userDrawn="1"/>
        </p:nvSpPr>
        <p:spPr>
          <a:xfrm>
            <a:off x="1107895" y="706623"/>
            <a:ext cx="451632" cy="409118"/>
          </a:xfrm>
          <a:prstGeom prst="roundRect">
            <a:avLst>
              <a:gd name="adj" fmla="val 12418"/>
            </a:avLst>
          </a:prstGeom>
          <a:gradFill>
            <a:gsLst>
              <a:gs pos="0">
                <a:schemeClr val="accent1"/>
              </a:gs>
              <a:gs pos="100000">
                <a:schemeClr val="accent1">
                  <a:lumMod val="79000"/>
                  <a:lumOff val="21000"/>
                </a:schemeClr>
              </a:gs>
            </a:gsLst>
            <a:lin ang="13500000" scaled="1"/>
          </a:gradFill>
          <a:ln w="12700">
            <a:solidFill>
              <a:schemeClr val="bg1"/>
            </a:solidFill>
          </a:ln>
          <a:effectLst>
            <a:outerShdw blurRad="419100" dist="190500" dir="2700000" sx="90000" sy="9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8" name="圆角矩形 89"/>
          <p:cNvSpPr/>
          <p:nvPr userDrawn="1"/>
        </p:nvSpPr>
        <p:spPr>
          <a:xfrm>
            <a:off x="956916" y="1788792"/>
            <a:ext cx="1085700" cy="1110848"/>
          </a:xfrm>
          <a:prstGeom prst="roundRect">
            <a:avLst>
              <a:gd name="adj" fmla="val 152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1" name="圆角矩形 19"/>
          <p:cNvSpPr/>
          <p:nvPr userDrawn="1"/>
        </p:nvSpPr>
        <p:spPr>
          <a:xfrm>
            <a:off x="722088" y="2614483"/>
            <a:ext cx="581980" cy="582228"/>
          </a:xfrm>
          <a:prstGeom prst="roundRect">
            <a:avLst>
              <a:gd name="adj" fmla="val 21816"/>
            </a:avLst>
          </a:prstGeom>
          <a:solidFill>
            <a:schemeClr val="accent1"/>
          </a:soli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2" name="圆角矩形 84"/>
          <p:cNvSpPr/>
          <p:nvPr userDrawn="1"/>
        </p:nvSpPr>
        <p:spPr>
          <a:xfrm>
            <a:off x="2768463" y="565673"/>
            <a:ext cx="748190" cy="674114"/>
          </a:xfrm>
          <a:prstGeom prst="roundRect">
            <a:avLst>
              <a:gd name="adj" fmla="val 15972"/>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69900" dir="2700000" sx="90000" sy="90000" algn="tl" rotWithShape="0">
              <a:schemeClr val="tx1">
                <a:lumMod val="50000"/>
                <a:lumOff val="50000"/>
                <a:alpha val="5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3" name="圆角矩形 20"/>
          <p:cNvSpPr/>
          <p:nvPr userDrawn="1"/>
        </p:nvSpPr>
        <p:spPr>
          <a:xfrm>
            <a:off x="1503364" y="1104266"/>
            <a:ext cx="1275046" cy="1273414"/>
          </a:xfrm>
          <a:prstGeom prst="roundRect">
            <a:avLst>
              <a:gd name="adj" fmla="val 8669"/>
            </a:avLst>
          </a:prstGeom>
          <a:gradFill flip="none" rotWithShape="1">
            <a:gsLst>
              <a:gs pos="0">
                <a:schemeClr val="bg1"/>
              </a:gs>
              <a:gs pos="36000">
                <a:schemeClr val="bg1"/>
              </a:gs>
              <a:gs pos="100000">
                <a:schemeClr val="bg1">
                  <a:lumMod val="90000"/>
                </a:schemeClr>
              </a:gs>
            </a:gsLst>
            <a:lin ang="13500000" scaled="1"/>
            <a:tileRect/>
          </a:gradFill>
          <a:ln w="19050">
            <a:solidFill>
              <a:schemeClr val="bg1"/>
            </a:solidFill>
          </a:ln>
          <a:effectLst>
            <a:outerShdw blurRad="419100" dist="368300" dir="2700000" sx="90000" sy="90000" algn="tl" rotWithShape="0">
              <a:schemeClr val="tx1">
                <a:lumMod val="50000"/>
                <a:lumOff val="50000"/>
                <a:alpha val="4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4" name="圆角矩形 60"/>
          <p:cNvSpPr/>
          <p:nvPr userDrawn="1"/>
        </p:nvSpPr>
        <p:spPr>
          <a:xfrm>
            <a:off x="852595" y="451903"/>
            <a:ext cx="274388" cy="271246"/>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6" name="圆角矩形 83"/>
          <p:cNvSpPr/>
          <p:nvPr userDrawn="1"/>
        </p:nvSpPr>
        <p:spPr>
          <a:xfrm>
            <a:off x="2735901" y="2382001"/>
            <a:ext cx="548776" cy="542492"/>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64" presetClass="path" presetSubtype="0" decel="30000" fill="hold" grpId="1" nodeType="withEffect">
                                  <p:stCondLst>
                                    <p:cond delay="0"/>
                                  </p:stCondLst>
                                  <p:childTnLst>
                                    <p:animMotion origin="layout" path="M -4.58333E-6 0.03889 L -4.58333E-6 -0.14814 " pathEditMode="relative" rAng="0" ptsTypes="AA">
                                      <p:cBhvr>
                                        <p:cTn id="9" dur="750" spd="-100000" fill="hold"/>
                                        <p:tgtEl>
                                          <p:spTgt spid="13"/>
                                        </p:tgtEl>
                                        <p:attrNameLst>
                                          <p:attrName>ppt_x</p:attrName>
                                          <p:attrName>ppt_y</p:attrName>
                                        </p:attrNameLst>
                                      </p:cBhvr>
                                      <p:rCtr x="0" y="-9352"/>
                                    </p:animMotion>
                                  </p:childTnLst>
                                </p:cTn>
                              </p:par>
                              <p:par>
                                <p:cTn id="10" presetID="64" presetClass="path" presetSubtype="0" accel="30000" decel="30000" fill="hold" grpId="2" nodeType="withEffect">
                                  <p:stCondLst>
                                    <p:cond delay="750"/>
                                  </p:stCondLst>
                                  <p:childTnLst>
                                    <p:animMotion origin="layout" path="M -4.58333E-6 0.03843 L -4.58333E-6 -3.7037E-6 " pathEditMode="relative" rAng="0" ptsTypes="AA">
                                      <p:cBhvr>
                                        <p:cTn id="11" dur="750" fill="hold"/>
                                        <p:tgtEl>
                                          <p:spTgt spid="13"/>
                                        </p:tgtEl>
                                        <p:attrNameLst>
                                          <p:attrName>ppt_x</p:attrName>
                                          <p:attrName>ppt_y</p:attrName>
                                        </p:attrNameLst>
                                      </p:cBhvr>
                                      <p:rCtr x="0" y="-1921"/>
                                    </p:animMotion>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50"/>
                                        <p:tgtEl>
                                          <p:spTgt spid="5"/>
                                        </p:tgtEl>
                                      </p:cBhvr>
                                    </p:animEffect>
                                  </p:childTnLst>
                                </p:cTn>
                              </p:par>
                              <p:par>
                                <p:cTn id="15" presetID="63" presetClass="path" presetSubtype="0" decel="50000" fill="hold" grpId="1" nodeType="withEffect">
                                  <p:stCondLst>
                                    <p:cond delay="0"/>
                                  </p:stCondLst>
                                  <p:childTnLst>
                                    <p:animMotion origin="layout" path="M -0.01562 -3.7037E-6 L 0.11081 -3.7037E-6 " pathEditMode="relative" rAng="0" ptsTypes="AA">
                                      <p:cBhvr>
                                        <p:cTn id="16" dur="750" spd="-100000" fill="hold"/>
                                        <p:tgtEl>
                                          <p:spTgt spid="5"/>
                                        </p:tgtEl>
                                        <p:attrNameLst>
                                          <p:attrName>ppt_x</p:attrName>
                                          <p:attrName>ppt_y</p:attrName>
                                        </p:attrNameLst>
                                      </p:cBhvr>
                                      <p:rCtr x="6315" y="0"/>
                                    </p:animMotion>
                                  </p:childTnLst>
                                </p:cTn>
                              </p:par>
                              <p:par>
                                <p:cTn id="17" presetID="35" presetClass="path" presetSubtype="0" accel="50000" decel="50000" fill="hold" grpId="2" nodeType="withEffect">
                                  <p:stCondLst>
                                    <p:cond delay="750"/>
                                  </p:stCondLst>
                                  <p:childTnLst>
                                    <p:animMotion origin="layout" path="M -0.01562 -3.7037E-6 L -2.29167E-6 -3.7037E-6 " pathEditMode="relative" rAng="0" ptsTypes="AA">
                                      <p:cBhvr>
                                        <p:cTn id="18" dur="750" fill="hold"/>
                                        <p:tgtEl>
                                          <p:spTgt spid="5"/>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50"/>
                                        <p:tgtEl>
                                          <p:spTgt spid="8"/>
                                        </p:tgtEl>
                                      </p:cBhvr>
                                    </p:animEffect>
                                  </p:childTnLst>
                                </p:cTn>
                              </p:par>
                              <p:par>
                                <p:cTn id="22" presetID="63" presetClass="path" presetSubtype="0" decel="50000" fill="hold" grpId="1" nodeType="withEffect">
                                  <p:stCondLst>
                                    <p:cond delay="0"/>
                                  </p:stCondLst>
                                  <p:childTnLst>
                                    <p:animMotion origin="layout" path="M 0.01523 -3.7037E-6 L -0.10885 -3.7037E-6 " pathEditMode="relative" rAng="0" ptsTypes="AA">
                                      <p:cBhvr>
                                        <p:cTn id="23" dur="750" spd="-100000" fill="hold"/>
                                        <p:tgtEl>
                                          <p:spTgt spid="8"/>
                                        </p:tgtEl>
                                        <p:attrNameLst>
                                          <p:attrName>ppt_x</p:attrName>
                                          <p:attrName>ppt_y</p:attrName>
                                        </p:attrNameLst>
                                      </p:cBhvr>
                                      <p:rCtr x="-6211" y="0"/>
                                    </p:animMotion>
                                  </p:childTnLst>
                                </p:cTn>
                              </p:par>
                              <p:par>
                                <p:cTn id="24" presetID="35" presetClass="path" presetSubtype="0" accel="50000" decel="50000" fill="hold" grpId="2" nodeType="withEffect">
                                  <p:stCondLst>
                                    <p:cond delay="750"/>
                                  </p:stCondLst>
                                  <p:childTnLst>
                                    <p:animMotion origin="layout" path="M 0.01601 -3.7037E-6 L 8.33333E-7 -3.7037E-6 " pathEditMode="relative" rAng="0" ptsTypes="AA">
                                      <p:cBhvr>
                                        <p:cTn id="25" dur="750" fill="hold"/>
                                        <p:tgtEl>
                                          <p:spTgt spid="8"/>
                                        </p:tgtEl>
                                        <p:attrNameLst>
                                          <p:attrName>ppt_x</p:attrName>
                                          <p:attrName>ppt_y</p:attrName>
                                        </p:attrNameLst>
                                      </p:cBhvr>
                                      <p:rCtr x="-807" y="0"/>
                                    </p:animMotion>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750"/>
                                        <p:tgtEl>
                                          <p:spTgt spid="12"/>
                                        </p:tgtEl>
                                      </p:cBhvr>
                                    </p:animEffect>
                                  </p:childTnLst>
                                </p:cTn>
                              </p:par>
                              <p:par>
                                <p:cTn id="29" presetID="63" presetClass="path" presetSubtype="0" decel="50000" fill="hold" grpId="1" nodeType="withEffect">
                                  <p:stCondLst>
                                    <p:cond delay="0"/>
                                  </p:stCondLst>
                                  <p:childTnLst>
                                    <p:animMotion origin="layout" path="M 0.01523 -3.7037E-6 L -0.10885 -3.7037E-6 " pathEditMode="relative" rAng="0" ptsTypes="AA">
                                      <p:cBhvr>
                                        <p:cTn id="30" dur="750" spd="-100000" fill="hold"/>
                                        <p:tgtEl>
                                          <p:spTgt spid="12"/>
                                        </p:tgtEl>
                                        <p:attrNameLst>
                                          <p:attrName>ppt_x</p:attrName>
                                          <p:attrName>ppt_y</p:attrName>
                                        </p:attrNameLst>
                                      </p:cBhvr>
                                      <p:rCtr x="-6211" y="0"/>
                                    </p:animMotion>
                                  </p:childTnLst>
                                </p:cTn>
                              </p:par>
                              <p:par>
                                <p:cTn id="31" presetID="35" presetClass="path" presetSubtype="0" accel="50000" decel="50000" fill="hold" grpId="2" nodeType="withEffect">
                                  <p:stCondLst>
                                    <p:cond delay="750"/>
                                  </p:stCondLst>
                                  <p:childTnLst>
                                    <p:animMotion origin="layout" path="M 0.01601 -3.7037E-6 L 8.33333E-7 -3.7037E-6 " pathEditMode="relative" rAng="0" ptsTypes="AA">
                                      <p:cBhvr>
                                        <p:cTn id="32" dur="750" fill="hold"/>
                                        <p:tgtEl>
                                          <p:spTgt spid="12"/>
                                        </p:tgtEl>
                                        <p:attrNameLst>
                                          <p:attrName>ppt_x</p:attrName>
                                          <p:attrName>ppt_y</p:attrName>
                                        </p:attrNameLst>
                                      </p:cBhvr>
                                      <p:rCtr x="-807" y="0"/>
                                    </p:animMotion>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42" presetClass="path" presetSubtype="0" decel="30000" fill="hold" grpId="1" nodeType="withEffect">
                                  <p:stCondLst>
                                    <p:cond delay="0"/>
                                  </p:stCondLst>
                                  <p:childTnLst>
                                    <p:animMotion origin="layout" path="M 3.125E-6 -0.03981 L 3.125E-6 0.14815 " pathEditMode="relative" rAng="0" ptsTypes="AA">
                                      <p:cBhvr>
                                        <p:cTn id="37" dur="750" spd="-100000" fill="hold"/>
                                        <p:tgtEl>
                                          <p:spTgt spid="14"/>
                                        </p:tgtEl>
                                        <p:attrNameLst>
                                          <p:attrName>ppt_x</p:attrName>
                                          <p:attrName>ppt_y</p:attrName>
                                        </p:attrNameLst>
                                      </p:cBhvr>
                                      <p:rCtr x="0" y="9398"/>
                                    </p:animMotion>
                                  </p:childTnLst>
                                </p:cTn>
                              </p:par>
                              <p:par>
                                <p:cTn id="38" presetID="42" presetClass="path" presetSubtype="0" accel="30000" decel="30000" fill="hold" grpId="2" nodeType="withEffect">
                                  <p:stCondLst>
                                    <p:cond delay="750"/>
                                  </p:stCondLst>
                                  <p:childTnLst>
                                    <p:animMotion origin="layout" path="M 3.125E-6 -0.03981 L 3.125E-6 -3.7037E-6 " pathEditMode="relative" rAng="0" ptsTypes="AA">
                                      <p:cBhvr>
                                        <p:cTn id="39" dur="750" fill="hold"/>
                                        <p:tgtEl>
                                          <p:spTgt spid="14"/>
                                        </p:tgtEl>
                                        <p:attrNameLst>
                                          <p:attrName>ppt_x</p:attrName>
                                          <p:attrName>ppt_y</p:attrName>
                                        </p:attrNameLst>
                                      </p:cBhvr>
                                      <p:rCtr x="0" y="1991"/>
                                    </p:animMotion>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750"/>
                                        <p:tgtEl>
                                          <p:spTgt spid="11"/>
                                        </p:tgtEl>
                                      </p:cBhvr>
                                    </p:animEffect>
                                  </p:childTnLst>
                                </p:cTn>
                              </p:par>
                              <p:par>
                                <p:cTn id="43" presetID="63" presetClass="path" presetSubtype="0" decel="50000" fill="hold" grpId="1" nodeType="withEffect">
                                  <p:stCondLst>
                                    <p:cond delay="0"/>
                                  </p:stCondLst>
                                  <p:childTnLst>
                                    <p:animMotion origin="layout" path="M -0.01562 -3.7037E-6 L 0.11081 -3.7037E-6 " pathEditMode="relative" rAng="0" ptsTypes="AA">
                                      <p:cBhvr>
                                        <p:cTn id="44" dur="750" spd="-100000" fill="hold"/>
                                        <p:tgtEl>
                                          <p:spTgt spid="11"/>
                                        </p:tgtEl>
                                        <p:attrNameLst>
                                          <p:attrName>ppt_x</p:attrName>
                                          <p:attrName>ppt_y</p:attrName>
                                        </p:attrNameLst>
                                      </p:cBhvr>
                                      <p:rCtr x="6315" y="0"/>
                                    </p:animMotion>
                                  </p:childTnLst>
                                </p:cTn>
                              </p:par>
                              <p:par>
                                <p:cTn id="45" presetID="35" presetClass="path" presetSubtype="0" accel="50000" decel="50000" fill="hold" grpId="2" nodeType="withEffect">
                                  <p:stCondLst>
                                    <p:cond delay="750"/>
                                  </p:stCondLst>
                                  <p:childTnLst>
                                    <p:animMotion origin="layout" path="M -0.01562 -3.7037E-6 L -2.29167E-6 -3.7037E-6 " pathEditMode="relative" rAng="0" ptsTypes="AA">
                                      <p:cBhvr>
                                        <p:cTn id="46" dur="750" fill="hold"/>
                                        <p:tgtEl>
                                          <p:spTgt spid="11"/>
                                        </p:tgtEl>
                                        <p:attrNameLst>
                                          <p:attrName>ppt_x</p:attrName>
                                          <p:attrName>ppt_y</p:attrName>
                                        </p:attrNameLst>
                                      </p:cBhvr>
                                      <p:rCtr x="781" y="0"/>
                                    </p:animMotion>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64" presetClass="path" presetSubtype="0" decel="30000" fill="hold" grpId="1" nodeType="withEffect">
                                  <p:stCondLst>
                                    <p:cond delay="0"/>
                                  </p:stCondLst>
                                  <p:childTnLst>
                                    <p:animMotion origin="layout" path="M -4.58333E-6 0.03889 L -4.58333E-6 -0.14814 " pathEditMode="relative" rAng="0" ptsTypes="AA">
                                      <p:cBhvr>
                                        <p:cTn id="51" dur="750" spd="-100000" fill="hold"/>
                                        <p:tgtEl>
                                          <p:spTgt spid="16"/>
                                        </p:tgtEl>
                                        <p:attrNameLst>
                                          <p:attrName>ppt_x</p:attrName>
                                          <p:attrName>ppt_y</p:attrName>
                                        </p:attrNameLst>
                                      </p:cBhvr>
                                      <p:rCtr x="0" y="-9352"/>
                                    </p:animMotion>
                                  </p:childTnLst>
                                </p:cTn>
                              </p:par>
                              <p:par>
                                <p:cTn id="52" presetID="64" presetClass="path" presetSubtype="0" accel="30000" decel="30000" fill="hold" grpId="2" nodeType="withEffect">
                                  <p:stCondLst>
                                    <p:cond delay="750"/>
                                  </p:stCondLst>
                                  <p:childTnLst>
                                    <p:animMotion origin="layout" path="M -4.58333E-6 0.03843 L -4.58333E-6 -3.7037E-6 " pathEditMode="relative" rAng="0" ptsTypes="AA">
                                      <p:cBhvr>
                                        <p:cTn id="53" dur="750" fill="hold"/>
                                        <p:tgtEl>
                                          <p:spTgt spid="16"/>
                                        </p:tgtEl>
                                        <p:attrNameLst>
                                          <p:attrName>ppt_x</p:attrName>
                                          <p:attrName>ppt_y</p:attrName>
                                        </p:attrNameLst>
                                      </p:cBhvr>
                                      <p:rCtr x="0" y="-1921"/>
                                    </p:animMotion>
                                  </p:childTnLst>
                                </p:cTn>
                              </p:par>
                              <p:par>
                                <p:cTn id="54" presetID="10" presetClass="entr" presetSubtype="0" fill="hold" grpId="0" nodeType="with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childTnLst>
                          </p:cTn>
                        </p:par>
                        <p:par>
                          <p:cTn id="57"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6" grpId="0" animBg="1"/>
      <p:bldP spid="7" grpId="0" animBg="1"/>
      <p:bldP spid="8" grpId="0" animBg="1"/>
      <p:bldP spid="8" grpId="1" animBg="1"/>
      <p:bldP spid="8" grpId="2" animBg="1"/>
      <p:bldP spid="11" grpId="0" animBg="1"/>
      <p:bldP spid="11" grpId="1" animBg="1"/>
      <p:bldP spid="11" grpId="2" animBg="1"/>
      <p:bldP spid="12" grpId="0" animBg="1"/>
      <p:bldP spid="12" grpId="1" animBg="1"/>
      <p:bldP spid="12" grpId="2" animBg="1"/>
      <p:bldP spid="13" grpId="0" animBg="1"/>
      <p:bldP spid="13" grpId="1" animBg="1"/>
      <p:bldP spid="13" grpId="2" animBg="1"/>
      <p:bldP spid="14" grpId="0" animBg="1"/>
      <p:bldP spid="14" grpId="1" animBg="1"/>
      <p:bldP spid="14" grpId="2" animBg="1"/>
      <p:bldP spid="16" grpId="0" animBg="1"/>
      <p:bldP spid="16" grpId="1" animBg="1"/>
      <p:bldP spid="16" grpId="2"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Caption">
    <p:spTree>
      <p:nvGrpSpPr>
        <p:cNvPr id="1" name="Shape 28"/>
        <p:cNvGrpSpPr/>
        <p:nvPr/>
      </p:nvGrpSpPr>
      <p:grpSpPr>
        <a:xfrm>
          <a:off x="0" y="0"/>
          <a:ext cx="0" cy="0"/>
          <a:chOff x="0" y="0"/>
          <a:chExt cx="0" cy="0"/>
        </a:xfrm>
      </p:grpSpPr>
      <p:sp>
        <p:nvSpPr>
          <p:cNvPr id="29" name="Shape 29"/>
          <p:cNvSpPr/>
          <p:nvPr/>
        </p:nvSpPr>
        <p:spPr>
          <a:xfrm>
            <a:off x="0" y="3429000"/>
            <a:ext cx="12192000" cy="3429000"/>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920426" y="3641186"/>
            <a:ext cx="6278488" cy="1083958"/>
          </a:xfrm>
          <a:prstGeom prst="rect">
            <a:avLst/>
          </a:prstGeom>
        </p:spPr>
        <p:txBody>
          <a:bodyPr lIns="91425" tIns="91425" rIns="91425" bIns="91425" anchor="t" anchorCtr="0">
            <a:normAutofit/>
          </a:bodyPr>
          <a:lstStyle>
            <a:lvl1pPr algn="l">
              <a:spcBef>
                <a:spcPts val="0"/>
              </a:spcBef>
              <a:buClr>
                <a:schemeClr val="lt1"/>
              </a:buClr>
              <a:buSzPct val="100000"/>
              <a:buNone/>
              <a:defRPr sz="4400">
                <a:solidFill>
                  <a:schemeClr val="bg1"/>
                </a:solidFill>
              </a:defRPr>
            </a:lvl1pPr>
          </a:lstStyle>
          <a:p>
            <a:endParaRPr dirty="0"/>
          </a:p>
        </p:txBody>
      </p:sp>
      <p:grpSp>
        <p:nvGrpSpPr>
          <p:cNvPr id="27" name="组合 26"/>
          <p:cNvGrpSpPr/>
          <p:nvPr userDrawn="1"/>
        </p:nvGrpSpPr>
        <p:grpSpPr>
          <a:xfrm>
            <a:off x="8794341" y="1112236"/>
            <a:ext cx="1958400" cy="1958400"/>
            <a:chOff x="304800" y="673100"/>
            <a:chExt cx="4000500" cy="4000500"/>
          </a:xfrm>
          <a:effectLst>
            <a:outerShdw blurRad="444500" dist="254000" dir="8100000" algn="tr" rotWithShape="0">
              <a:prstClr val="black">
                <a:alpha val="50000"/>
              </a:prstClr>
            </a:outerShdw>
          </a:effectLst>
        </p:grpSpPr>
        <p:sp>
          <p:nvSpPr>
            <p:cNvPr id="28" name="同心圆 59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1" name="椭圆 30"/>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32" name="椭圆 31"/>
          <p:cNvSpPr/>
          <p:nvPr userDrawn="1"/>
        </p:nvSpPr>
        <p:spPr>
          <a:xfrm>
            <a:off x="11402664" y="1935398"/>
            <a:ext cx="494927" cy="494927"/>
          </a:xfrm>
          <a:prstGeom prst="ellipse">
            <a:avLst/>
          </a:prstGeom>
          <a:solidFill>
            <a:schemeClr val="accent1"/>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3" name="椭圆 32"/>
          <p:cNvSpPr/>
          <p:nvPr userDrawn="1"/>
        </p:nvSpPr>
        <p:spPr>
          <a:xfrm>
            <a:off x="9158018" y="270473"/>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grpSp>
        <p:nvGrpSpPr>
          <p:cNvPr id="34" name="组合 33"/>
          <p:cNvGrpSpPr/>
          <p:nvPr userDrawn="1"/>
        </p:nvGrpSpPr>
        <p:grpSpPr>
          <a:xfrm>
            <a:off x="8582993" y="4198267"/>
            <a:ext cx="401506" cy="401506"/>
            <a:chOff x="304800" y="673100"/>
            <a:chExt cx="4000500" cy="4000500"/>
          </a:xfrm>
          <a:effectLst>
            <a:outerShdw blurRad="381000" dist="152400" dir="8100000" algn="tr" rotWithShape="0">
              <a:prstClr val="black">
                <a:alpha val="70000"/>
              </a:prstClr>
            </a:outerShdw>
          </a:effectLst>
        </p:grpSpPr>
        <p:sp>
          <p:nvSpPr>
            <p:cNvPr id="35" name="同心圆 60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6" name="椭圆 35"/>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37" name="组合 36"/>
          <p:cNvGrpSpPr/>
          <p:nvPr userDrawn="1"/>
        </p:nvGrpSpPr>
        <p:grpSpPr>
          <a:xfrm>
            <a:off x="10890798" y="484292"/>
            <a:ext cx="832063" cy="832063"/>
            <a:chOff x="304800" y="673100"/>
            <a:chExt cx="4000500" cy="4000500"/>
          </a:xfrm>
          <a:effectLst>
            <a:outerShdw blurRad="317500" dist="190500" dir="8100000" algn="tr" rotWithShape="0">
              <a:prstClr val="black">
                <a:alpha val="50000"/>
              </a:prstClr>
            </a:outerShdw>
          </a:effectLst>
        </p:grpSpPr>
        <p:sp>
          <p:nvSpPr>
            <p:cNvPr id="38" name="同心圆 60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9" name="椭圆 3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0" name="组合 39"/>
          <p:cNvGrpSpPr/>
          <p:nvPr userDrawn="1"/>
        </p:nvGrpSpPr>
        <p:grpSpPr>
          <a:xfrm>
            <a:off x="9846441" y="3611394"/>
            <a:ext cx="383981" cy="383981"/>
            <a:chOff x="304800" y="673100"/>
            <a:chExt cx="4000500" cy="4000500"/>
          </a:xfrm>
          <a:effectLst>
            <a:outerShdw blurRad="381000" dist="152400" dir="8100000" algn="tr" rotWithShape="0">
              <a:prstClr val="black">
                <a:alpha val="70000"/>
              </a:prstClr>
            </a:outerShdw>
          </a:effectLst>
        </p:grpSpPr>
        <p:sp>
          <p:nvSpPr>
            <p:cNvPr id="41" name="同心圆 6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2" name="椭圆 41"/>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43" name="椭圆 42"/>
          <p:cNvSpPr/>
          <p:nvPr userDrawn="1"/>
        </p:nvSpPr>
        <p:spPr>
          <a:xfrm>
            <a:off x="11356407" y="5318332"/>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sp>
        <p:nvSpPr>
          <p:cNvPr id="44" name="椭圆 43"/>
          <p:cNvSpPr/>
          <p:nvPr userDrawn="1"/>
        </p:nvSpPr>
        <p:spPr>
          <a:xfrm>
            <a:off x="10138808" y="5012760"/>
            <a:ext cx="183228" cy="183228"/>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45" name="组合 44"/>
          <p:cNvGrpSpPr/>
          <p:nvPr userDrawn="1"/>
        </p:nvGrpSpPr>
        <p:grpSpPr>
          <a:xfrm>
            <a:off x="10573768" y="2953691"/>
            <a:ext cx="952206" cy="952206"/>
            <a:chOff x="304800" y="673100"/>
            <a:chExt cx="4000500" cy="4000500"/>
          </a:xfrm>
          <a:effectLst>
            <a:outerShdw blurRad="317500" dist="190500" dir="8100000" algn="tr" rotWithShape="0">
              <a:prstClr val="black">
                <a:alpha val="50000"/>
              </a:prstClr>
            </a:outerShdw>
          </a:effectLst>
        </p:grpSpPr>
        <p:sp>
          <p:nvSpPr>
            <p:cNvPr id="46" name="同心圆 6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7" name="椭圆 46"/>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8" name="组合 47"/>
          <p:cNvGrpSpPr/>
          <p:nvPr userDrawn="1"/>
        </p:nvGrpSpPr>
        <p:grpSpPr>
          <a:xfrm>
            <a:off x="7699564" y="2267253"/>
            <a:ext cx="293104" cy="293104"/>
            <a:chOff x="304800" y="673100"/>
            <a:chExt cx="4000500" cy="4000500"/>
          </a:xfrm>
          <a:effectLst>
            <a:outerShdw blurRad="381000" dist="152400" dir="8100000" algn="tr" rotWithShape="0">
              <a:prstClr val="black">
                <a:alpha val="70000"/>
              </a:prstClr>
            </a:outerShdw>
          </a:effectLst>
        </p:grpSpPr>
        <p:sp>
          <p:nvSpPr>
            <p:cNvPr id="49" name="同心圆 60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50" name="椭圆 4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pic>
        <p:nvPicPr>
          <p:cNvPr id="51" name="图片 50"/>
          <p:cNvPicPr>
            <a:picLocks noChangeAspect="1"/>
          </p:cNvPicPr>
          <p:nvPr userDrawn="1"/>
        </p:nvPicPr>
        <p:blipFill>
          <a:blip r:embed="rId2"/>
          <a:stretch>
            <a:fillRect/>
          </a:stretch>
        </p:blipFill>
        <p:spPr>
          <a:xfrm>
            <a:off x="8948755" y="1776927"/>
            <a:ext cx="1622409" cy="512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00"/>
                                  </p:stCondLst>
                                  <p:childTnLst>
                                    <p:set>
                                      <p:cBhvr>
                                        <p:cTn id="6" dur="1" fill="hold">
                                          <p:stCondLst>
                                            <p:cond delay="0"/>
                                          </p:stCondLst>
                                        </p:cTn>
                                        <p:tgtEl>
                                          <p:spTgt spid="27"/>
                                        </p:tgtEl>
                                        <p:attrNameLst>
                                          <p:attrName>style.visibility</p:attrName>
                                        </p:attrNameLst>
                                      </p:cBhvr>
                                      <p:to>
                                        <p:strVal val="visible"/>
                                      </p:to>
                                    </p:set>
                                  </p:childTnLst>
                                </p:cTn>
                              </p:par>
                              <p:par>
                                <p:cTn id="7" presetID="53" presetClass="entr" presetSubtype="16" fill="hold" nodeType="withEffect">
                                  <p:stCondLst>
                                    <p:cond delay="400"/>
                                  </p:stCondLst>
                                  <p:childTnLst>
                                    <p:set>
                                      <p:cBhvr>
                                        <p:cTn id="8" dur="1" fill="hold">
                                          <p:stCondLst>
                                            <p:cond delay="0"/>
                                          </p:stCondLst>
                                        </p:cTn>
                                        <p:tgtEl>
                                          <p:spTgt spid="27"/>
                                        </p:tgtEl>
                                        <p:attrNameLst>
                                          <p:attrName>style.visibility</p:attrName>
                                        </p:attrNameLst>
                                      </p:cBhvr>
                                      <p:to>
                                        <p:strVal val="visible"/>
                                      </p:to>
                                    </p:set>
                                    <p:anim calcmode="lin" valueType="num">
                                      <p:cBhvr>
                                        <p:cTn id="9" dur="1000" fill="hold"/>
                                        <p:tgtEl>
                                          <p:spTgt spid="27"/>
                                        </p:tgtEl>
                                        <p:attrNameLst>
                                          <p:attrName>ppt_w</p:attrName>
                                        </p:attrNameLst>
                                      </p:cBhvr>
                                      <p:tavLst>
                                        <p:tav tm="0">
                                          <p:val>
                                            <p:fltVal val="0"/>
                                          </p:val>
                                        </p:tav>
                                        <p:tav tm="100000">
                                          <p:val>
                                            <p:strVal val="#ppt_w"/>
                                          </p:val>
                                        </p:tav>
                                      </p:tavLst>
                                    </p:anim>
                                    <p:anim calcmode="lin" valueType="num">
                                      <p:cBhvr>
                                        <p:cTn id="10" dur="1000" fill="hold"/>
                                        <p:tgtEl>
                                          <p:spTgt spid="27"/>
                                        </p:tgtEl>
                                        <p:attrNameLst>
                                          <p:attrName>ppt_h</p:attrName>
                                        </p:attrNameLst>
                                      </p:cBhvr>
                                      <p:tavLst>
                                        <p:tav tm="0">
                                          <p:val>
                                            <p:fltVal val="0"/>
                                          </p:val>
                                        </p:tav>
                                        <p:tav tm="100000">
                                          <p:val>
                                            <p:strVal val="#ppt_h"/>
                                          </p:val>
                                        </p:tav>
                                      </p:tavLst>
                                    </p:anim>
                                    <p:animEffect transition="in" filter="fade">
                                      <p:cBhvr>
                                        <p:cTn id="11" dur="1000"/>
                                        <p:tgtEl>
                                          <p:spTgt spid="27"/>
                                        </p:tgtEl>
                                      </p:cBhvr>
                                    </p:animEffect>
                                  </p:childTnLst>
                                </p:cTn>
                              </p:par>
                              <p:par>
                                <p:cTn id="12" presetID="64" presetClass="path" presetSubtype="0" fill="hold" nodeType="withEffect">
                                  <p:stCondLst>
                                    <p:cond delay="400"/>
                                  </p:stCondLst>
                                  <p:childTnLst>
                                    <p:animMotion origin="layout" path="M -2.5E-6 -1.11111E-6 L 0.38867 0.84329 " pathEditMode="relative" rAng="0" ptsTypes="AA">
                                      <p:cBhvr>
                                        <p:cTn id="13" dur="1000" spd="-100000" fill="hold"/>
                                        <p:tgtEl>
                                          <p:spTgt spid="27"/>
                                        </p:tgtEl>
                                        <p:attrNameLst>
                                          <p:attrName>ppt_x</p:attrName>
                                          <p:attrName>ppt_y</p:attrName>
                                        </p:attrNameLst>
                                      </p:cBhvr>
                                      <p:rCtr x="19427" y="42153"/>
                                    </p:animMotion>
                                  </p:childTnLst>
                                </p:cTn>
                              </p:par>
                              <p:par>
                                <p:cTn id="14" presetID="1" presetClass="entr" presetSubtype="0" fill="hold" grpId="0" nodeType="withEffect">
                                  <p:stCondLst>
                                    <p:cond delay="300"/>
                                  </p:stCondLst>
                                  <p:childTnLst>
                                    <p:set>
                                      <p:cBhvr>
                                        <p:cTn id="15" dur="1" fill="hold">
                                          <p:stCondLst>
                                            <p:cond delay="0"/>
                                          </p:stCondLst>
                                        </p:cTn>
                                        <p:tgtEl>
                                          <p:spTgt spid="33"/>
                                        </p:tgtEl>
                                        <p:attrNameLst>
                                          <p:attrName>style.visibility</p:attrName>
                                        </p:attrNameLst>
                                      </p:cBhvr>
                                      <p:to>
                                        <p:strVal val="visible"/>
                                      </p:to>
                                    </p:set>
                                  </p:childTnLst>
                                </p:cTn>
                              </p:par>
                              <p:par>
                                <p:cTn id="16" presetID="53" presetClass="entr" presetSubtype="16" fill="hold" grpId="1" nodeType="withEffect">
                                  <p:stCondLst>
                                    <p:cond delay="300"/>
                                  </p:stCondLst>
                                  <p:childTnLst>
                                    <p:set>
                                      <p:cBhvr>
                                        <p:cTn id="17" dur="1" fill="hold">
                                          <p:stCondLst>
                                            <p:cond delay="0"/>
                                          </p:stCondLst>
                                        </p:cTn>
                                        <p:tgtEl>
                                          <p:spTgt spid="33"/>
                                        </p:tgtEl>
                                        <p:attrNameLst>
                                          <p:attrName>style.visibility</p:attrName>
                                        </p:attrNameLst>
                                      </p:cBhvr>
                                      <p:to>
                                        <p:strVal val="visible"/>
                                      </p:to>
                                    </p:set>
                                    <p:anim calcmode="lin" valueType="num">
                                      <p:cBhvr>
                                        <p:cTn id="18" dur="1000" fill="hold"/>
                                        <p:tgtEl>
                                          <p:spTgt spid="33"/>
                                        </p:tgtEl>
                                        <p:attrNameLst>
                                          <p:attrName>ppt_w</p:attrName>
                                        </p:attrNameLst>
                                      </p:cBhvr>
                                      <p:tavLst>
                                        <p:tav tm="0">
                                          <p:val>
                                            <p:fltVal val="0"/>
                                          </p:val>
                                        </p:tav>
                                        <p:tav tm="100000">
                                          <p:val>
                                            <p:strVal val="#ppt_w"/>
                                          </p:val>
                                        </p:tav>
                                      </p:tavLst>
                                    </p:anim>
                                    <p:anim calcmode="lin" valueType="num">
                                      <p:cBhvr>
                                        <p:cTn id="19" dur="1000" fill="hold"/>
                                        <p:tgtEl>
                                          <p:spTgt spid="33"/>
                                        </p:tgtEl>
                                        <p:attrNameLst>
                                          <p:attrName>ppt_h</p:attrName>
                                        </p:attrNameLst>
                                      </p:cBhvr>
                                      <p:tavLst>
                                        <p:tav tm="0">
                                          <p:val>
                                            <p:fltVal val="0"/>
                                          </p:val>
                                        </p:tav>
                                        <p:tav tm="100000">
                                          <p:val>
                                            <p:strVal val="#ppt_h"/>
                                          </p:val>
                                        </p:tav>
                                      </p:tavLst>
                                    </p:anim>
                                    <p:animEffect transition="in" filter="fade">
                                      <p:cBhvr>
                                        <p:cTn id="20" dur="1000"/>
                                        <p:tgtEl>
                                          <p:spTgt spid="33"/>
                                        </p:tgtEl>
                                      </p:cBhvr>
                                    </p:animEffect>
                                  </p:childTnLst>
                                </p:cTn>
                              </p:par>
                              <p:par>
                                <p:cTn id="21" presetID="64" presetClass="path" presetSubtype="0" fill="hold" grpId="2" nodeType="withEffect">
                                  <p:stCondLst>
                                    <p:cond delay="300"/>
                                  </p:stCondLst>
                                  <p:childTnLst>
                                    <p:animMotion origin="layout" path="M 2.77778E-6 2.422E-6 L 0.39375 -0.33797 " pathEditMode="relative" rAng="0" ptsTypes="AA">
                                      <p:cBhvr>
                                        <p:cTn id="22" dur="1000" spd="-100000" fill="hold"/>
                                        <p:tgtEl>
                                          <p:spTgt spid="33"/>
                                        </p:tgtEl>
                                        <p:attrNameLst>
                                          <p:attrName>ppt_x</p:attrName>
                                          <p:attrName>ppt_y</p:attrName>
                                        </p:attrNameLst>
                                      </p:cBhvr>
                                      <p:rCtr x="19688" y="-16898"/>
                                    </p:animMotion>
                                  </p:childTnLst>
                                </p:cTn>
                              </p:par>
                              <p:par>
                                <p:cTn id="23" presetID="1" presetClass="entr" presetSubtype="0" fill="hold" nodeType="withEffect">
                                  <p:stCondLst>
                                    <p:cond delay="300"/>
                                  </p:stCondLst>
                                  <p:childTnLst>
                                    <p:set>
                                      <p:cBhvr>
                                        <p:cTn id="24" dur="1" fill="hold">
                                          <p:stCondLst>
                                            <p:cond delay="0"/>
                                          </p:stCondLst>
                                        </p:cTn>
                                        <p:tgtEl>
                                          <p:spTgt spid="34"/>
                                        </p:tgtEl>
                                        <p:attrNameLst>
                                          <p:attrName>style.visibility</p:attrName>
                                        </p:attrNameLst>
                                      </p:cBhvr>
                                      <p:to>
                                        <p:strVal val="visible"/>
                                      </p:to>
                                    </p:set>
                                  </p:childTnLst>
                                </p:cTn>
                              </p:par>
                              <p:par>
                                <p:cTn id="25" presetID="53" presetClass="entr" presetSubtype="16" fill="hold" nodeType="withEffect">
                                  <p:stCondLst>
                                    <p:cond delay="300"/>
                                  </p:stCondLst>
                                  <p:childTnLst>
                                    <p:set>
                                      <p:cBhvr>
                                        <p:cTn id="26" dur="1" fill="hold">
                                          <p:stCondLst>
                                            <p:cond delay="0"/>
                                          </p:stCondLst>
                                        </p:cTn>
                                        <p:tgtEl>
                                          <p:spTgt spid="34"/>
                                        </p:tgtEl>
                                        <p:attrNameLst>
                                          <p:attrName>style.visibility</p:attrName>
                                        </p:attrNameLst>
                                      </p:cBhvr>
                                      <p:to>
                                        <p:strVal val="visible"/>
                                      </p:to>
                                    </p:set>
                                    <p:anim calcmode="lin" valueType="num">
                                      <p:cBhvr>
                                        <p:cTn id="27" dur="1000" fill="hold"/>
                                        <p:tgtEl>
                                          <p:spTgt spid="34"/>
                                        </p:tgtEl>
                                        <p:attrNameLst>
                                          <p:attrName>ppt_w</p:attrName>
                                        </p:attrNameLst>
                                      </p:cBhvr>
                                      <p:tavLst>
                                        <p:tav tm="0">
                                          <p:val>
                                            <p:fltVal val="0"/>
                                          </p:val>
                                        </p:tav>
                                        <p:tav tm="100000">
                                          <p:val>
                                            <p:strVal val="#ppt_w"/>
                                          </p:val>
                                        </p:tav>
                                      </p:tavLst>
                                    </p:anim>
                                    <p:anim calcmode="lin" valueType="num">
                                      <p:cBhvr>
                                        <p:cTn id="28" dur="1000" fill="hold"/>
                                        <p:tgtEl>
                                          <p:spTgt spid="34"/>
                                        </p:tgtEl>
                                        <p:attrNameLst>
                                          <p:attrName>ppt_h</p:attrName>
                                        </p:attrNameLst>
                                      </p:cBhvr>
                                      <p:tavLst>
                                        <p:tav tm="0">
                                          <p:val>
                                            <p:fltVal val="0"/>
                                          </p:val>
                                        </p:tav>
                                        <p:tav tm="100000">
                                          <p:val>
                                            <p:strVal val="#ppt_h"/>
                                          </p:val>
                                        </p:tav>
                                      </p:tavLst>
                                    </p:anim>
                                    <p:animEffect transition="in" filter="fade">
                                      <p:cBhvr>
                                        <p:cTn id="29" dur="1000"/>
                                        <p:tgtEl>
                                          <p:spTgt spid="34"/>
                                        </p:tgtEl>
                                      </p:cBhvr>
                                    </p:animEffect>
                                  </p:childTnLst>
                                </p:cTn>
                              </p:par>
                              <p:par>
                                <p:cTn id="30" presetID="64" presetClass="path" presetSubtype="0" fill="hold" nodeType="withEffect">
                                  <p:stCondLst>
                                    <p:cond delay="300"/>
                                  </p:stCondLst>
                                  <p:childTnLst>
                                    <p:animMotion origin="layout" path="M 1.11111E-6 2.46914E-7 L 0.20451 0.58426 " pathEditMode="relative" rAng="0" ptsTypes="AA">
                                      <p:cBhvr>
                                        <p:cTn id="31" dur="1000" spd="-100000" fill="hold"/>
                                        <p:tgtEl>
                                          <p:spTgt spid="34"/>
                                        </p:tgtEl>
                                        <p:attrNameLst>
                                          <p:attrName>ppt_x</p:attrName>
                                          <p:attrName>ppt_y</p:attrName>
                                        </p:attrNameLst>
                                      </p:cBhvr>
                                      <p:rCtr x="10226" y="29198"/>
                                    </p:animMotion>
                                  </p:childTnLst>
                                </p:cTn>
                              </p:par>
                              <p:par>
                                <p:cTn id="32" presetID="1"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p:cTn id="36" dur="1000" fill="hold"/>
                                        <p:tgtEl>
                                          <p:spTgt spid="37"/>
                                        </p:tgtEl>
                                        <p:attrNameLst>
                                          <p:attrName>ppt_w</p:attrName>
                                        </p:attrNameLst>
                                      </p:cBhvr>
                                      <p:tavLst>
                                        <p:tav tm="0">
                                          <p:val>
                                            <p:fltVal val="0"/>
                                          </p:val>
                                        </p:tav>
                                        <p:tav tm="100000">
                                          <p:val>
                                            <p:strVal val="#ppt_w"/>
                                          </p:val>
                                        </p:tav>
                                      </p:tavLst>
                                    </p:anim>
                                    <p:anim calcmode="lin" valueType="num">
                                      <p:cBhvr>
                                        <p:cTn id="37" dur="1000" fill="hold"/>
                                        <p:tgtEl>
                                          <p:spTgt spid="37"/>
                                        </p:tgtEl>
                                        <p:attrNameLst>
                                          <p:attrName>ppt_h</p:attrName>
                                        </p:attrNameLst>
                                      </p:cBhvr>
                                      <p:tavLst>
                                        <p:tav tm="0">
                                          <p:val>
                                            <p:fltVal val="0"/>
                                          </p:val>
                                        </p:tav>
                                        <p:tav tm="100000">
                                          <p:val>
                                            <p:strVal val="#ppt_h"/>
                                          </p:val>
                                        </p:tav>
                                      </p:tavLst>
                                    </p:anim>
                                    <p:animEffect transition="in" filter="fade">
                                      <p:cBhvr>
                                        <p:cTn id="38" dur="1000"/>
                                        <p:tgtEl>
                                          <p:spTgt spid="37"/>
                                        </p:tgtEl>
                                      </p:cBhvr>
                                    </p:animEffect>
                                  </p:childTnLst>
                                </p:cTn>
                              </p:par>
                              <p:par>
                                <p:cTn id="39" presetID="64" presetClass="path" presetSubtype="0" fill="hold" nodeType="withEffect">
                                  <p:stCondLst>
                                    <p:cond delay="0"/>
                                  </p:stCondLst>
                                  <p:childTnLst>
                                    <p:animMotion origin="layout" path="M 1.11111E-6 3.7037E-7 L -0.52465 -0.50957 " pathEditMode="relative" rAng="0" ptsTypes="AA">
                                      <p:cBhvr>
                                        <p:cTn id="40" dur="1000" spd="-100000" fill="hold"/>
                                        <p:tgtEl>
                                          <p:spTgt spid="37"/>
                                        </p:tgtEl>
                                        <p:attrNameLst>
                                          <p:attrName>ppt_x</p:attrName>
                                          <p:attrName>ppt_y</p:attrName>
                                        </p:attrNameLst>
                                      </p:cBhvr>
                                      <p:rCtr x="-26233" y="-25494"/>
                                    </p:animMotion>
                                  </p:childTnLst>
                                </p:cTn>
                              </p:par>
                              <p:par>
                                <p:cTn id="41" presetID="1" presetClass="entr" presetSubtype="0" fill="hold" grpId="0" nodeType="withEffect">
                                  <p:stCondLst>
                                    <p:cond delay="200"/>
                                  </p:stCondLst>
                                  <p:childTnLst>
                                    <p:set>
                                      <p:cBhvr>
                                        <p:cTn id="42" dur="1" fill="hold">
                                          <p:stCondLst>
                                            <p:cond delay="0"/>
                                          </p:stCondLst>
                                        </p:cTn>
                                        <p:tgtEl>
                                          <p:spTgt spid="43"/>
                                        </p:tgtEl>
                                        <p:attrNameLst>
                                          <p:attrName>style.visibility</p:attrName>
                                        </p:attrNameLst>
                                      </p:cBhvr>
                                      <p:to>
                                        <p:strVal val="visible"/>
                                      </p:to>
                                    </p:set>
                                  </p:childTnLst>
                                </p:cTn>
                              </p:par>
                              <p:par>
                                <p:cTn id="43" presetID="53" presetClass="entr" presetSubtype="16" fill="hold" grpId="1" nodeType="withEffect">
                                  <p:stCondLst>
                                    <p:cond delay="200"/>
                                  </p:stCondLst>
                                  <p:childTnLst>
                                    <p:set>
                                      <p:cBhvr>
                                        <p:cTn id="44" dur="1" fill="hold">
                                          <p:stCondLst>
                                            <p:cond delay="0"/>
                                          </p:stCondLst>
                                        </p:cTn>
                                        <p:tgtEl>
                                          <p:spTgt spid="43"/>
                                        </p:tgtEl>
                                        <p:attrNameLst>
                                          <p:attrName>style.visibility</p:attrName>
                                        </p:attrNameLst>
                                      </p:cBhvr>
                                      <p:to>
                                        <p:strVal val="visible"/>
                                      </p:to>
                                    </p:set>
                                    <p:anim calcmode="lin" valueType="num">
                                      <p:cBhvr>
                                        <p:cTn id="45" dur="1000" fill="hold"/>
                                        <p:tgtEl>
                                          <p:spTgt spid="43"/>
                                        </p:tgtEl>
                                        <p:attrNameLst>
                                          <p:attrName>ppt_w</p:attrName>
                                        </p:attrNameLst>
                                      </p:cBhvr>
                                      <p:tavLst>
                                        <p:tav tm="0">
                                          <p:val>
                                            <p:fltVal val="0"/>
                                          </p:val>
                                        </p:tav>
                                        <p:tav tm="100000">
                                          <p:val>
                                            <p:strVal val="#ppt_w"/>
                                          </p:val>
                                        </p:tav>
                                      </p:tavLst>
                                    </p:anim>
                                    <p:anim calcmode="lin" valueType="num">
                                      <p:cBhvr>
                                        <p:cTn id="46" dur="1000" fill="hold"/>
                                        <p:tgtEl>
                                          <p:spTgt spid="43"/>
                                        </p:tgtEl>
                                        <p:attrNameLst>
                                          <p:attrName>ppt_h</p:attrName>
                                        </p:attrNameLst>
                                      </p:cBhvr>
                                      <p:tavLst>
                                        <p:tav tm="0">
                                          <p:val>
                                            <p:fltVal val="0"/>
                                          </p:val>
                                        </p:tav>
                                        <p:tav tm="100000">
                                          <p:val>
                                            <p:strVal val="#ppt_h"/>
                                          </p:val>
                                        </p:tav>
                                      </p:tavLst>
                                    </p:anim>
                                    <p:animEffect transition="in" filter="fade">
                                      <p:cBhvr>
                                        <p:cTn id="47" dur="1000"/>
                                        <p:tgtEl>
                                          <p:spTgt spid="43"/>
                                        </p:tgtEl>
                                      </p:cBhvr>
                                    </p:animEffect>
                                  </p:childTnLst>
                                </p:cTn>
                              </p:par>
                              <p:par>
                                <p:cTn id="48" presetID="64" presetClass="path" presetSubtype="0" fill="hold" grpId="2" nodeType="withEffect">
                                  <p:stCondLst>
                                    <p:cond delay="200"/>
                                  </p:stCondLst>
                                  <p:childTnLst>
                                    <p:animMotion origin="layout" path="M -2.22222E-6 1.18319E-6 L 0.21702 -0.37071 " pathEditMode="relative" rAng="0" ptsTypes="AA">
                                      <p:cBhvr>
                                        <p:cTn id="49" dur="1000" spd="-100000" fill="hold"/>
                                        <p:tgtEl>
                                          <p:spTgt spid="43"/>
                                        </p:tgtEl>
                                        <p:attrNameLst>
                                          <p:attrName>ppt_x</p:attrName>
                                          <p:attrName>ppt_y</p:attrName>
                                        </p:attrNameLst>
                                      </p:cBhvr>
                                      <p:rCtr x="10851" y="-18536"/>
                                    </p:animMotion>
                                  </p:childTnLst>
                                </p:cTn>
                              </p:par>
                              <p:par>
                                <p:cTn id="50" presetID="1" presetClass="entr" presetSubtype="0" fill="hold" grpId="0" nodeType="withEffect">
                                  <p:stCondLst>
                                    <p:cond delay="400"/>
                                  </p:stCondLst>
                                  <p:childTnLst>
                                    <p:set>
                                      <p:cBhvr>
                                        <p:cTn id="51" dur="1" fill="hold">
                                          <p:stCondLst>
                                            <p:cond delay="0"/>
                                          </p:stCondLst>
                                        </p:cTn>
                                        <p:tgtEl>
                                          <p:spTgt spid="44"/>
                                        </p:tgtEl>
                                        <p:attrNameLst>
                                          <p:attrName>style.visibility</p:attrName>
                                        </p:attrNameLst>
                                      </p:cBhvr>
                                      <p:to>
                                        <p:strVal val="visible"/>
                                      </p:to>
                                    </p:set>
                                  </p:childTnLst>
                                </p:cTn>
                              </p:par>
                              <p:par>
                                <p:cTn id="52" presetID="53" presetClass="entr" presetSubtype="16" fill="hold" grpId="1" nodeType="withEffect">
                                  <p:stCondLst>
                                    <p:cond delay="400"/>
                                  </p:stCondLst>
                                  <p:childTnLst>
                                    <p:set>
                                      <p:cBhvr>
                                        <p:cTn id="53" dur="1" fill="hold">
                                          <p:stCondLst>
                                            <p:cond delay="0"/>
                                          </p:stCondLst>
                                        </p:cTn>
                                        <p:tgtEl>
                                          <p:spTgt spid="44"/>
                                        </p:tgtEl>
                                        <p:attrNameLst>
                                          <p:attrName>style.visibility</p:attrName>
                                        </p:attrNameLst>
                                      </p:cBhvr>
                                      <p:to>
                                        <p:strVal val="visible"/>
                                      </p:to>
                                    </p:set>
                                    <p:anim calcmode="lin" valueType="num">
                                      <p:cBhvr>
                                        <p:cTn id="54" dur="1000" fill="hold"/>
                                        <p:tgtEl>
                                          <p:spTgt spid="44"/>
                                        </p:tgtEl>
                                        <p:attrNameLst>
                                          <p:attrName>ppt_w</p:attrName>
                                        </p:attrNameLst>
                                      </p:cBhvr>
                                      <p:tavLst>
                                        <p:tav tm="0">
                                          <p:val>
                                            <p:fltVal val="0"/>
                                          </p:val>
                                        </p:tav>
                                        <p:tav tm="100000">
                                          <p:val>
                                            <p:strVal val="#ppt_w"/>
                                          </p:val>
                                        </p:tav>
                                      </p:tavLst>
                                    </p:anim>
                                    <p:anim calcmode="lin" valueType="num">
                                      <p:cBhvr>
                                        <p:cTn id="55" dur="1000" fill="hold"/>
                                        <p:tgtEl>
                                          <p:spTgt spid="44"/>
                                        </p:tgtEl>
                                        <p:attrNameLst>
                                          <p:attrName>ppt_h</p:attrName>
                                        </p:attrNameLst>
                                      </p:cBhvr>
                                      <p:tavLst>
                                        <p:tav tm="0">
                                          <p:val>
                                            <p:fltVal val="0"/>
                                          </p:val>
                                        </p:tav>
                                        <p:tav tm="100000">
                                          <p:val>
                                            <p:strVal val="#ppt_h"/>
                                          </p:val>
                                        </p:tav>
                                      </p:tavLst>
                                    </p:anim>
                                    <p:animEffect transition="in" filter="fade">
                                      <p:cBhvr>
                                        <p:cTn id="56" dur="1000"/>
                                        <p:tgtEl>
                                          <p:spTgt spid="44"/>
                                        </p:tgtEl>
                                      </p:cBhvr>
                                    </p:animEffect>
                                  </p:childTnLst>
                                </p:cTn>
                              </p:par>
                              <p:par>
                                <p:cTn id="57" presetID="64" presetClass="path" presetSubtype="0" fill="hold" grpId="2" nodeType="withEffect">
                                  <p:stCondLst>
                                    <p:cond delay="400"/>
                                  </p:stCondLst>
                                  <p:childTnLst>
                                    <p:animMotion origin="layout" path="M 5E-6 2.09762E-6 L -0.18855 -1.11369 " pathEditMode="relative" rAng="0" ptsTypes="AA">
                                      <p:cBhvr>
                                        <p:cTn id="58" dur="1000" spd="-100000" fill="hold"/>
                                        <p:tgtEl>
                                          <p:spTgt spid="44"/>
                                        </p:tgtEl>
                                        <p:attrNameLst>
                                          <p:attrName>ppt_x</p:attrName>
                                          <p:attrName>ppt_y</p:attrName>
                                        </p:attrNameLst>
                                      </p:cBhvr>
                                      <p:rCtr x="-9427" y="-55700"/>
                                    </p:animMotion>
                                  </p:childTnLst>
                                </p:cTn>
                              </p:par>
                              <p:par>
                                <p:cTn id="59" presetID="1" presetClass="entr" presetSubtype="0" fill="hold" grpId="0" nodeType="withEffect">
                                  <p:stCondLst>
                                    <p:cond delay="200"/>
                                  </p:stCondLst>
                                  <p:childTnLst>
                                    <p:set>
                                      <p:cBhvr>
                                        <p:cTn id="60" dur="1" fill="hold">
                                          <p:stCondLst>
                                            <p:cond delay="0"/>
                                          </p:stCondLst>
                                        </p:cTn>
                                        <p:tgtEl>
                                          <p:spTgt spid="32"/>
                                        </p:tgtEl>
                                        <p:attrNameLst>
                                          <p:attrName>style.visibility</p:attrName>
                                        </p:attrNameLst>
                                      </p:cBhvr>
                                      <p:to>
                                        <p:strVal val="visible"/>
                                      </p:to>
                                    </p:set>
                                  </p:childTnLst>
                                </p:cTn>
                              </p:par>
                              <p:par>
                                <p:cTn id="61" presetID="53" presetClass="entr" presetSubtype="16" fill="hold" grpId="1" nodeType="withEffect">
                                  <p:stCondLst>
                                    <p:cond delay="200"/>
                                  </p:stCondLst>
                                  <p:childTnLst>
                                    <p:set>
                                      <p:cBhvr>
                                        <p:cTn id="62" dur="1" fill="hold">
                                          <p:stCondLst>
                                            <p:cond delay="0"/>
                                          </p:stCondLst>
                                        </p:cTn>
                                        <p:tgtEl>
                                          <p:spTgt spid="32"/>
                                        </p:tgtEl>
                                        <p:attrNameLst>
                                          <p:attrName>style.visibility</p:attrName>
                                        </p:attrNameLst>
                                      </p:cBhvr>
                                      <p:to>
                                        <p:strVal val="visible"/>
                                      </p:to>
                                    </p:set>
                                    <p:anim calcmode="lin" valueType="num">
                                      <p:cBhvr>
                                        <p:cTn id="63" dur="1000" fill="hold"/>
                                        <p:tgtEl>
                                          <p:spTgt spid="32"/>
                                        </p:tgtEl>
                                        <p:attrNameLst>
                                          <p:attrName>ppt_w</p:attrName>
                                        </p:attrNameLst>
                                      </p:cBhvr>
                                      <p:tavLst>
                                        <p:tav tm="0">
                                          <p:val>
                                            <p:fltVal val="0"/>
                                          </p:val>
                                        </p:tav>
                                        <p:tav tm="100000">
                                          <p:val>
                                            <p:strVal val="#ppt_w"/>
                                          </p:val>
                                        </p:tav>
                                      </p:tavLst>
                                    </p:anim>
                                    <p:anim calcmode="lin" valueType="num">
                                      <p:cBhvr>
                                        <p:cTn id="64" dur="1000" fill="hold"/>
                                        <p:tgtEl>
                                          <p:spTgt spid="32"/>
                                        </p:tgtEl>
                                        <p:attrNameLst>
                                          <p:attrName>ppt_h</p:attrName>
                                        </p:attrNameLst>
                                      </p:cBhvr>
                                      <p:tavLst>
                                        <p:tav tm="0">
                                          <p:val>
                                            <p:fltVal val="0"/>
                                          </p:val>
                                        </p:tav>
                                        <p:tav tm="100000">
                                          <p:val>
                                            <p:strVal val="#ppt_h"/>
                                          </p:val>
                                        </p:tav>
                                      </p:tavLst>
                                    </p:anim>
                                    <p:animEffect transition="in" filter="fade">
                                      <p:cBhvr>
                                        <p:cTn id="65" dur="1000"/>
                                        <p:tgtEl>
                                          <p:spTgt spid="32"/>
                                        </p:tgtEl>
                                      </p:cBhvr>
                                    </p:animEffect>
                                  </p:childTnLst>
                                </p:cTn>
                              </p:par>
                              <p:par>
                                <p:cTn id="66" presetID="64" presetClass="path" presetSubtype="0" fill="hold" grpId="2" nodeType="withEffect">
                                  <p:stCondLst>
                                    <p:cond delay="200"/>
                                  </p:stCondLst>
                                  <p:childTnLst>
                                    <p:animMotion origin="layout" path="M 0 -2.71605E-6 L 0.12309 0.575 " pathEditMode="relative" rAng="0" ptsTypes="AA">
                                      <p:cBhvr>
                                        <p:cTn id="67" dur="1000" spd="-100000" fill="hold"/>
                                        <p:tgtEl>
                                          <p:spTgt spid="32"/>
                                        </p:tgtEl>
                                        <p:attrNameLst>
                                          <p:attrName>ppt_x</p:attrName>
                                          <p:attrName>ppt_y</p:attrName>
                                        </p:attrNameLst>
                                      </p:cBhvr>
                                      <p:rCtr x="6146" y="28735"/>
                                    </p:animMotion>
                                  </p:childTnLst>
                                </p:cTn>
                              </p:par>
                              <p:par>
                                <p:cTn id="68" presetID="1" presetClass="entr" presetSubtype="0" fill="hold" nodeType="withEffect">
                                  <p:stCondLst>
                                    <p:cond delay="400"/>
                                  </p:stCondLst>
                                  <p:childTnLst>
                                    <p:set>
                                      <p:cBhvr>
                                        <p:cTn id="69" dur="1" fill="hold">
                                          <p:stCondLst>
                                            <p:cond delay="0"/>
                                          </p:stCondLst>
                                        </p:cTn>
                                        <p:tgtEl>
                                          <p:spTgt spid="48"/>
                                        </p:tgtEl>
                                        <p:attrNameLst>
                                          <p:attrName>style.visibility</p:attrName>
                                        </p:attrNameLst>
                                      </p:cBhvr>
                                      <p:to>
                                        <p:strVal val="visible"/>
                                      </p:to>
                                    </p:set>
                                  </p:childTnLst>
                                </p:cTn>
                              </p:par>
                              <p:par>
                                <p:cTn id="70" presetID="53" presetClass="entr" presetSubtype="16" fill="hold" nodeType="withEffect">
                                  <p:stCondLst>
                                    <p:cond delay="400"/>
                                  </p:stCondLst>
                                  <p:childTnLst>
                                    <p:set>
                                      <p:cBhvr>
                                        <p:cTn id="71" dur="1" fill="hold">
                                          <p:stCondLst>
                                            <p:cond delay="0"/>
                                          </p:stCondLst>
                                        </p:cTn>
                                        <p:tgtEl>
                                          <p:spTgt spid="48"/>
                                        </p:tgtEl>
                                        <p:attrNameLst>
                                          <p:attrName>style.visibility</p:attrName>
                                        </p:attrNameLst>
                                      </p:cBhvr>
                                      <p:to>
                                        <p:strVal val="visible"/>
                                      </p:to>
                                    </p:set>
                                    <p:anim calcmode="lin" valueType="num">
                                      <p:cBhvr>
                                        <p:cTn id="72" dur="1000" fill="hold"/>
                                        <p:tgtEl>
                                          <p:spTgt spid="48"/>
                                        </p:tgtEl>
                                        <p:attrNameLst>
                                          <p:attrName>ppt_w</p:attrName>
                                        </p:attrNameLst>
                                      </p:cBhvr>
                                      <p:tavLst>
                                        <p:tav tm="0">
                                          <p:val>
                                            <p:fltVal val="0"/>
                                          </p:val>
                                        </p:tav>
                                        <p:tav tm="100000">
                                          <p:val>
                                            <p:strVal val="#ppt_w"/>
                                          </p:val>
                                        </p:tav>
                                      </p:tavLst>
                                    </p:anim>
                                    <p:anim calcmode="lin" valueType="num">
                                      <p:cBhvr>
                                        <p:cTn id="73" dur="1000" fill="hold"/>
                                        <p:tgtEl>
                                          <p:spTgt spid="48"/>
                                        </p:tgtEl>
                                        <p:attrNameLst>
                                          <p:attrName>ppt_h</p:attrName>
                                        </p:attrNameLst>
                                      </p:cBhvr>
                                      <p:tavLst>
                                        <p:tav tm="0">
                                          <p:val>
                                            <p:fltVal val="0"/>
                                          </p:val>
                                        </p:tav>
                                        <p:tav tm="100000">
                                          <p:val>
                                            <p:strVal val="#ppt_h"/>
                                          </p:val>
                                        </p:tav>
                                      </p:tavLst>
                                    </p:anim>
                                    <p:animEffect transition="in" filter="fade">
                                      <p:cBhvr>
                                        <p:cTn id="74" dur="1000"/>
                                        <p:tgtEl>
                                          <p:spTgt spid="48"/>
                                        </p:tgtEl>
                                      </p:cBhvr>
                                    </p:animEffect>
                                  </p:childTnLst>
                                </p:cTn>
                              </p:par>
                              <p:par>
                                <p:cTn id="75" presetID="64" presetClass="path" presetSubtype="0" fill="hold" nodeType="withEffect">
                                  <p:stCondLst>
                                    <p:cond delay="400"/>
                                  </p:stCondLst>
                                  <p:childTnLst>
                                    <p:animMotion origin="layout" path="M 2.5E-6 6.17284E-7 L -0.71736 -0.40556 " pathEditMode="relative" rAng="0" ptsTypes="AA">
                                      <p:cBhvr>
                                        <p:cTn id="76" dur="1000" spd="-100000" fill="hold"/>
                                        <p:tgtEl>
                                          <p:spTgt spid="48"/>
                                        </p:tgtEl>
                                        <p:attrNameLst>
                                          <p:attrName>ppt_x</p:attrName>
                                          <p:attrName>ppt_y</p:attrName>
                                        </p:attrNameLst>
                                      </p:cBhvr>
                                      <p:rCtr x="-35868" y="-20278"/>
                                    </p:animMotion>
                                  </p:childTnLst>
                                </p:cTn>
                              </p:par>
                              <p:par>
                                <p:cTn id="77" presetID="1" presetClass="entr" presetSubtype="0" fill="hold" nodeType="withEffect">
                                  <p:stCondLst>
                                    <p:cond delay="300"/>
                                  </p:stCondLst>
                                  <p:childTnLst>
                                    <p:set>
                                      <p:cBhvr>
                                        <p:cTn id="78" dur="1" fill="hold">
                                          <p:stCondLst>
                                            <p:cond delay="0"/>
                                          </p:stCondLst>
                                        </p:cTn>
                                        <p:tgtEl>
                                          <p:spTgt spid="40"/>
                                        </p:tgtEl>
                                        <p:attrNameLst>
                                          <p:attrName>style.visibility</p:attrName>
                                        </p:attrNameLst>
                                      </p:cBhvr>
                                      <p:to>
                                        <p:strVal val="visible"/>
                                      </p:to>
                                    </p:set>
                                  </p:childTnLst>
                                </p:cTn>
                              </p:par>
                              <p:par>
                                <p:cTn id="79" presetID="53" presetClass="entr" presetSubtype="16" fill="hold" nodeType="withEffect">
                                  <p:stCondLst>
                                    <p:cond delay="300"/>
                                  </p:stCondLst>
                                  <p:childTnLst>
                                    <p:set>
                                      <p:cBhvr>
                                        <p:cTn id="80" dur="1" fill="hold">
                                          <p:stCondLst>
                                            <p:cond delay="0"/>
                                          </p:stCondLst>
                                        </p:cTn>
                                        <p:tgtEl>
                                          <p:spTgt spid="40"/>
                                        </p:tgtEl>
                                        <p:attrNameLst>
                                          <p:attrName>style.visibility</p:attrName>
                                        </p:attrNameLst>
                                      </p:cBhvr>
                                      <p:to>
                                        <p:strVal val="visible"/>
                                      </p:to>
                                    </p:set>
                                    <p:anim calcmode="lin" valueType="num">
                                      <p:cBhvr>
                                        <p:cTn id="81" dur="1000" fill="hold"/>
                                        <p:tgtEl>
                                          <p:spTgt spid="40"/>
                                        </p:tgtEl>
                                        <p:attrNameLst>
                                          <p:attrName>ppt_w</p:attrName>
                                        </p:attrNameLst>
                                      </p:cBhvr>
                                      <p:tavLst>
                                        <p:tav tm="0">
                                          <p:val>
                                            <p:fltVal val="0"/>
                                          </p:val>
                                        </p:tav>
                                        <p:tav tm="100000">
                                          <p:val>
                                            <p:strVal val="#ppt_w"/>
                                          </p:val>
                                        </p:tav>
                                      </p:tavLst>
                                    </p:anim>
                                    <p:anim calcmode="lin" valueType="num">
                                      <p:cBhvr>
                                        <p:cTn id="82" dur="1000" fill="hold"/>
                                        <p:tgtEl>
                                          <p:spTgt spid="40"/>
                                        </p:tgtEl>
                                        <p:attrNameLst>
                                          <p:attrName>ppt_h</p:attrName>
                                        </p:attrNameLst>
                                      </p:cBhvr>
                                      <p:tavLst>
                                        <p:tav tm="0">
                                          <p:val>
                                            <p:fltVal val="0"/>
                                          </p:val>
                                        </p:tav>
                                        <p:tav tm="100000">
                                          <p:val>
                                            <p:strVal val="#ppt_h"/>
                                          </p:val>
                                        </p:tav>
                                      </p:tavLst>
                                    </p:anim>
                                    <p:animEffect transition="in" filter="fade">
                                      <p:cBhvr>
                                        <p:cTn id="83" dur="1000"/>
                                        <p:tgtEl>
                                          <p:spTgt spid="40"/>
                                        </p:tgtEl>
                                      </p:cBhvr>
                                    </p:animEffect>
                                  </p:childTnLst>
                                </p:cTn>
                              </p:par>
                              <p:par>
                                <p:cTn id="84" presetID="64" presetClass="path" presetSubtype="0" fill="hold" nodeType="withEffect">
                                  <p:stCondLst>
                                    <p:cond delay="300"/>
                                  </p:stCondLst>
                                  <p:childTnLst>
                                    <p:animMotion origin="layout" path="M -8.33333E-7 3.20988E-6 L 1.0349 -0.87346 " pathEditMode="relative" rAng="0" ptsTypes="AA">
                                      <p:cBhvr>
                                        <p:cTn id="85" dur="1000" spd="-100000" fill="hold"/>
                                        <p:tgtEl>
                                          <p:spTgt spid="40"/>
                                        </p:tgtEl>
                                        <p:attrNameLst>
                                          <p:attrName>ppt_x</p:attrName>
                                          <p:attrName>ppt_y</p:attrName>
                                        </p:attrNameLst>
                                      </p:cBhvr>
                                      <p:rCtr x="51736" y="-43673"/>
                                    </p:animMotion>
                                  </p:childTnLst>
                                </p:cTn>
                              </p:par>
                              <p:par>
                                <p:cTn id="86" presetID="1" presetClass="entr" presetSubtype="0" fill="hold" nodeType="withEffect">
                                  <p:stCondLst>
                                    <p:cond delay="200"/>
                                  </p:stCondLst>
                                  <p:childTnLst>
                                    <p:set>
                                      <p:cBhvr>
                                        <p:cTn id="87" dur="1" fill="hold">
                                          <p:stCondLst>
                                            <p:cond delay="0"/>
                                          </p:stCondLst>
                                        </p:cTn>
                                        <p:tgtEl>
                                          <p:spTgt spid="45"/>
                                        </p:tgtEl>
                                        <p:attrNameLst>
                                          <p:attrName>style.visibility</p:attrName>
                                        </p:attrNameLst>
                                      </p:cBhvr>
                                      <p:to>
                                        <p:strVal val="visible"/>
                                      </p:to>
                                    </p:set>
                                  </p:childTnLst>
                                </p:cTn>
                              </p:par>
                              <p:par>
                                <p:cTn id="88" presetID="53" presetClass="entr" presetSubtype="16" fill="hold" nodeType="withEffect">
                                  <p:stCondLst>
                                    <p:cond delay="200"/>
                                  </p:stCondLst>
                                  <p:childTnLst>
                                    <p:set>
                                      <p:cBhvr>
                                        <p:cTn id="89" dur="1" fill="hold">
                                          <p:stCondLst>
                                            <p:cond delay="0"/>
                                          </p:stCondLst>
                                        </p:cTn>
                                        <p:tgtEl>
                                          <p:spTgt spid="45"/>
                                        </p:tgtEl>
                                        <p:attrNameLst>
                                          <p:attrName>style.visibility</p:attrName>
                                        </p:attrNameLst>
                                      </p:cBhvr>
                                      <p:to>
                                        <p:strVal val="visible"/>
                                      </p:to>
                                    </p:set>
                                    <p:anim calcmode="lin" valueType="num">
                                      <p:cBhvr>
                                        <p:cTn id="90" dur="1000" fill="hold"/>
                                        <p:tgtEl>
                                          <p:spTgt spid="45"/>
                                        </p:tgtEl>
                                        <p:attrNameLst>
                                          <p:attrName>ppt_w</p:attrName>
                                        </p:attrNameLst>
                                      </p:cBhvr>
                                      <p:tavLst>
                                        <p:tav tm="0">
                                          <p:val>
                                            <p:fltVal val="0"/>
                                          </p:val>
                                        </p:tav>
                                        <p:tav tm="100000">
                                          <p:val>
                                            <p:strVal val="#ppt_w"/>
                                          </p:val>
                                        </p:tav>
                                      </p:tavLst>
                                    </p:anim>
                                    <p:anim calcmode="lin" valueType="num">
                                      <p:cBhvr>
                                        <p:cTn id="91" dur="1000" fill="hold"/>
                                        <p:tgtEl>
                                          <p:spTgt spid="45"/>
                                        </p:tgtEl>
                                        <p:attrNameLst>
                                          <p:attrName>ppt_h</p:attrName>
                                        </p:attrNameLst>
                                      </p:cBhvr>
                                      <p:tavLst>
                                        <p:tav tm="0">
                                          <p:val>
                                            <p:fltVal val="0"/>
                                          </p:val>
                                        </p:tav>
                                        <p:tav tm="100000">
                                          <p:val>
                                            <p:strVal val="#ppt_h"/>
                                          </p:val>
                                        </p:tav>
                                      </p:tavLst>
                                    </p:anim>
                                    <p:animEffect transition="in" filter="fade">
                                      <p:cBhvr>
                                        <p:cTn id="92" dur="1000"/>
                                        <p:tgtEl>
                                          <p:spTgt spid="45"/>
                                        </p:tgtEl>
                                      </p:cBhvr>
                                    </p:animEffect>
                                  </p:childTnLst>
                                </p:cTn>
                              </p:par>
                              <p:par>
                                <p:cTn id="93" presetID="64" presetClass="path" presetSubtype="0" fill="hold" nodeType="withEffect">
                                  <p:stCondLst>
                                    <p:cond delay="200"/>
                                  </p:stCondLst>
                                  <p:childTnLst>
                                    <p:animMotion origin="layout" path="M 4.44444E-6 4.32099E-6 L -0.64115 -0.9497 " pathEditMode="relative" rAng="0" ptsTypes="AA">
                                      <p:cBhvr>
                                        <p:cTn id="94" dur="1000" spd="-100000" fill="hold"/>
                                        <p:tgtEl>
                                          <p:spTgt spid="45"/>
                                        </p:tgtEl>
                                        <p:attrNameLst>
                                          <p:attrName>ppt_x</p:attrName>
                                          <p:attrName>ppt_y</p:attrName>
                                        </p:attrNameLst>
                                      </p:cBhvr>
                                      <p:rCtr x="-32066" y="-47500"/>
                                    </p:animMotion>
                                  </p:childTnLst>
                                </p:cTn>
                              </p:par>
                            </p:childTnLst>
                          </p:cTn>
                        </p:par>
                        <p:par>
                          <p:cTn id="95" fill="hold">
                            <p:stCondLst>
                              <p:cond delay="400"/>
                            </p:stCondLst>
                            <p:childTnLst>
                              <p:par>
                                <p:cTn id="96" presetID="10" presetClass="entr" presetSubtype="0" fill="hold" nodeType="after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3" grpId="0" animBg="1"/>
      <p:bldP spid="33" grpId="1" animBg="1"/>
      <p:bldP spid="33" grpId="2" animBg="1"/>
      <p:bldP spid="43" grpId="0" animBg="1"/>
      <p:bldP spid="43" grpId="1" animBg="1"/>
      <p:bldP spid="43" grpId="2" animBg="1"/>
      <p:bldP spid="44" grpId="0" animBg="1"/>
      <p:bldP spid="44" grpId="1" animBg="1"/>
      <p:bldP spid="44" grpId="2" animBg="1"/>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Caption">
    <p:spTree>
      <p:nvGrpSpPr>
        <p:cNvPr id="1" name="Shape 28"/>
        <p:cNvGrpSpPr/>
        <p:nvPr/>
      </p:nvGrpSpPr>
      <p:grpSpPr>
        <a:xfrm>
          <a:off x="0" y="0"/>
          <a:ext cx="0" cy="0"/>
          <a:chOff x="0" y="0"/>
          <a:chExt cx="0" cy="0"/>
        </a:xfrm>
      </p:grpSpPr>
      <p:sp>
        <p:nvSpPr>
          <p:cNvPr id="29" name="Shape 29"/>
          <p:cNvSpPr/>
          <p:nvPr/>
        </p:nvSpPr>
        <p:spPr>
          <a:xfrm>
            <a:off x="0" y="3429000"/>
            <a:ext cx="12192000" cy="3429000"/>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920426" y="3641186"/>
            <a:ext cx="6278488" cy="1083958"/>
          </a:xfrm>
          <a:prstGeom prst="rect">
            <a:avLst/>
          </a:prstGeom>
        </p:spPr>
        <p:txBody>
          <a:bodyPr lIns="91425" tIns="91425" rIns="91425" bIns="91425" anchor="t" anchorCtr="0">
            <a:normAutofit/>
          </a:bodyPr>
          <a:lstStyle>
            <a:lvl1pPr algn="l">
              <a:spcBef>
                <a:spcPts val="0"/>
              </a:spcBef>
              <a:buClr>
                <a:schemeClr val="lt1"/>
              </a:buClr>
              <a:buSzPct val="100000"/>
              <a:buNone/>
              <a:defRPr sz="4400">
                <a:solidFill>
                  <a:schemeClr val="bg1"/>
                </a:solidFill>
              </a:defRPr>
            </a:lvl1pPr>
          </a:lstStyle>
          <a:p>
            <a:endParaRPr dirty="0"/>
          </a:p>
        </p:txBody>
      </p:sp>
      <p:grpSp>
        <p:nvGrpSpPr>
          <p:cNvPr id="27" name="组合 26"/>
          <p:cNvGrpSpPr/>
          <p:nvPr userDrawn="1"/>
        </p:nvGrpSpPr>
        <p:grpSpPr>
          <a:xfrm>
            <a:off x="8794341" y="1112236"/>
            <a:ext cx="1958400" cy="1958400"/>
            <a:chOff x="304800" y="673100"/>
            <a:chExt cx="4000500" cy="4000500"/>
          </a:xfrm>
          <a:effectLst>
            <a:outerShdw blurRad="444500" dist="254000" dir="8100000" algn="tr" rotWithShape="0">
              <a:prstClr val="black">
                <a:alpha val="50000"/>
              </a:prstClr>
            </a:outerShdw>
          </a:effectLst>
        </p:grpSpPr>
        <p:sp>
          <p:nvSpPr>
            <p:cNvPr id="28" name="同心圆 59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1" name="椭圆 30"/>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32" name="椭圆 31"/>
          <p:cNvSpPr/>
          <p:nvPr userDrawn="1"/>
        </p:nvSpPr>
        <p:spPr>
          <a:xfrm>
            <a:off x="11402664" y="1935398"/>
            <a:ext cx="494927" cy="494927"/>
          </a:xfrm>
          <a:prstGeom prst="ellipse">
            <a:avLst/>
          </a:prstGeom>
          <a:solidFill>
            <a:schemeClr val="accent1"/>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3" name="椭圆 32"/>
          <p:cNvSpPr/>
          <p:nvPr userDrawn="1"/>
        </p:nvSpPr>
        <p:spPr>
          <a:xfrm>
            <a:off x="9158018" y="270473"/>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grpSp>
        <p:nvGrpSpPr>
          <p:cNvPr id="34" name="组合 33"/>
          <p:cNvGrpSpPr/>
          <p:nvPr userDrawn="1"/>
        </p:nvGrpSpPr>
        <p:grpSpPr>
          <a:xfrm>
            <a:off x="8582993" y="4198267"/>
            <a:ext cx="401506" cy="401506"/>
            <a:chOff x="304800" y="673100"/>
            <a:chExt cx="4000500" cy="4000500"/>
          </a:xfrm>
          <a:effectLst>
            <a:outerShdw blurRad="381000" dist="152400" dir="8100000" algn="tr" rotWithShape="0">
              <a:prstClr val="black">
                <a:alpha val="70000"/>
              </a:prstClr>
            </a:outerShdw>
          </a:effectLst>
        </p:grpSpPr>
        <p:sp>
          <p:nvSpPr>
            <p:cNvPr id="35" name="同心圆 60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6" name="椭圆 35"/>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37" name="组合 36"/>
          <p:cNvGrpSpPr/>
          <p:nvPr userDrawn="1"/>
        </p:nvGrpSpPr>
        <p:grpSpPr>
          <a:xfrm>
            <a:off x="10890798" y="484292"/>
            <a:ext cx="832063" cy="832063"/>
            <a:chOff x="304800" y="673100"/>
            <a:chExt cx="4000500" cy="4000500"/>
          </a:xfrm>
          <a:effectLst>
            <a:outerShdw blurRad="317500" dist="190500" dir="8100000" algn="tr" rotWithShape="0">
              <a:prstClr val="black">
                <a:alpha val="50000"/>
              </a:prstClr>
            </a:outerShdw>
          </a:effectLst>
        </p:grpSpPr>
        <p:sp>
          <p:nvSpPr>
            <p:cNvPr id="38" name="同心圆 60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9" name="椭圆 3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0" name="组合 39"/>
          <p:cNvGrpSpPr/>
          <p:nvPr userDrawn="1"/>
        </p:nvGrpSpPr>
        <p:grpSpPr>
          <a:xfrm>
            <a:off x="9846441" y="3611394"/>
            <a:ext cx="383981" cy="383981"/>
            <a:chOff x="304800" y="673100"/>
            <a:chExt cx="4000500" cy="4000500"/>
          </a:xfrm>
          <a:effectLst>
            <a:outerShdw blurRad="381000" dist="152400" dir="8100000" algn="tr" rotWithShape="0">
              <a:prstClr val="black">
                <a:alpha val="70000"/>
              </a:prstClr>
            </a:outerShdw>
          </a:effectLst>
        </p:grpSpPr>
        <p:sp>
          <p:nvSpPr>
            <p:cNvPr id="41" name="同心圆 6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2" name="椭圆 41"/>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43" name="椭圆 42"/>
          <p:cNvSpPr/>
          <p:nvPr userDrawn="1"/>
        </p:nvSpPr>
        <p:spPr>
          <a:xfrm>
            <a:off x="11356407" y="5318332"/>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sp>
        <p:nvSpPr>
          <p:cNvPr id="44" name="椭圆 43"/>
          <p:cNvSpPr/>
          <p:nvPr userDrawn="1"/>
        </p:nvSpPr>
        <p:spPr>
          <a:xfrm>
            <a:off x="10138808" y="5012760"/>
            <a:ext cx="183228" cy="183228"/>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45" name="组合 44"/>
          <p:cNvGrpSpPr/>
          <p:nvPr userDrawn="1"/>
        </p:nvGrpSpPr>
        <p:grpSpPr>
          <a:xfrm>
            <a:off x="10573768" y="2953691"/>
            <a:ext cx="952206" cy="952206"/>
            <a:chOff x="304800" y="673100"/>
            <a:chExt cx="4000500" cy="4000500"/>
          </a:xfrm>
          <a:effectLst>
            <a:outerShdw blurRad="317500" dist="190500" dir="8100000" algn="tr" rotWithShape="0">
              <a:prstClr val="black">
                <a:alpha val="50000"/>
              </a:prstClr>
            </a:outerShdw>
          </a:effectLst>
        </p:grpSpPr>
        <p:sp>
          <p:nvSpPr>
            <p:cNvPr id="46" name="同心圆 6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7" name="椭圆 46"/>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8" name="组合 47"/>
          <p:cNvGrpSpPr/>
          <p:nvPr userDrawn="1"/>
        </p:nvGrpSpPr>
        <p:grpSpPr>
          <a:xfrm>
            <a:off x="7699564" y="2267253"/>
            <a:ext cx="293104" cy="293104"/>
            <a:chOff x="304800" y="673100"/>
            <a:chExt cx="4000500" cy="4000500"/>
          </a:xfrm>
          <a:effectLst>
            <a:outerShdw blurRad="381000" dist="152400" dir="8100000" algn="tr" rotWithShape="0">
              <a:prstClr val="black">
                <a:alpha val="70000"/>
              </a:prstClr>
            </a:outerShdw>
          </a:effectLst>
        </p:grpSpPr>
        <p:sp>
          <p:nvSpPr>
            <p:cNvPr id="49" name="同心圆 60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50" name="椭圆 4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00"/>
                                  </p:stCondLst>
                                  <p:childTnLst>
                                    <p:set>
                                      <p:cBhvr>
                                        <p:cTn id="6" dur="1" fill="hold">
                                          <p:stCondLst>
                                            <p:cond delay="0"/>
                                          </p:stCondLst>
                                        </p:cTn>
                                        <p:tgtEl>
                                          <p:spTgt spid="27"/>
                                        </p:tgtEl>
                                        <p:attrNameLst>
                                          <p:attrName>style.visibility</p:attrName>
                                        </p:attrNameLst>
                                      </p:cBhvr>
                                      <p:to>
                                        <p:strVal val="visible"/>
                                      </p:to>
                                    </p:set>
                                  </p:childTnLst>
                                </p:cTn>
                              </p:par>
                              <p:par>
                                <p:cTn id="7" presetID="53" presetClass="entr" presetSubtype="16" fill="hold" nodeType="withEffect">
                                  <p:stCondLst>
                                    <p:cond delay="400"/>
                                  </p:stCondLst>
                                  <p:childTnLst>
                                    <p:set>
                                      <p:cBhvr>
                                        <p:cTn id="8" dur="1" fill="hold">
                                          <p:stCondLst>
                                            <p:cond delay="0"/>
                                          </p:stCondLst>
                                        </p:cTn>
                                        <p:tgtEl>
                                          <p:spTgt spid="27"/>
                                        </p:tgtEl>
                                        <p:attrNameLst>
                                          <p:attrName>style.visibility</p:attrName>
                                        </p:attrNameLst>
                                      </p:cBhvr>
                                      <p:to>
                                        <p:strVal val="visible"/>
                                      </p:to>
                                    </p:set>
                                    <p:anim calcmode="lin" valueType="num">
                                      <p:cBhvr>
                                        <p:cTn id="9" dur="1000" fill="hold"/>
                                        <p:tgtEl>
                                          <p:spTgt spid="27"/>
                                        </p:tgtEl>
                                        <p:attrNameLst>
                                          <p:attrName>ppt_w</p:attrName>
                                        </p:attrNameLst>
                                      </p:cBhvr>
                                      <p:tavLst>
                                        <p:tav tm="0">
                                          <p:val>
                                            <p:fltVal val="0"/>
                                          </p:val>
                                        </p:tav>
                                        <p:tav tm="100000">
                                          <p:val>
                                            <p:strVal val="#ppt_w"/>
                                          </p:val>
                                        </p:tav>
                                      </p:tavLst>
                                    </p:anim>
                                    <p:anim calcmode="lin" valueType="num">
                                      <p:cBhvr>
                                        <p:cTn id="10" dur="1000" fill="hold"/>
                                        <p:tgtEl>
                                          <p:spTgt spid="27"/>
                                        </p:tgtEl>
                                        <p:attrNameLst>
                                          <p:attrName>ppt_h</p:attrName>
                                        </p:attrNameLst>
                                      </p:cBhvr>
                                      <p:tavLst>
                                        <p:tav tm="0">
                                          <p:val>
                                            <p:fltVal val="0"/>
                                          </p:val>
                                        </p:tav>
                                        <p:tav tm="100000">
                                          <p:val>
                                            <p:strVal val="#ppt_h"/>
                                          </p:val>
                                        </p:tav>
                                      </p:tavLst>
                                    </p:anim>
                                    <p:animEffect transition="in" filter="fade">
                                      <p:cBhvr>
                                        <p:cTn id="11" dur="1000"/>
                                        <p:tgtEl>
                                          <p:spTgt spid="27"/>
                                        </p:tgtEl>
                                      </p:cBhvr>
                                    </p:animEffect>
                                  </p:childTnLst>
                                </p:cTn>
                              </p:par>
                              <p:par>
                                <p:cTn id="12" presetID="64" presetClass="path" presetSubtype="0" fill="hold" nodeType="withEffect">
                                  <p:stCondLst>
                                    <p:cond delay="400"/>
                                  </p:stCondLst>
                                  <p:childTnLst>
                                    <p:animMotion origin="layout" path="M -2.5E-6 -1.11111E-6 L 0.38867 0.84329 " pathEditMode="relative" rAng="0" ptsTypes="AA">
                                      <p:cBhvr>
                                        <p:cTn id="13" dur="1000" spd="-100000" fill="hold"/>
                                        <p:tgtEl>
                                          <p:spTgt spid="27"/>
                                        </p:tgtEl>
                                        <p:attrNameLst>
                                          <p:attrName>ppt_x</p:attrName>
                                          <p:attrName>ppt_y</p:attrName>
                                        </p:attrNameLst>
                                      </p:cBhvr>
                                      <p:rCtr x="19427" y="42153"/>
                                    </p:animMotion>
                                  </p:childTnLst>
                                </p:cTn>
                              </p:par>
                              <p:par>
                                <p:cTn id="14" presetID="1" presetClass="entr" presetSubtype="0" fill="hold" grpId="0" nodeType="withEffect">
                                  <p:stCondLst>
                                    <p:cond delay="300"/>
                                  </p:stCondLst>
                                  <p:childTnLst>
                                    <p:set>
                                      <p:cBhvr>
                                        <p:cTn id="15" dur="1" fill="hold">
                                          <p:stCondLst>
                                            <p:cond delay="0"/>
                                          </p:stCondLst>
                                        </p:cTn>
                                        <p:tgtEl>
                                          <p:spTgt spid="33"/>
                                        </p:tgtEl>
                                        <p:attrNameLst>
                                          <p:attrName>style.visibility</p:attrName>
                                        </p:attrNameLst>
                                      </p:cBhvr>
                                      <p:to>
                                        <p:strVal val="visible"/>
                                      </p:to>
                                    </p:set>
                                  </p:childTnLst>
                                </p:cTn>
                              </p:par>
                              <p:par>
                                <p:cTn id="16" presetID="53" presetClass="entr" presetSubtype="16" fill="hold" grpId="1" nodeType="withEffect">
                                  <p:stCondLst>
                                    <p:cond delay="300"/>
                                  </p:stCondLst>
                                  <p:childTnLst>
                                    <p:set>
                                      <p:cBhvr>
                                        <p:cTn id="17" dur="1" fill="hold">
                                          <p:stCondLst>
                                            <p:cond delay="0"/>
                                          </p:stCondLst>
                                        </p:cTn>
                                        <p:tgtEl>
                                          <p:spTgt spid="33"/>
                                        </p:tgtEl>
                                        <p:attrNameLst>
                                          <p:attrName>style.visibility</p:attrName>
                                        </p:attrNameLst>
                                      </p:cBhvr>
                                      <p:to>
                                        <p:strVal val="visible"/>
                                      </p:to>
                                    </p:set>
                                    <p:anim calcmode="lin" valueType="num">
                                      <p:cBhvr>
                                        <p:cTn id="18" dur="1000" fill="hold"/>
                                        <p:tgtEl>
                                          <p:spTgt spid="33"/>
                                        </p:tgtEl>
                                        <p:attrNameLst>
                                          <p:attrName>ppt_w</p:attrName>
                                        </p:attrNameLst>
                                      </p:cBhvr>
                                      <p:tavLst>
                                        <p:tav tm="0">
                                          <p:val>
                                            <p:fltVal val="0"/>
                                          </p:val>
                                        </p:tav>
                                        <p:tav tm="100000">
                                          <p:val>
                                            <p:strVal val="#ppt_w"/>
                                          </p:val>
                                        </p:tav>
                                      </p:tavLst>
                                    </p:anim>
                                    <p:anim calcmode="lin" valueType="num">
                                      <p:cBhvr>
                                        <p:cTn id="19" dur="1000" fill="hold"/>
                                        <p:tgtEl>
                                          <p:spTgt spid="33"/>
                                        </p:tgtEl>
                                        <p:attrNameLst>
                                          <p:attrName>ppt_h</p:attrName>
                                        </p:attrNameLst>
                                      </p:cBhvr>
                                      <p:tavLst>
                                        <p:tav tm="0">
                                          <p:val>
                                            <p:fltVal val="0"/>
                                          </p:val>
                                        </p:tav>
                                        <p:tav tm="100000">
                                          <p:val>
                                            <p:strVal val="#ppt_h"/>
                                          </p:val>
                                        </p:tav>
                                      </p:tavLst>
                                    </p:anim>
                                    <p:animEffect transition="in" filter="fade">
                                      <p:cBhvr>
                                        <p:cTn id="20" dur="1000"/>
                                        <p:tgtEl>
                                          <p:spTgt spid="33"/>
                                        </p:tgtEl>
                                      </p:cBhvr>
                                    </p:animEffect>
                                  </p:childTnLst>
                                </p:cTn>
                              </p:par>
                              <p:par>
                                <p:cTn id="21" presetID="64" presetClass="path" presetSubtype="0" fill="hold" grpId="2" nodeType="withEffect">
                                  <p:stCondLst>
                                    <p:cond delay="300"/>
                                  </p:stCondLst>
                                  <p:childTnLst>
                                    <p:animMotion origin="layout" path="M 2.77778E-6 2.422E-6 L 0.39375 -0.33797 " pathEditMode="relative" rAng="0" ptsTypes="AA">
                                      <p:cBhvr>
                                        <p:cTn id="22" dur="1000" spd="-100000" fill="hold"/>
                                        <p:tgtEl>
                                          <p:spTgt spid="33"/>
                                        </p:tgtEl>
                                        <p:attrNameLst>
                                          <p:attrName>ppt_x</p:attrName>
                                          <p:attrName>ppt_y</p:attrName>
                                        </p:attrNameLst>
                                      </p:cBhvr>
                                      <p:rCtr x="19688" y="-16898"/>
                                    </p:animMotion>
                                  </p:childTnLst>
                                </p:cTn>
                              </p:par>
                              <p:par>
                                <p:cTn id="23" presetID="1" presetClass="entr" presetSubtype="0" fill="hold" nodeType="withEffect">
                                  <p:stCondLst>
                                    <p:cond delay="300"/>
                                  </p:stCondLst>
                                  <p:childTnLst>
                                    <p:set>
                                      <p:cBhvr>
                                        <p:cTn id="24" dur="1" fill="hold">
                                          <p:stCondLst>
                                            <p:cond delay="0"/>
                                          </p:stCondLst>
                                        </p:cTn>
                                        <p:tgtEl>
                                          <p:spTgt spid="34"/>
                                        </p:tgtEl>
                                        <p:attrNameLst>
                                          <p:attrName>style.visibility</p:attrName>
                                        </p:attrNameLst>
                                      </p:cBhvr>
                                      <p:to>
                                        <p:strVal val="visible"/>
                                      </p:to>
                                    </p:set>
                                  </p:childTnLst>
                                </p:cTn>
                              </p:par>
                              <p:par>
                                <p:cTn id="25" presetID="53" presetClass="entr" presetSubtype="16" fill="hold" nodeType="withEffect">
                                  <p:stCondLst>
                                    <p:cond delay="300"/>
                                  </p:stCondLst>
                                  <p:childTnLst>
                                    <p:set>
                                      <p:cBhvr>
                                        <p:cTn id="26" dur="1" fill="hold">
                                          <p:stCondLst>
                                            <p:cond delay="0"/>
                                          </p:stCondLst>
                                        </p:cTn>
                                        <p:tgtEl>
                                          <p:spTgt spid="34"/>
                                        </p:tgtEl>
                                        <p:attrNameLst>
                                          <p:attrName>style.visibility</p:attrName>
                                        </p:attrNameLst>
                                      </p:cBhvr>
                                      <p:to>
                                        <p:strVal val="visible"/>
                                      </p:to>
                                    </p:set>
                                    <p:anim calcmode="lin" valueType="num">
                                      <p:cBhvr>
                                        <p:cTn id="27" dur="1000" fill="hold"/>
                                        <p:tgtEl>
                                          <p:spTgt spid="34"/>
                                        </p:tgtEl>
                                        <p:attrNameLst>
                                          <p:attrName>ppt_w</p:attrName>
                                        </p:attrNameLst>
                                      </p:cBhvr>
                                      <p:tavLst>
                                        <p:tav tm="0">
                                          <p:val>
                                            <p:fltVal val="0"/>
                                          </p:val>
                                        </p:tav>
                                        <p:tav tm="100000">
                                          <p:val>
                                            <p:strVal val="#ppt_w"/>
                                          </p:val>
                                        </p:tav>
                                      </p:tavLst>
                                    </p:anim>
                                    <p:anim calcmode="lin" valueType="num">
                                      <p:cBhvr>
                                        <p:cTn id="28" dur="1000" fill="hold"/>
                                        <p:tgtEl>
                                          <p:spTgt spid="34"/>
                                        </p:tgtEl>
                                        <p:attrNameLst>
                                          <p:attrName>ppt_h</p:attrName>
                                        </p:attrNameLst>
                                      </p:cBhvr>
                                      <p:tavLst>
                                        <p:tav tm="0">
                                          <p:val>
                                            <p:fltVal val="0"/>
                                          </p:val>
                                        </p:tav>
                                        <p:tav tm="100000">
                                          <p:val>
                                            <p:strVal val="#ppt_h"/>
                                          </p:val>
                                        </p:tav>
                                      </p:tavLst>
                                    </p:anim>
                                    <p:animEffect transition="in" filter="fade">
                                      <p:cBhvr>
                                        <p:cTn id="29" dur="1000"/>
                                        <p:tgtEl>
                                          <p:spTgt spid="34"/>
                                        </p:tgtEl>
                                      </p:cBhvr>
                                    </p:animEffect>
                                  </p:childTnLst>
                                </p:cTn>
                              </p:par>
                              <p:par>
                                <p:cTn id="30" presetID="64" presetClass="path" presetSubtype="0" fill="hold" nodeType="withEffect">
                                  <p:stCondLst>
                                    <p:cond delay="300"/>
                                  </p:stCondLst>
                                  <p:childTnLst>
                                    <p:animMotion origin="layout" path="M 1.11111E-6 2.46914E-7 L 0.20451 0.58426 " pathEditMode="relative" rAng="0" ptsTypes="AA">
                                      <p:cBhvr>
                                        <p:cTn id="31" dur="1000" spd="-100000" fill="hold"/>
                                        <p:tgtEl>
                                          <p:spTgt spid="34"/>
                                        </p:tgtEl>
                                        <p:attrNameLst>
                                          <p:attrName>ppt_x</p:attrName>
                                          <p:attrName>ppt_y</p:attrName>
                                        </p:attrNameLst>
                                      </p:cBhvr>
                                      <p:rCtr x="10226" y="29198"/>
                                    </p:animMotion>
                                  </p:childTnLst>
                                </p:cTn>
                              </p:par>
                              <p:par>
                                <p:cTn id="32" presetID="1"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p:cTn id="36" dur="1000" fill="hold"/>
                                        <p:tgtEl>
                                          <p:spTgt spid="37"/>
                                        </p:tgtEl>
                                        <p:attrNameLst>
                                          <p:attrName>ppt_w</p:attrName>
                                        </p:attrNameLst>
                                      </p:cBhvr>
                                      <p:tavLst>
                                        <p:tav tm="0">
                                          <p:val>
                                            <p:fltVal val="0"/>
                                          </p:val>
                                        </p:tav>
                                        <p:tav tm="100000">
                                          <p:val>
                                            <p:strVal val="#ppt_w"/>
                                          </p:val>
                                        </p:tav>
                                      </p:tavLst>
                                    </p:anim>
                                    <p:anim calcmode="lin" valueType="num">
                                      <p:cBhvr>
                                        <p:cTn id="37" dur="1000" fill="hold"/>
                                        <p:tgtEl>
                                          <p:spTgt spid="37"/>
                                        </p:tgtEl>
                                        <p:attrNameLst>
                                          <p:attrName>ppt_h</p:attrName>
                                        </p:attrNameLst>
                                      </p:cBhvr>
                                      <p:tavLst>
                                        <p:tav tm="0">
                                          <p:val>
                                            <p:fltVal val="0"/>
                                          </p:val>
                                        </p:tav>
                                        <p:tav tm="100000">
                                          <p:val>
                                            <p:strVal val="#ppt_h"/>
                                          </p:val>
                                        </p:tav>
                                      </p:tavLst>
                                    </p:anim>
                                    <p:animEffect transition="in" filter="fade">
                                      <p:cBhvr>
                                        <p:cTn id="38" dur="1000"/>
                                        <p:tgtEl>
                                          <p:spTgt spid="37"/>
                                        </p:tgtEl>
                                      </p:cBhvr>
                                    </p:animEffect>
                                  </p:childTnLst>
                                </p:cTn>
                              </p:par>
                              <p:par>
                                <p:cTn id="39" presetID="64" presetClass="path" presetSubtype="0" fill="hold" nodeType="withEffect">
                                  <p:stCondLst>
                                    <p:cond delay="0"/>
                                  </p:stCondLst>
                                  <p:childTnLst>
                                    <p:animMotion origin="layout" path="M 1.11111E-6 3.7037E-7 L -0.52465 -0.50957 " pathEditMode="relative" rAng="0" ptsTypes="AA">
                                      <p:cBhvr>
                                        <p:cTn id="40" dur="1000" spd="-100000" fill="hold"/>
                                        <p:tgtEl>
                                          <p:spTgt spid="37"/>
                                        </p:tgtEl>
                                        <p:attrNameLst>
                                          <p:attrName>ppt_x</p:attrName>
                                          <p:attrName>ppt_y</p:attrName>
                                        </p:attrNameLst>
                                      </p:cBhvr>
                                      <p:rCtr x="-26233" y="-25494"/>
                                    </p:animMotion>
                                  </p:childTnLst>
                                </p:cTn>
                              </p:par>
                              <p:par>
                                <p:cTn id="41" presetID="1" presetClass="entr" presetSubtype="0" fill="hold" grpId="0" nodeType="withEffect">
                                  <p:stCondLst>
                                    <p:cond delay="200"/>
                                  </p:stCondLst>
                                  <p:childTnLst>
                                    <p:set>
                                      <p:cBhvr>
                                        <p:cTn id="42" dur="1" fill="hold">
                                          <p:stCondLst>
                                            <p:cond delay="0"/>
                                          </p:stCondLst>
                                        </p:cTn>
                                        <p:tgtEl>
                                          <p:spTgt spid="43"/>
                                        </p:tgtEl>
                                        <p:attrNameLst>
                                          <p:attrName>style.visibility</p:attrName>
                                        </p:attrNameLst>
                                      </p:cBhvr>
                                      <p:to>
                                        <p:strVal val="visible"/>
                                      </p:to>
                                    </p:set>
                                  </p:childTnLst>
                                </p:cTn>
                              </p:par>
                              <p:par>
                                <p:cTn id="43" presetID="53" presetClass="entr" presetSubtype="16" fill="hold" grpId="1" nodeType="withEffect">
                                  <p:stCondLst>
                                    <p:cond delay="200"/>
                                  </p:stCondLst>
                                  <p:childTnLst>
                                    <p:set>
                                      <p:cBhvr>
                                        <p:cTn id="44" dur="1" fill="hold">
                                          <p:stCondLst>
                                            <p:cond delay="0"/>
                                          </p:stCondLst>
                                        </p:cTn>
                                        <p:tgtEl>
                                          <p:spTgt spid="43"/>
                                        </p:tgtEl>
                                        <p:attrNameLst>
                                          <p:attrName>style.visibility</p:attrName>
                                        </p:attrNameLst>
                                      </p:cBhvr>
                                      <p:to>
                                        <p:strVal val="visible"/>
                                      </p:to>
                                    </p:set>
                                    <p:anim calcmode="lin" valueType="num">
                                      <p:cBhvr>
                                        <p:cTn id="45" dur="1000" fill="hold"/>
                                        <p:tgtEl>
                                          <p:spTgt spid="43"/>
                                        </p:tgtEl>
                                        <p:attrNameLst>
                                          <p:attrName>ppt_w</p:attrName>
                                        </p:attrNameLst>
                                      </p:cBhvr>
                                      <p:tavLst>
                                        <p:tav tm="0">
                                          <p:val>
                                            <p:fltVal val="0"/>
                                          </p:val>
                                        </p:tav>
                                        <p:tav tm="100000">
                                          <p:val>
                                            <p:strVal val="#ppt_w"/>
                                          </p:val>
                                        </p:tav>
                                      </p:tavLst>
                                    </p:anim>
                                    <p:anim calcmode="lin" valueType="num">
                                      <p:cBhvr>
                                        <p:cTn id="46" dur="1000" fill="hold"/>
                                        <p:tgtEl>
                                          <p:spTgt spid="43"/>
                                        </p:tgtEl>
                                        <p:attrNameLst>
                                          <p:attrName>ppt_h</p:attrName>
                                        </p:attrNameLst>
                                      </p:cBhvr>
                                      <p:tavLst>
                                        <p:tav tm="0">
                                          <p:val>
                                            <p:fltVal val="0"/>
                                          </p:val>
                                        </p:tav>
                                        <p:tav tm="100000">
                                          <p:val>
                                            <p:strVal val="#ppt_h"/>
                                          </p:val>
                                        </p:tav>
                                      </p:tavLst>
                                    </p:anim>
                                    <p:animEffect transition="in" filter="fade">
                                      <p:cBhvr>
                                        <p:cTn id="47" dur="1000"/>
                                        <p:tgtEl>
                                          <p:spTgt spid="43"/>
                                        </p:tgtEl>
                                      </p:cBhvr>
                                    </p:animEffect>
                                  </p:childTnLst>
                                </p:cTn>
                              </p:par>
                              <p:par>
                                <p:cTn id="48" presetID="64" presetClass="path" presetSubtype="0" fill="hold" grpId="2" nodeType="withEffect">
                                  <p:stCondLst>
                                    <p:cond delay="200"/>
                                  </p:stCondLst>
                                  <p:childTnLst>
                                    <p:animMotion origin="layout" path="M -2.22222E-6 1.18319E-6 L 0.21702 -0.37071 " pathEditMode="relative" rAng="0" ptsTypes="AA">
                                      <p:cBhvr>
                                        <p:cTn id="49" dur="1000" spd="-100000" fill="hold"/>
                                        <p:tgtEl>
                                          <p:spTgt spid="43"/>
                                        </p:tgtEl>
                                        <p:attrNameLst>
                                          <p:attrName>ppt_x</p:attrName>
                                          <p:attrName>ppt_y</p:attrName>
                                        </p:attrNameLst>
                                      </p:cBhvr>
                                      <p:rCtr x="10851" y="-18536"/>
                                    </p:animMotion>
                                  </p:childTnLst>
                                </p:cTn>
                              </p:par>
                              <p:par>
                                <p:cTn id="50" presetID="1" presetClass="entr" presetSubtype="0" fill="hold" grpId="0" nodeType="withEffect">
                                  <p:stCondLst>
                                    <p:cond delay="400"/>
                                  </p:stCondLst>
                                  <p:childTnLst>
                                    <p:set>
                                      <p:cBhvr>
                                        <p:cTn id="51" dur="1" fill="hold">
                                          <p:stCondLst>
                                            <p:cond delay="0"/>
                                          </p:stCondLst>
                                        </p:cTn>
                                        <p:tgtEl>
                                          <p:spTgt spid="44"/>
                                        </p:tgtEl>
                                        <p:attrNameLst>
                                          <p:attrName>style.visibility</p:attrName>
                                        </p:attrNameLst>
                                      </p:cBhvr>
                                      <p:to>
                                        <p:strVal val="visible"/>
                                      </p:to>
                                    </p:set>
                                  </p:childTnLst>
                                </p:cTn>
                              </p:par>
                              <p:par>
                                <p:cTn id="52" presetID="53" presetClass="entr" presetSubtype="16" fill="hold" grpId="1" nodeType="withEffect">
                                  <p:stCondLst>
                                    <p:cond delay="400"/>
                                  </p:stCondLst>
                                  <p:childTnLst>
                                    <p:set>
                                      <p:cBhvr>
                                        <p:cTn id="53" dur="1" fill="hold">
                                          <p:stCondLst>
                                            <p:cond delay="0"/>
                                          </p:stCondLst>
                                        </p:cTn>
                                        <p:tgtEl>
                                          <p:spTgt spid="44"/>
                                        </p:tgtEl>
                                        <p:attrNameLst>
                                          <p:attrName>style.visibility</p:attrName>
                                        </p:attrNameLst>
                                      </p:cBhvr>
                                      <p:to>
                                        <p:strVal val="visible"/>
                                      </p:to>
                                    </p:set>
                                    <p:anim calcmode="lin" valueType="num">
                                      <p:cBhvr>
                                        <p:cTn id="54" dur="1000" fill="hold"/>
                                        <p:tgtEl>
                                          <p:spTgt spid="44"/>
                                        </p:tgtEl>
                                        <p:attrNameLst>
                                          <p:attrName>ppt_w</p:attrName>
                                        </p:attrNameLst>
                                      </p:cBhvr>
                                      <p:tavLst>
                                        <p:tav tm="0">
                                          <p:val>
                                            <p:fltVal val="0"/>
                                          </p:val>
                                        </p:tav>
                                        <p:tav tm="100000">
                                          <p:val>
                                            <p:strVal val="#ppt_w"/>
                                          </p:val>
                                        </p:tav>
                                      </p:tavLst>
                                    </p:anim>
                                    <p:anim calcmode="lin" valueType="num">
                                      <p:cBhvr>
                                        <p:cTn id="55" dur="1000" fill="hold"/>
                                        <p:tgtEl>
                                          <p:spTgt spid="44"/>
                                        </p:tgtEl>
                                        <p:attrNameLst>
                                          <p:attrName>ppt_h</p:attrName>
                                        </p:attrNameLst>
                                      </p:cBhvr>
                                      <p:tavLst>
                                        <p:tav tm="0">
                                          <p:val>
                                            <p:fltVal val="0"/>
                                          </p:val>
                                        </p:tav>
                                        <p:tav tm="100000">
                                          <p:val>
                                            <p:strVal val="#ppt_h"/>
                                          </p:val>
                                        </p:tav>
                                      </p:tavLst>
                                    </p:anim>
                                    <p:animEffect transition="in" filter="fade">
                                      <p:cBhvr>
                                        <p:cTn id="56" dur="1000"/>
                                        <p:tgtEl>
                                          <p:spTgt spid="44"/>
                                        </p:tgtEl>
                                      </p:cBhvr>
                                    </p:animEffect>
                                  </p:childTnLst>
                                </p:cTn>
                              </p:par>
                              <p:par>
                                <p:cTn id="57" presetID="64" presetClass="path" presetSubtype="0" fill="hold" grpId="2" nodeType="withEffect">
                                  <p:stCondLst>
                                    <p:cond delay="400"/>
                                  </p:stCondLst>
                                  <p:childTnLst>
                                    <p:animMotion origin="layout" path="M 5E-6 2.09762E-6 L -0.18855 -1.11369 " pathEditMode="relative" rAng="0" ptsTypes="AA">
                                      <p:cBhvr>
                                        <p:cTn id="58" dur="1000" spd="-100000" fill="hold"/>
                                        <p:tgtEl>
                                          <p:spTgt spid="44"/>
                                        </p:tgtEl>
                                        <p:attrNameLst>
                                          <p:attrName>ppt_x</p:attrName>
                                          <p:attrName>ppt_y</p:attrName>
                                        </p:attrNameLst>
                                      </p:cBhvr>
                                      <p:rCtr x="-9427" y="-55700"/>
                                    </p:animMotion>
                                  </p:childTnLst>
                                </p:cTn>
                              </p:par>
                              <p:par>
                                <p:cTn id="59" presetID="1" presetClass="entr" presetSubtype="0" fill="hold" grpId="0" nodeType="withEffect">
                                  <p:stCondLst>
                                    <p:cond delay="200"/>
                                  </p:stCondLst>
                                  <p:childTnLst>
                                    <p:set>
                                      <p:cBhvr>
                                        <p:cTn id="60" dur="1" fill="hold">
                                          <p:stCondLst>
                                            <p:cond delay="0"/>
                                          </p:stCondLst>
                                        </p:cTn>
                                        <p:tgtEl>
                                          <p:spTgt spid="32"/>
                                        </p:tgtEl>
                                        <p:attrNameLst>
                                          <p:attrName>style.visibility</p:attrName>
                                        </p:attrNameLst>
                                      </p:cBhvr>
                                      <p:to>
                                        <p:strVal val="visible"/>
                                      </p:to>
                                    </p:set>
                                  </p:childTnLst>
                                </p:cTn>
                              </p:par>
                              <p:par>
                                <p:cTn id="61" presetID="53" presetClass="entr" presetSubtype="16" fill="hold" grpId="1" nodeType="withEffect">
                                  <p:stCondLst>
                                    <p:cond delay="200"/>
                                  </p:stCondLst>
                                  <p:childTnLst>
                                    <p:set>
                                      <p:cBhvr>
                                        <p:cTn id="62" dur="1" fill="hold">
                                          <p:stCondLst>
                                            <p:cond delay="0"/>
                                          </p:stCondLst>
                                        </p:cTn>
                                        <p:tgtEl>
                                          <p:spTgt spid="32"/>
                                        </p:tgtEl>
                                        <p:attrNameLst>
                                          <p:attrName>style.visibility</p:attrName>
                                        </p:attrNameLst>
                                      </p:cBhvr>
                                      <p:to>
                                        <p:strVal val="visible"/>
                                      </p:to>
                                    </p:set>
                                    <p:anim calcmode="lin" valueType="num">
                                      <p:cBhvr>
                                        <p:cTn id="63" dur="1000" fill="hold"/>
                                        <p:tgtEl>
                                          <p:spTgt spid="32"/>
                                        </p:tgtEl>
                                        <p:attrNameLst>
                                          <p:attrName>ppt_w</p:attrName>
                                        </p:attrNameLst>
                                      </p:cBhvr>
                                      <p:tavLst>
                                        <p:tav tm="0">
                                          <p:val>
                                            <p:fltVal val="0"/>
                                          </p:val>
                                        </p:tav>
                                        <p:tav tm="100000">
                                          <p:val>
                                            <p:strVal val="#ppt_w"/>
                                          </p:val>
                                        </p:tav>
                                      </p:tavLst>
                                    </p:anim>
                                    <p:anim calcmode="lin" valueType="num">
                                      <p:cBhvr>
                                        <p:cTn id="64" dur="1000" fill="hold"/>
                                        <p:tgtEl>
                                          <p:spTgt spid="32"/>
                                        </p:tgtEl>
                                        <p:attrNameLst>
                                          <p:attrName>ppt_h</p:attrName>
                                        </p:attrNameLst>
                                      </p:cBhvr>
                                      <p:tavLst>
                                        <p:tav tm="0">
                                          <p:val>
                                            <p:fltVal val="0"/>
                                          </p:val>
                                        </p:tav>
                                        <p:tav tm="100000">
                                          <p:val>
                                            <p:strVal val="#ppt_h"/>
                                          </p:val>
                                        </p:tav>
                                      </p:tavLst>
                                    </p:anim>
                                    <p:animEffect transition="in" filter="fade">
                                      <p:cBhvr>
                                        <p:cTn id="65" dur="1000"/>
                                        <p:tgtEl>
                                          <p:spTgt spid="32"/>
                                        </p:tgtEl>
                                      </p:cBhvr>
                                    </p:animEffect>
                                  </p:childTnLst>
                                </p:cTn>
                              </p:par>
                              <p:par>
                                <p:cTn id="66" presetID="64" presetClass="path" presetSubtype="0" fill="hold" grpId="2" nodeType="withEffect">
                                  <p:stCondLst>
                                    <p:cond delay="200"/>
                                  </p:stCondLst>
                                  <p:childTnLst>
                                    <p:animMotion origin="layout" path="M 0 -2.71605E-6 L 0.12309 0.575 " pathEditMode="relative" rAng="0" ptsTypes="AA">
                                      <p:cBhvr>
                                        <p:cTn id="67" dur="1000" spd="-100000" fill="hold"/>
                                        <p:tgtEl>
                                          <p:spTgt spid="32"/>
                                        </p:tgtEl>
                                        <p:attrNameLst>
                                          <p:attrName>ppt_x</p:attrName>
                                          <p:attrName>ppt_y</p:attrName>
                                        </p:attrNameLst>
                                      </p:cBhvr>
                                      <p:rCtr x="6146" y="28735"/>
                                    </p:animMotion>
                                  </p:childTnLst>
                                </p:cTn>
                              </p:par>
                              <p:par>
                                <p:cTn id="68" presetID="1" presetClass="entr" presetSubtype="0" fill="hold" nodeType="withEffect">
                                  <p:stCondLst>
                                    <p:cond delay="400"/>
                                  </p:stCondLst>
                                  <p:childTnLst>
                                    <p:set>
                                      <p:cBhvr>
                                        <p:cTn id="69" dur="1" fill="hold">
                                          <p:stCondLst>
                                            <p:cond delay="0"/>
                                          </p:stCondLst>
                                        </p:cTn>
                                        <p:tgtEl>
                                          <p:spTgt spid="48"/>
                                        </p:tgtEl>
                                        <p:attrNameLst>
                                          <p:attrName>style.visibility</p:attrName>
                                        </p:attrNameLst>
                                      </p:cBhvr>
                                      <p:to>
                                        <p:strVal val="visible"/>
                                      </p:to>
                                    </p:set>
                                  </p:childTnLst>
                                </p:cTn>
                              </p:par>
                              <p:par>
                                <p:cTn id="70" presetID="53" presetClass="entr" presetSubtype="16" fill="hold" nodeType="withEffect">
                                  <p:stCondLst>
                                    <p:cond delay="400"/>
                                  </p:stCondLst>
                                  <p:childTnLst>
                                    <p:set>
                                      <p:cBhvr>
                                        <p:cTn id="71" dur="1" fill="hold">
                                          <p:stCondLst>
                                            <p:cond delay="0"/>
                                          </p:stCondLst>
                                        </p:cTn>
                                        <p:tgtEl>
                                          <p:spTgt spid="48"/>
                                        </p:tgtEl>
                                        <p:attrNameLst>
                                          <p:attrName>style.visibility</p:attrName>
                                        </p:attrNameLst>
                                      </p:cBhvr>
                                      <p:to>
                                        <p:strVal val="visible"/>
                                      </p:to>
                                    </p:set>
                                    <p:anim calcmode="lin" valueType="num">
                                      <p:cBhvr>
                                        <p:cTn id="72" dur="1000" fill="hold"/>
                                        <p:tgtEl>
                                          <p:spTgt spid="48"/>
                                        </p:tgtEl>
                                        <p:attrNameLst>
                                          <p:attrName>ppt_w</p:attrName>
                                        </p:attrNameLst>
                                      </p:cBhvr>
                                      <p:tavLst>
                                        <p:tav tm="0">
                                          <p:val>
                                            <p:fltVal val="0"/>
                                          </p:val>
                                        </p:tav>
                                        <p:tav tm="100000">
                                          <p:val>
                                            <p:strVal val="#ppt_w"/>
                                          </p:val>
                                        </p:tav>
                                      </p:tavLst>
                                    </p:anim>
                                    <p:anim calcmode="lin" valueType="num">
                                      <p:cBhvr>
                                        <p:cTn id="73" dur="1000" fill="hold"/>
                                        <p:tgtEl>
                                          <p:spTgt spid="48"/>
                                        </p:tgtEl>
                                        <p:attrNameLst>
                                          <p:attrName>ppt_h</p:attrName>
                                        </p:attrNameLst>
                                      </p:cBhvr>
                                      <p:tavLst>
                                        <p:tav tm="0">
                                          <p:val>
                                            <p:fltVal val="0"/>
                                          </p:val>
                                        </p:tav>
                                        <p:tav tm="100000">
                                          <p:val>
                                            <p:strVal val="#ppt_h"/>
                                          </p:val>
                                        </p:tav>
                                      </p:tavLst>
                                    </p:anim>
                                    <p:animEffect transition="in" filter="fade">
                                      <p:cBhvr>
                                        <p:cTn id="74" dur="1000"/>
                                        <p:tgtEl>
                                          <p:spTgt spid="48"/>
                                        </p:tgtEl>
                                      </p:cBhvr>
                                    </p:animEffect>
                                  </p:childTnLst>
                                </p:cTn>
                              </p:par>
                              <p:par>
                                <p:cTn id="75" presetID="64" presetClass="path" presetSubtype="0" fill="hold" nodeType="withEffect">
                                  <p:stCondLst>
                                    <p:cond delay="400"/>
                                  </p:stCondLst>
                                  <p:childTnLst>
                                    <p:animMotion origin="layout" path="M 2.5E-6 6.17284E-7 L -0.71736 -0.40556 " pathEditMode="relative" rAng="0" ptsTypes="AA">
                                      <p:cBhvr>
                                        <p:cTn id="76" dur="1000" spd="-100000" fill="hold"/>
                                        <p:tgtEl>
                                          <p:spTgt spid="48"/>
                                        </p:tgtEl>
                                        <p:attrNameLst>
                                          <p:attrName>ppt_x</p:attrName>
                                          <p:attrName>ppt_y</p:attrName>
                                        </p:attrNameLst>
                                      </p:cBhvr>
                                      <p:rCtr x="-35868" y="-20278"/>
                                    </p:animMotion>
                                  </p:childTnLst>
                                </p:cTn>
                              </p:par>
                              <p:par>
                                <p:cTn id="77" presetID="1" presetClass="entr" presetSubtype="0" fill="hold" nodeType="withEffect">
                                  <p:stCondLst>
                                    <p:cond delay="300"/>
                                  </p:stCondLst>
                                  <p:childTnLst>
                                    <p:set>
                                      <p:cBhvr>
                                        <p:cTn id="78" dur="1" fill="hold">
                                          <p:stCondLst>
                                            <p:cond delay="0"/>
                                          </p:stCondLst>
                                        </p:cTn>
                                        <p:tgtEl>
                                          <p:spTgt spid="40"/>
                                        </p:tgtEl>
                                        <p:attrNameLst>
                                          <p:attrName>style.visibility</p:attrName>
                                        </p:attrNameLst>
                                      </p:cBhvr>
                                      <p:to>
                                        <p:strVal val="visible"/>
                                      </p:to>
                                    </p:set>
                                  </p:childTnLst>
                                </p:cTn>
                              </p:par>
                              <p:par>
                                <p:cTn id="79" presetID="53" presetClass="entr" presetSubtype="16" fill="hold" nodeType="withEffect">
                                  <p:stCondLst>
                                    <p:cond delay="300"/>
                                  </p:stCondLst>
                                  <p:childTnLst>
                                    <p:set>
                                      <p:cBhvr>
                                        <p:cTn id="80" dur="1" fill="hold">
                                          <p:stCondLst>
                                            <p:cond delay="0"/>
                                          </p:stCondLst>
                                        </p:cTn>
                                        <p:tgtEl>
                                          <p:spTgt spid="40"/>
                                        </p:tgtEl>
                                        <p:attrNameLst>
                                          <p:attrName>style.visibility</p:attrName>
                                        </p:attrNameLst>
                                      </p:cBhvr>
                                      <p:to>
                                        <p:strVal val="visible"/>
                                      </p:to>
                                    </p:set>
                                    <p:anim calcmode="lin" valueType="num">
                                      <p:cBhvr>
                                        <p:cTn id="81" dur="1000" fill="hold"/>
                                        <p:tgtEl>
                                          <p:spTgt spid="40"/>
                                        </p:tgtEl>
                                        <p:attrNameLst>
                                          <p:attrName>ppt_w</p:attrName>
                                        </p:attrNameLst>
                                      </p:cBhvr>
                                      <p:tavLst>
                                        <p:tav tm="0">
                                          <p:val>
                                            <p:fltVal val="0"/>
                                          </p:val>
                                        </p:tav>
                                        <p:tav tm="100000">
                                          <p:val>
                                            <p:strVal val="#ppt_w"/>
                                          </p:val>
                                        </p:tav>
                                      </p:tavLst>
                                    </p:anim>
                                    <p:anim calcmode="lin" valueType="num">
                                      <p:cBhvr>
                                        <p:cTn id="82" dur="1000" fill="hold"/>
                                        <p:tgtEl>
                                          <p:spTgt spid="40"/>
                                        </p:tgtEl>
                                        <p:attrNameLst>
                                          <p:attrName>ppt_h</p:attrName>
                                        </p:attrNameLst>
                                      </p:cBhvr>
                                      <p:tavLst>
                                        <p:tav tm="0">
                                          <p:val>
                                            <p:fltVal val="0"/>
                                          </p:val>
                                        </p:tav>
                                        <p:tav tm="100000">
                                          <p:val>
                                            <p:strVal val="#ppt_h"/>
                                          </p:val>
                                        </p:tav>
                                      </p:tavLst>
                                    </p:anim>
                                    <p:animEffect transition="in" filter="fade">
                                      <p:cBhvr>
                                        <p:cTn id="83" dur="1000"/>
                                        <p:tgtEl>
                                          <p:spTgt spid="40"/>
                                        </p:tgtEl>
                                      </p:cBhvr>
                                    </p:animEffect>
                                  </p:childTnLst>
                                </p:cTn>
                              </p:par>
                              <p:par>
                                <p:cTn id="84" presetID="64" presetClass="path" presetSubtype="0" fill="hold" nodeType="withEffect">
                                  <p:stCondLst>
                                    <p:cond delay="300"/>
                                  </p:stCondLst>
                                  <p:childTnLst>
                                    <p:animMotion origin="layout" path="M -8.33333E-7 3.20988E-6 L 1.0349 -0.87346 " pathEditMode="relative" rAng="0" ptsTypes="AA">
                                      <p:cBhvr>
                                        <p:cTn id="85" dur="1000" spd="-100000" fill="hold"/>
                                        <p:tgtEl>
                                          <p:spTgt spid="40"/>
                                        </p:tgtEl>
                                        <p:attrNameLst>
                                          <p:attrName>ppt_x</p:attrName>
                                          <p:attrName>ppt_y</p:attrName>
                                        </p:attrNameLst>
                                      </p:cBhvr>
                                      <p:rCtr x="51736" y="-43673"/>
                                    </p:animMotion>
                                  </p:childTnLst>
                                </p:cTn>
                              </p:par>
                              <p:par>
                                <p:cTn id="86" presetID="1" presetClass="entr" presetSubtype="0" fill="hold" nodeType="withEffect">
                                  <p:stCondLst>
                                    <p:cond delay="200"/>
                                  </p:stCondLst>
                                  <p:childTnLst>
                                    <p:set>
                                      <p:cBhvr>
                                        <p:cTn id="87" dur="1" fill="hold">
                                          <p:stCondLst>
                                            <p:cond delay="0"/>
                                          </p:stCondLst>
                                        </p:cTn>
                                        <p:tgtEl>
                                          <p:spTgt spid="45"/>
                                        </p:tgtEl>
                                        <p:attrNameLst>
                                          <p:attrName>style.visibility</p:attrName>
                                        </p:attrNameLst>
                                      </p:cBhvr>
                                      <p:to>
                                        <p:strVal val="visible"/>
                                      </p:to>
                                    </p:set>
                                  </p:childTnLst>
                                </p:cTn>
                              </p:par>
                              <p:par>
                                <p:cTn id="88" presetID="53" presetClass="entr" presetSubtype="16" fill="hold" nodeType="withEffect">
                                  <p:stCondLst>
                                    <p:cond delay="200"/>
                                  </p:stCondLst>
                                  <p:childTnLst>
                                    <p:set>
                                      <p:cBhvr>
                                        <p:cTn id="89" dur="1" fill="hold">
                                          <p:stCondLst>
                                            <p:cond delay="0"/>
                                          </p:stCondLst>
                                        </p:cTn>
                                        <p:tgtEl>
                                          <p:spTgt spid="45"/>
                                        </p:tgtEl>
                                        <p:attrNameLst>
                                          <p:attrName>style.visibility</p:attrName>
                                        </p:attrNameLst>
                                      </p:cBhvr>
                                      <p:to>
                                        <p:strVal val="visible"/>
                                      </p:to>
                                    </p:set>
                                    <p:anim calcmode="lin" valueType="num">
                                      <p:cBhvr>
                                        <p:cTn id="90" dur="1000" fill="hold"/>
                                        <p:tgtEl>
                                          <p:spTgt spid="45"/>
                                        </p:tgtEl>
                                        <p:attrNameLst>
                                          <p:attrName>ppt_w</p:attrName>
                                        </p:attrNameLst>
                                      </p:cBhvr>
                                      <p:tavLst>
                                        <p:tav tm="0">
                                          <p:val>
                                            <p:fltVal val="0"/>
                                          </p:val>
                                        </p:tav>
                                        <p:tav tm="100000">
                                          <p:val>
                                            <p:strVal val="#ppt_w"/>
                                          </p:val>
                                        </p:tav>
                                      </p:tavLst>
                                    </p:anim>
                                    <p:anim calcmode="lin" valueType="num">
                                      <p:cBhvr>
                                        <p:cTn id="91" dur="1000" fill="hold"/>
                                        <p:tgtEl>
                                          <p:spTgt spid="45"/>
                                        </p:tgtEl>
                                        <p:attrNameLst>
                                          <p:attrName>ppt_h</p:attrName>
                                        </p:attrNameLst>
                                      </p:cBhvr>
                                      <p:tavLst>
                                        <p:tav tm="0">
                                          <p:val>
                                            <p:fltVal val="0"/>
                                          </p:val>
                                        </p:tav>
                                        <p:tav tm="100000">
                                          <p:val>
                                            <p:strVal val="#ppt_h"/>
                                          </p:val>
                                        </p:tav>
                                      </p:tavLst>
                                    </p:anim>
                                    <p:animEffect transition="in" filter="fade">
                                      <p:cBhvr>
                                        <p:cTn id="92" dur="1000"/>
                                        <p:tgtEl>
                                          <p:spTgt spid="45"/>
                                        </p:tgtEl>
                                      </p:cBhvr>
                                    </p:animEffect>
                                  </p:childTnLst>
                                </p:cTn>
                              </p:par>
                              <p:par>
                                <p:cTn id="93" presetID="64" presetClass="path" presetSubtype="0" fill="hold" nodeType="withEffect">
                                  <p:stCondLst>
                                    <p:cond delay="200"/>
                                  </p:stCondLst>
                                  <p:childTnLst>
                                    <p:animMotion origin="layout" path="M 4.44444E-6 4.32099E-6 L -0.64115 -0.9497 " pathEditMode="relative" rAng="0" ptsTypes="AA">
                                      <p:cBhvr>
                                        <p:cTn id="94" dur="1000" spd="-100000" fill="hold"/>
                                        <p:tgtEl>
                                          <p:spTgt spid="45"/>
                                        </p:tgtEl>
                                        <p:attrNameLst>
                                          <p:attrName>ppt_x</p:attrName>
                                          <p:attrName>ppt_y</p:attrName>
                                        </p:attrNameLst>
                                      </p:cBhvr>
                                      <p:rCtr x="-32066" y="-47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3" grpId="0" animBg="1"/>
      <p:bldP spid="33" grpId="1" animBg="1"/>
      <p:bldP spid="33" grpId="2" animBg="1"/>
      <p:bldP spid="43" grpId="0" animBg="1"/>
      <p:bldP spid="43" grpId="1" animBg="1"/>
      <p:bldP spid="43" grpId="2" animBg="1"/>
      <p:bldP spid="44" grpId="0" animBg="1"/>
      <p:bldP spid="44" grpId="1" animBg="1"/>
      <p:bldP spid="44" grpId="2" animBg="1"/>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3752"/>
            <a:ext cx="10972800" cy="1143000"/>
          </a:xfrm>
          <a:prstGeom prst="rect">
            <a:avLst/>
          </a:prstGeom>
        </p:spPr>
        <p:txBody>
          <a:bodyPr vert="horz" lIns="91440" tIns="45720" rIns="91440" bIns="45720" rtlCol="0" anchor="ctr">
            <a:noAutofit/>
          </a:bodyPr>
          <a:lstStyle/>
          <a:p>
            <a:r>
              <a:rPr lang="en-US" altLang="zh-CN" dirty="0"/>
              <a:t>Click to edit Master title style</a:t>
            </a:r>
            <a:endParaRPr lang="zh-CN" alt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spcBef>
          <a:spcPct val="0"/>
        </a:spcBef>
        <a:buNone/>
        <a:defRPr sz="4000" b="1" kern="1200">
          <a:solidFill>
            <a:schemeClr val="bg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81885" y="2555875"/>
            <a:ext cx="8289925" cy="1001395"/>
          </a:xfrm>
        </p:spPr>
        <p:txBody>
          <a:bodyPr/>
          <a:lstStyle/>
          <a:p>
            <a:r>
              <a:rPr lang="en-US" altLang="zh-CN" sz="4800" dirty="0"/>
              <a:t>RT-Thread</a:t>
            </a:r>
            <a:r>
              <a:rPr lang="zh-CN" altLang="en-US" sz="4800" dirty="0"/>
              <a:t>入门系列视频教程</a:t>
            </a:r>
            <a:endParaRPr lang="zh-CN" altLang="en-US" sz="4800" dirty="0"/>
          </a:p>
        </p:txBody>
      </p:sp>
      <p:sp>
        <p:nvSpPr>
          <p:cNvPr id="3" name="Subtitle 2"/>
          <p:cNvSpPr>
            <a:spLocks noGrp="1"/>
          </p:cNvSpPr>
          <p:nvPr>
            <p:ph type="subTitle" idx="1"/>
          </p:nvPr>
        </p:nvSpPr>
        <p:spPr>
          <a:xfrm>
            <a:off x="2184238" y="4964941"/>
            <a:ext cx="7382672" cy="1032599"/>
          </a:xfrm>
        </p:spPr>
        <p:txBody>
          <a:bodyPr>
            <a:normAutofit lnSpcReduction="10000"/>
          </a:bodyPr>
          <a:lstStyle/>
          <a:p>
            <a:r>
              <a:rPr lang="en-US" altLang="zh-CN" dirty="0"/>
              <a:t>         </a:t>
            </a:r>
            <a:r>
              <a:rPr lang="zh-CN" altLang="en-US" sz="2800" dirty="0"/>
              <a:t>第六讲：</a:t>
            </a:r>
            <a:r>
              <a:rPr lang="en-US" altLang="zh-CN" sz="2800" dirty="0"/>
              <a:t> </a:t>
            </a:r>
            <a:r>
              <a:rPr lang="zh-CN" altLang="en-US" sz="2800" dirty="0"/>
              <a:t>空闲线程及两个常用的钩子函数</a:t>
            </a:r>
            <a:endParaRPr lang="zh-CN"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Shape 543"/>
          <p:cNvSpPr txBox="1">
            <a:spLocks noGrp="1"/>
          </p:cNvSpPr>
          <p:nvPr>
            <p:ph type="body" idx="1"/>
          </p:nvPr>
        </p:nvSpPr>
        <p:spPr>
          <a:xfrm>
            <a:off x="3230880" y="977265"/>
            <a:ext cx="8572500" cy="4657725"/>
          </a:xfrm>
          <a:prstGeom prst="rect">
            <a:avLst/>
          </a:prstGeom>
        </p:spPr>
        <p:txBody>
          <a:bodyPr vert="horz" lIns="91425" tIns="91425" rIns="91425" bIns="91425" rtlCol="0" anchor="ctr" anchorCtr="0">
            <a:noAutofit/>
          </a:bodyPr>
          <a:lstStyle/>
          <a:p>
            <a:pPr algn="l">
              <a:buFont typeface="Arial" panose="020B0604020202020204" pitchFamily="34" charset="0"/>
              <a:buChar char="•"/>
            </a:pPr>
            <a:r>
              <a:rPr lang="zh-CN" altLang="en-US" sz="2000" dirty="0"/>
              <a:t>空闲线程是一个比较特殊的</a:t>
            </a:r>
            <a:r>
              <a:rPr lang="zh-CN" altLang="en-US" sz="2000" dirty="0">
                <a:solidFill>
                  <a:srgbClr val="C00000"/>
                </a:solidFill>
              </a:rPr>
              <a:t>系统线程</a:t>
            </a:r>
            <a:r>
              <a:rPr lang="zh-CN" altLang="en-US" sz="2000" dirty="0"/>
              <a:t>，它具备</a:t>
            </a:r>
            <a:r>
              <a:rPr lang="zh-CN" altLang="en-US" sz="2000" dirty="0">
                <a:solidFill>
                  <a:srgbClr val="C00000"/>
                </a:solidFill>
              </a:rPr>
              <a:t>最低</a:t>
            </a:r>
            <a:r>
              <a:rPr lang="zh-CN" altLang="en-US" sz="2000" dirty="0"/>
              <a:t>的优先级。当系统中无其他就绪线程可运行时，调度器将调度到空闲线程。</a:t>
            </a:r>
            <a:endParaRPr lang="zh-CN" altLang="en-US" sz="2000" dirty="0"/>
          </a:p>
          <a:p>
            <a:pPr marL="0" indent="0" algn="l">
              <a:buFont typeface="Arial" panose="020B0604020202020204" pitchFamily="34" charset="0"/>
            </a:pPr>
            <a:endParaRPr lang="zh-CN" altLang="en-US" sz="2000" dirty="0"/>
          </a:p>
          <a:p>
            <a:pPr algn="l">
              <a:buFont typeface="Arial" panose="020B0604020202020204" pitchFamily="34" charset="0"/>
              <a:buChar char="•"/>
            </a:pPr>
            <a:r>
              <a:rPr lang="zh-CN" altLang="en-US" sz="2000" dirty="0">
                <a:sym typeface="+mn-ea"/>
              </a:rPr>
              <a:t>空闲线程还负责一些系统资源回收以及将一些处于关闭态的线程从线程调度列表中移除的动作</a:t>
            </a:r>
            <a:endParaRPr lang="zh-CN" altLang="en-US" sz="2000" dirty="0"/>
          </a:p>
          <a:p>
            <a:pPr algn="l">
              <a:buFont typeface="Arial" panose="020B0604020202020204" pitchFamily="34" charset="0"/>
              <a:buChar char="•"/>
            </a:pPr>
            <a:endParaRPr lang="zh-CN" altLang="en-US" sz="2000" dirty="0"/>
          </a:p>
          <a:p>
            <a:pPr algn="l">
              <a:buFont typeface="Arial" panose="020B0604020202020204" pitchFamily="34" charset="0"/>
              <a:buChar char="•"/>
            </a:pPr>
            <a:r>
              <a:rPr lang="zh-CN" altLang="en-US" sz="2000" dirty="0"/>
              <a:t>空闲线程在形式上是一个无线循环结构，且永远不被挂起。</a:t>
            </a:r>
            <a:endParaRPr lang="zh-CN" altLang="en-US" sz="2000" dirty="0"/>
          </a:p>
          <a:p>
            <a:pPr marL="0" indent="0" algn="l">
              <a:buFont typeface="Arial" panose="020B0604020202020204" pitchFamily="34" charset="0"/>
            </a:pPr>
            <a:endParaRPr lang="zh-CN" altLang="en-US" sz="2000" dirty="0"/>
          </a:p>
          <a:p>
            <a:pPr algn="l">
              <a:buFont typeface="Arial" panose="020B0604020202020204" pitchFamily="34" charset="0"/>
              <a:buChar char="•"/>
            </a:pPr>
            <a:r>
              <a:rPr lang="zh-CN" altLang="en-US" sz="2000" dirty="0"/>
              <a:t>在RT-Thread 实时操作系统中空闲线程向用户提供了钩子函数，空闲线程钩子函数可以让系统在空闲的时候执行一些非紧急事务，例如系统运行指示灯闪烁， CPU 使用率统计等等。</a:t>
            </a:r>
            <a:endParaRPr lang="zh-CN" altLang="en-US" sz="2000" dirty="0"/>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空闲线程钩子函数</a:t>
            </a:r>
            <a:endParaRPr lang="zh-CN" altLang="en-US"/>
          </a:p>
        </p:txBody>
      </p:sp>
      <p:sp>
        <p:nvSpPr>
          <p:cNvPr id="8" name="ïṥḻiḋè"/>
          <p:cNvSpPr txBox="1"/>
          <p:nvPr/>
        </p:nvSpPr>
        <p:spPr>
          <a:xfrm>
            <a:off x="3042285" y="2597785"/>
            <a:ext cx="5930900" cy="1929765"/>
          </a:xfrm>
          <a:prstGeom prst="rect">
            <a:avLst/>
          </a:prstGeom>
        </p:spPr>
        <p:txBody>
          <a:bodyPr wrap="square" lIns="144000" tIns="0" rIns="0" bIns="0" anchor="t" anchorCtr="0">
            <a:noAutofit/>
          </a:bodyPr>
          <a:lstStyle/>
          <a:p>
            <a:pPr algn="l">
              <a:lnSpc>
                <a:spcPct val="120000"/>
              </a:lnSpc>
            </a:pPr>
            <a:r>
              <a:rPr lang="zh-CN" altLang="en-US" sz="2000" b="1" dirty="0">
                <a:solidFill>
                  <a:srgbClr val="C00000"/>
                </a:solidFill>
              </a:rPr>
              <a:t>设置钩子函数</a:t>
            </a:r>
            <a:endParaRPr lang="zh-CN" altLang="en-US" sz="2000" b="1" dirty="0">
              <a:solidFill>
                <a:srgbClr val="C00000"/>
              </a:solidFill>
            </a:endParaRPr>
          </a:p>
          <a:p>
            <a:pPr indent="0" algn="l">
              <a:lnSpc>
                <a:spcPct val="120000"/>
              </a:lnSpc>
              <a:buFont typeface="Wingdings" panose="05000000000000000000" charset="0"/>
              <a:buNone/>
            </a:pPr>
            <a:r>
              <a:rPr lang="zh-CN" altLang="en-US" sz="2000" dirty="0">
                <a:solidFill>
                  <a:schemeClr val="dk1">
                    <a:lumMod val="100000"/>
                  </a:schemeClr>
                </a:solidFill>
              </a:rPr>
              <a:t> </a:t>
            </a:r>
            <a:r>
              <a:rPr lang="zh-CN" altLang="en-US" sz="2000" dirty="0">
                <a:solidFill>
                  <a:schemeClr val="tx1"/>
                </a:solidFill>
              </a:rPr>
              <a:t>rt_err_t </a:t>
            </a:r>
            <a:r>
              <a:rPr lang="zh-CN" altLang="en-US" sz="2000" dirty="0">
                <a:solidFill>
                  <a:schemeClr val="tx2"/>
                </a:solidFill>
              </a:rPr>
              <a:t>rt_thread_idle_sethook</a:t>
            </a:r>
            <a:r>
              <a:rPr lang="zh-CN" altLang="en-US" sz="2000" dirty="0">
                <a:solidFill>
                  <a:schemeClr val="tx1"/>
                </a:solidFill>
              </a:rPr>
              <a:t>(void (*hook)(void))</a:t>
            </a:r>
            <a:endParaRPr lang="zh-CN" altLang="en-US" sz="2000" dirty="0">
              <a:solidFill>
                <a:schemeClr val="tx1"/>
              </a:solidFill>
            </a:endParaRPr>
          </a:p>
          <a:p>
            <a:pPr marL="171450" indent="-171450" algn="l">
              <a:lnSpc>
                <a:spcPct val="120000"/>
              </a:lnSpc>
              <a:buFont typeface="Wingdings" panose="05000000000000000000" charset="0"/>
              <a:buChar char=""/>
            </a:pPr>
            <a:endParaRPr lang="zh-CN" altLang="en-US" sz="2000" dirty="0">
              <a:solidFill>
                <a:schemeClr val="tx1"/>
              </a:solidFill>
            </a:endParaRPr>
          </a:p>
          <a:p>
            <a:pPr indent="0" algn="l">
              <a:lnSpc>
                <a:spcPct val="120000"/>
              </a:lnSpc>
              <a:buFont typeface="Wingdings" panose="05000000000000000000" charset="0"/>
              <a:buNone/>
            </a:pPr>
            <a:r>
              <a:rPr lang="zh-CN" altLang="en-US" sz="2000" b="1" dirty="0">
                <a:solidFill>
                  <a:srgbClr val="C00000"/>
                </a:solidFill>
                <a:sym typeface="+mn-ea"/>
              </a:rPr>
              <a:t>删除钩子函数</a:t>
            </a:r>
            <a:endParaRPr lang="zh-CN" altLang="en-US" sz="2000" dirty="0">
              <a:solidFill>
                <a:schemeClr val="tx1"/>
              </a:solidFill>
            </a:endParaRPr>
          </a:p>
          <a:p>
            <a:pPr indent="0" algn="l">
              <a:lnSpc>
                <a:spcPct val="120000"/>
              </a:lnSpc>
              <a:buFont typeface="Wingdings" panose="05000000000000000000" charset="0"/>
              <a:buNone/>
            </a:pPr>
            <a:r>
              <a:rPr lang="zh-CN" altLang="en-US" sz="2000" dirty="0">
                <a:solidFill>
                  <a:schemeClr val="dk1">
                    <a:lumMod val="100000"/>
                  </a:schemeClr>
                </a:solidFill>
                <a:sym typeface="+mn-ea"/>
              </a:rPr>
              <a:t> </a:t>
            </a:r>
            <a:r>
              <a:rPr sz="2000" dirty="0">
                <a:solidFill>
                  <a:schemeClr val="tx1"/>
                </a:solidFill>
                <a:sym typeface="+mn-ea"/>
              </a:rPr>
              <a:t>rt_err_t </a:t>
            </a:r>
            <a:r>
              <a:rPr sz="2000" dirty="0">
                <a:solidFill>
                  <a:schemeClr val="tx2"/>
                </a:solidFill>
                <a:sym typeface="+mn-ea"/>
              </a:rPr>
              <a:t>rt_thread_idle_delhook</a:t>
            </a:r>
            <a:r>
              <a:rPr sz="2000" dirty="0">
                <a:solidFill>
                  <a:schemeClr val="tx1"/>
                </a:solidFill>
                <a:sym typeface="+mn-ea"/>
              </a:rPr>
              <a:t>(void (*hook)(void))</a:t>
            </a:r>
            <a:endParaRPr sz="2000" dirty="0">
              <a:solidFill>
                <a:schemeClr val="tx1"/>
              </a:solidFill>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Shape 543"/>
          <p:cNvSpPr txBox="1">
            <a:spLocks noGrp="1"/>
          </p:cNvSpPr>
          <p:nvPr>
            <p:ph type="body" idx="1"/>
          </p:nvPr>
        </p:nvSpPr>
        <p:spPr>
          <a:xfrm>
            <a:off x="2715895" y="2407192"/>
            <a:ext cx="8229600" cy="2043600"/>
          </a:xfrm>
          <a:prstGeom prst="rect">
            <a:avLst/>
          </a:prstGeom>
        </p:spPr>
        <p:txBody>
          <a:bodyPr vert="horz" lIns="91425" tIns="91425" rIns="91425" bIns="91425" rtlCol="0" anchor="ctr" anchorCtr="0">
            <a:noAutofit/>
          </a:bodyPr>
          <a:lstStyle/>
          <a:p>
            <a:r>
              <a:rPr lang="zh-CN" dirty="0"/>
              <a:t>空闲线程钩子函数示例</a:t>
            </a:r>
            <a:endParaRPr lang="zh-CN" dirty="0"/>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空闲线程钩子函数使用注意</a:t>
            </a:r>
            <a:endParaRPr lang="zh-CN" altLang="en-US"/>
          </a:p>
        </p:txBody>
      </p:sp>
      <p:sp>
        <p:nvSpPr>
          <p:cNvPr id="9" name="íŝļíḋê"/>
          <p:cNvSpPr txBox="1"/>
          <p:nvPr/>
        </p:nvSpPr>
        <p:spPr>
          <a:xfrm>
            <a:off x="2048510" y="2096135"/>
            <a:ext cx="8094980" cy="2860040"/>
          </a:xfrm>
          <a:prstGeom prst="rect">
            <a:avLst/>
          </a:prstGeom>
        </p:spPr>
        <p:txBody>
          <a:bodyPr wrap="square" lIns="144000" tIns="0" rIns="0" bIns="0" anchor="t" anchorCtr="0">
            <a:normAutofit lnSpcReduction="10000"/>
          </a:bodyPr>
          <a:lstStyle/>
          <a:p>
            <a:pPr algn="l">
              <a:lnSpc>
                <a:spcPct val="120000"/>
              </a:lnSpc>
            </a:pPr>
            <a:endParaRPr lang="zh-CN" altLang="en-US" sz="1600" b="1" dirty="0">
              <a:solidFill>
                <a:srgbClr val="C00000"/>
              </a:solidFill>
            </a:endParaRPr>
          </a:p>
          <a:p>
            <a:pPr marL="285750" indent="-285750" algn="l">
              <a:lnSpc>
                <a:spcPct val="120000"/>
              </a:lnSpc>
              <a:buFont typeface="Wingdings" panose="05000000000000000000" charset="0"/>
              <a:buChar char="l"/>
            </a:pPr>
            <a:r>
              <a:rPr lang="zh-CN" altLang="en-US" sz="1400" dirty="0">
                <a:solidFill>
                  <a:schemeClr val="dk1">
                    <a:lumMod val="100000"/>
                  </a:schemeClr>
                </a:solidFill>
                <a:sym typeface="+mn-ea"/>
              </a:rPr>
              <a:t>           </a:t>
            </a:r>
            <a:r>
              <a:rPr lang="zh-CN" altLang="en-US" dirty="0">
                <a:solidFill>
                  <a:schemeClr val="dk1">
                    <a:lumMod val="100000"/>
                  </a:schemeClr>
                </a:solidFill>
                <a:sym typeface="+mn-ea"/>
              </a:rPr>
              <a:t>空闲线程是一个线程状态永远为就绪态的线程，所以钩子函数中执行的相关代码必须保证空闲线程在任何时刻都不会被挂起， 例如rt_thread_delay()、 rt_sem_take()等可能会导致线程挂起的阻塞类函数都不能在钩子函数中使用</a:t>
            </a:r>
            <a:endParaRPr lang="zh-CN" altLang="en-US" dirty="0">
              <a:solidFill>
                <a:schemeClr val="dk1">
                  <a:lumMod val="100000"/>
                </a:schemeClr>
              </a:solidFill>
              <a:sym typeface="+mn-ea"/>
            </a:endParaRPr>
          </a:p>
          <a:p>
            <a:pPr algn="l">
              <a:lnSpc>
                <a:spcPct val="120000"/>
              </a:lnSpc>
            </a:pPr>
            <a:endParaRPr lang="zh-CN" altLang="en-US" dirty="0">
              <a:solidFill>
                <a:schemeClr val="dk1">
                  <a:lumMod val="100000"/>
                </a:schemeClr>
              </a:solidFill>
              <a:sym typeface="+mn-ea"/>
            </a:endParaRPr>
          </a:p>
          <a:p>
            <a:pPr algn="l">
              <a:lnSpc>
                <a:spcPct val="120000"/>
              </a:lnSpc>
            </a:pPr>
            <a:endParaRPr lang="zh-CN" altLang="en-US" dirty="0">
              <a:solidFill>
                <a:schemeClr val="dk1">
                  <a:lumMod val="100000"/>
                </a:schemeClr>
              </a:solidFill>
              <a:sym typeface="+mn-ea"/>
            </a:endParaRPr>
          </a:p>
          <a:p>
            <a:pPr algn="l">
              <a:lnSpc>
                <a:spcPct val="120000"/>
              </a:lnSpc>
            </a:pPr>
            <a:endParaRPr lang="zh-CN" altLang="en-US" dirty="0">
              <a:solidFill>
                <a:schemeClr val="dk1">
                  <a:lumMod val="100000"/>
                </a:schemeClr>
              </a:solidFill>
              <a:sym typeface="+mn-ea"/>
            </a:endParaRPr>
          </a:p>
          <a:p>
            <a:pPr marL="285750" indent="-285750" algn="l">
              <a:lnSpc>
                <a:spcPct val="120000"/>
              </a:lnSpc>
              <a:buFont typeface="Wingdings" panose="05000000000000000000" charset="0"/>
              <a:buChar char="l"/>
            </a:pPr>
            <a:r>
              <a:rPr lang="zh-CN" altLang="en-US" dirty="0">
                <a:solidFill>
                  <a:schemeClr val="dk1">
                    <a:lumMod val="100000"/>
                  </a:schemeClr>
                </a:solidFill>
                <a:sym typeface="+mn-ea"/>
              </a:rPr>
              <a:t>       空闲线程可以设置多个钩子函数</a:t>
            </a:r>
            <a:endParaRPr lang="zh-CN" altLang="en-US" dirty="0">
              <a:solidFill>
                <a:schemeClr val="dk1">
                  <a:lumMod val="100000"/>
                </a:schemeClr>
              </a:solidFill>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系统调度钩子函数</a:t>
            </a:r>
            <a:endParaRPr lang="zh-CN" altLang="en-US"/>
          </a:p>
        </p:txBody>
      </p:sp>
      <p:sp>
        <p:nvSpPr>
          <p:cNvPr id="8" name="ïṥḻiḋè"/>
          <p:cNvSpPr txBox="1"/>
          <p:nvPr/>
        </p:nvSpPr>
        <p:spPr>
          <a:xfrm>
            <a:off x="1398270" y="1940560"/>
            <a:ext cx="9396095" cy="2766695"/>
          </a:xfrm>
          <a:prstGeom prst="rect">
            <a:avLst/>
          </a:prstGeom>
        </p:spPr>
        <p:txBody>
          <a:bodyPr wrap="square" lIns="144000" tIns="0" rIns="0" bIns="0" anchor="t" anchorCtr="0">
            <a:noAutofit/>
          </a:bodyPr>
          <a:lstStyle/>
          <a:p>
            <a:pPr algn="l">
              <a:lnSpc>
                <a:spcPct val="120000"/>
              </a:lnSpc>
            </a:pPr>
            <a:endParaRPr lang="zh-CN" altLang="en-US" sz="2000" b="1" dirty="0">
              <a:solidFill>
                <a:srgbClr val="C00000"/>
              </a:solidFill>
            </a:endParaRPr>
          </a:p>
          <a:p>
            <a:pPr algn="l">
              <a:lnSpc>
                <a:spcPct val="120000"/>
              </a:lnSpc>
            </a:pPr>
            <a:r>
              <a:rPr lang="zh-CN" altLang="en-US" dirty="0">
                <a:solidFill>
                  <a:schemeClr val="tx1"/>
                </a:solidFill>
              </a:rPr>
              <a:t>         系统的上下文切换是系统运行过程中最普遍的事件， 有时用户可能会想知道在某一个时刻发生了什么样的线程切换，</a:t>
            </a:r>
            <a:r>
              <a:rPr lang="en-US" altLang="zh-CN" dirty="0">
                <a:solidFill>
                  <a:schemeClr val="tx1"/>
                </a:solidFill>
              </a:rPr>
              <a:t>RT-Thread</a:t>
            </a:r>
            <a:r>
              <a:rPr lang="zh-CN" altLang="en-US" dirty="0">
                <a:solidFill>
                  <a:schemeClr val="tx1"/>
                </a:solidFill>
              </a:rPr>
              <a:t>向用户提供了一个系统调度钩子函数，这个钩子函数在系统进行任务切换时运行，通过这个钩子函数，我们可以了解到系统任务调度时的一些信息。</a:t>
            </a:r>
            <a:endParaRPr lang="zh-CN" altLang="en-US" dirty="0">
              <a:solidFill>
                <a:schemeClr val="tx1"/>
              </a:solidFill>
            </a:endParaRPr>
          </a:p>
          <a:p>
            <a:pPr algn="l">
              <a:lnSpc>
                <a:spcPct val="120000"/>
              </a:lnSpc>
            </a:pPr>
            <a:endParaRPr lang="zh-CN" altLang="en-US" sz="2000" b="1" dirty="0">
              <a:solidFill>
                <a:schemeClr val="tx1"/>
              </a:solidFill>
            </a:endParaRPr>
          </a:p>
          <a:p>
            <a:pPr algn="l">
              <a:lnSpc>
                <a:spcPct val="120000"/>
              </a:lnSpc>
            </a:pPr>
            <a:endParaRPr lang="zh-CN" altLang="en-US" sz="2000" b="1" dirty="0">
              <a:solidFill>
                <a:srgbClr val="C00000"/>
              </a:solidFill>
            </a:endParaRPr>
          </a:p>
          <a:p>
            <a:pPr indent="0" algn="l">
              <a:lnSpc>
                <a:spcPct val="120000"/>
              </a:lnSpc>
              <a:buFont typeface="Wingdings" panose="05000000000000000000" charset="0"/>
              <a:buNone/>
            </a:pPr>
            <a:r>
              <a:rPr lang="zh-CN" altLang="en-US" sz="2000" dirty="0">
                <a:solidFill>
                  <a:schemeClr val="dk1">
                    <a:lumMod val="100000"/>
                  </a:schemeClr>
                </a:solidFill>
              </a:rPr>
              <a:t> </a:t>
            </a:r>
            <a:r>
              <a:rPr lang="zh-CN" altLang="en-US" sz="2000" dirty="0">
                <a:solidFill>
                  <a:schemeClr val="tx2"/>
                </a:solidFill>
              </a:rPr>
              <a:t>rt_scheduler_sethook</a:t>
            </a:r>
            <a:r>
              <a:rPr lang="zh-CN" altLang="en-US" sz="2000" dirty="0">
                <a:solidFill>
                  <a:schemeClr val="tx1"/>
                </a:solidFill>
              </a:rPr>
              <a:t>(void (*hook)(struct rt_thread *from, struct rt_thread *to))</a:t>
            </a:r>
            <a:endParaRPr lang="zh-CN" altLang="en-US" sz="2000" dirty="0">
              <a:solidFill>
                <a:schemeClr val="tx1"/>
              </a:solidFill>
            </a:endParaRPr>
          </a:p>
          <a:p>
            <a:pPr indent="0" algn="l">
              <a:lnSpc>
                <a:spcPct val="120000"/>
              </a:lnSpc>
              <a:buFont typeface="Wingdings" panose="05000000000000000000" charset="0"/>
              <a:buNone/>
            </a:pPr>
            <a:endParaRPr sz="2000" dirty="0">
              <a:solidFill>
                <a:schemeClr val="tx1"/>
              </a:solidFill>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Shape 543"/>
          <p:cNvSpPr txBox="1">
            <a:spLocks noGrp="1"/>
          </p:cNvSpPr>
          <p:nvPr>
            <p:ph type="body" idx="1"/>
          </p:nvPr>
        </p:nvSpPr>
        <p:spPr>
          <a:xfrm>
            <a:off x="2715895" y="2407192"/>
            <a:ext cx="8229600" cy="2043600"/>
          </a:xfrm>
          <a:prstGeom prst="rect">
            <a:avLst/>
          </a:prstGeom>
        </p:spPr>
        <p:txBody>
          <a:bodyPr vert="horz" lIns="91425" tIns="91425" rIns="91425" bIns="91425" rtlCol="0" anchor="ctr" anchorCtr="0">
            <a:noAutofit/>
          </a:bodyPr>
          <a:lstStyle/>
          <a:p>
            <a:r>
              <a:rPr lang="zh-CN" dirty="0"/>
              <a:t>系统调度钩子函数示例</a:t>
            </a:r>
            <a:endParaRPr lang="zh-CN" dirty="0"/>
          </a:p>
        </p:txBody>
      </p:sp>
    </p:spTree>
  </p:cSld>
  <p:clrMapOvr>
    <a:masterClrMapping/>
  </p:clrMapOvr>
  <p:transition spd="slow">
    <p:cut/>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785</Words>
  <Application>WPS 演示</Application>
  <PresentationFormat>宽屏</PresentationFormat>
  <Paragraphs>40</Paragraphs>
  <Slides>7</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vt:i4>
      </vt:variant>
    </vt:vector>
  </HeadingPairs>
  <TitlesOfParts>
    <vt:vector size="17" baseType="lpstr">
      <vt:lpstr>Arial</vt:lpstr>
      <vt:lpstr>宋体</vt:lpstr>
      <vt:lpstr>Wingdings</vt:lpstr>
      <vt:lpstr>Arial Unicode MS</vt:lpstr>
      <vt:lpstr>Wingdings</vt:lpstr>
      <vt:lpstr>Calibri</vt:lpstr>
      <vt:lpstr>微软雅黑</vt:lpstr>
      <vt:lpstr>Arial Unicode MS</vt:lpstr>
      <vt:lpstr>等线</vt:lpstr>
      <vt:lpstr>Custom Design</vt:lpstr>
      <vt:lpstr>RT-Thread入门系列视频教程</vt:lpstr>
      <vt:lpstr>PowerPoint 演示文稿</vt:lpstr>
      <vt:lpstr>空闲线程钩子函数</vt:lpstr>
      <vt:lpstr>PowerPoint 演示文稿</vt:lpstr>
      <vt:lpstr>空闲线程钩子函数使用注意</vt:lpstr>
      <vt:lpstr>系统调度钩子函数</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pxxiong</dc:creator>
  <cp:lastModifiedBy>Wk</cp:lastModifiedBy>
  <cp:revision>185</cp:revision>
  <dcterms:created xsi:type="dcterms:W3CDTF">2014-06-30T01:36:00Z</dcterms:created>
  <dcterms:modified xsi:type="dcterms:W3CDTF">2018-11-18T11:08:49Z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2052-10.1.0.7668</vt:lpwstr>
  </property>
</Properties>
</file>